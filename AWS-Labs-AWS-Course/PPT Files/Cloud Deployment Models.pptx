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D9A69F-9550-4F73-B34A-B9DC8B73A55D}" v="14" dt="2025-03-19T10:10:12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Ullah" userId="0856adb400b2166a" providerId="LiveId" clId="{EED9A69F-9550-4F73-B34A-B9DC8B73A55D}"/>
    <pc:docChg chg="modSld">
      <pc:chgData name="Adnan Ullah" userId="0856adb400b2166a" providerId="LiveId" clId="{EED9A69F-9550-4F73-B34A-B9DC8B73A55D}" dt="2025-03-19T10:10:12.354" v="10" actId="20577"/>
      <pc:docMkLst>
        <pc:docMk/>
      </pc:docMkLst>
      <pc:sldChg chg="modSp mod">
        <pc:chgData name="Adnan Ullah" userId="0856adb400b2166a" providerId="LiveId" clId="{EED9A69F-9550-4F73-B34A-B9DC8B73A55D}" dt="2024-10-31T18:10:50.983" v="1" actId="1036"/>
        <pc:sldMkLst>
          <pc:docMk/>
          <pc:sldMk cId="3105421001" sldId="256"/>
        </pc:sldMkLst>
      </pc:sldChg>
      <pc:sldChg chg="modSp">
        <pc:chgData name="Adnan Ullah" userId="0856adb400b2166a" providerId="LiveId" clId="{EED9A69F-9550-4F73-B34A-B9DC8B73A55D}" dt="2025-03-19T09:50:58.976" v="7"/>
        <pc:sldMkLst>
          <pc:docMk/>
          <pc:sldMk cId="382076989" sldId="269"/>
        </pc:sldMkLst>
        <pc:graphicFrameChg chg="mod">
          <ac:chgData name="Adnan Ullah" userId="0856adb400b2166a" providerId="LiveId" clId="{EED9A69F-9550-4F73-B34A-B9DC8B73A55D}" dt="2025-03-19T09:50:58.976" v="7"/>
          <ac:graphicFrameMkLst>
            <pc:docMk/>
            <pc:sldMk cId="382076989" sldId="269"/>
            <ac:graphicFrameMk id="20" creationId="{9BF94AA4-CEE8-1C80-D00D-924D18CDA3D7}"/>
          </ac:graphicFrameMkLst>
        </pc:graphicFrameChg>
      </pc:sldChg>
      <pc:sldChg chg="modSp mod">
        <pc:chgData name="Adnan Ullah" userId="0856adb400b2166a" providerId="LiveId" clId="{EED9A69F-9550-4F73-B34A-B9DC8B73A55D}" dt="2025-03-19T10:10:12.354" v="10" actId="20577"/>
        <pc:sldMkLst>
          <pc:docMk/>
          <pc:sldMk cId="625403904" sldId="270"/>
        </pc:sldMkLst>
        <pc:spChg chg="mod">
          <ac:chgData name="Adnan Ullah" userId="0856adb400b2166a" providerId="LiveId" clId="{EED9A69F-9550-4F73-B34A-B9DC8B73A55D}" dt="2025-03-19T10:04:57.948" v="8" actId="1076"/>
          <ac:spMkLst>
            <pc:docMk/>
            <pc:sldMk cId="625403904" sldId="270"/>
            <ac:spMk id="2" creationId="{A85EC012-978A-882F-21EB-2594FBC027E9}"/>
          </ac:spMkLst>
        </pc:spChg>
        <pc:graphicFrameChg chg="mod">
          <ac:chgData name="Adnan Ullah" userId="0856adb400b2166a" providerId="LiveId" clId="{EED9A69F-9550-4F73-B34A-B9DC8B73A55D}" dt="2025-03-19T10:10:12.354" v="10" actId="20577"/>
          <ac:graphicFrameMkLst>
            <pc:docMk/>
            <pc:sldMk cId="625403904" sldId="270"/>
            <ac:graphicFrameMk id="5" creationId="{B746252D-9412-73B6-B09D-F2673D7BAC22}"/>
          </ac:graphicFrameMkLst>
        </pc:graphicFrameChg>
      </pc:sldChg>
    </pc:docChg>
  </pc:docChgLst>
  <pc:docChgLst>
    <pc:chgData name="Adnan Ullah" userId="0856adb400b2166a" providerId="LiveId" clId="{A1C96F99-28DF-4294-A1CB-202FB6958A88}"/>
    <pc:docChg chg="delSld modSld">
      <pc:chgData name="Adnan Ullah" userId="0856adb400b2166a" providerId="LiveId" clId="{A1C96F99-28DF-4294-A1CB-202FB6958A88}" dt="2024-10-03T20:24:23.555" v="10" actId="20577"/>
      <pc:docMkLst>
        <pc:docMk/>
      </pc:docMkLst>
      <pc:sldChg chg="modSp mod">
        <pc:chgData name="Adnan Ullah" userId="0856adb400b2166a" providerId="LiveId" clId="{A1C96F99-28DF-4294-A1CB-202FB6958A88}" dt="2024-10-03T20:24:23.555" v="10" actId="20577"/>
        <pc:sldMkLst>
          <pc:docMk/>
          <pc:sldMk cId="3105421001" sldId="256"/>
        </pc:sldMkLst>
      </pc:sldChg>
      <pc:sldChg chg="del">
        <pc:chgData name="Adnan Ullah" userId="0856adb400b2166a" providerId="LiveId" clId="{A1C96F99-28DF-4294-A1CB-202FB6958A88}" dt="2024-10-02T18:48:44.654" v="0" actId="2696"/>
        <pc:sldMkLst>
          <pc:docMk/>
          <pc:sldMk cId="1343928843" sldId="267"/>
        </pc:sldMkLst>
      </pc:sldChg>
      <pc:sldChg chg="modSp mod">
        <pc:chgData name="Adnan Ullah" userId="0856adb400b2166a" providerId="LiveId" clId="{A1C96F99-28DF-4294-A1CB-202FB6958A88}" dt="2024-10-02T18:49:27.403" v="6" actId="113"/>
        <pc:sldMkLst>
          <pc:docMk/>
          <pc:sldMk cId="738729567" sldId="268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0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0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B10F3-F143-4332-98AE-83424D08E55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32C2BA-C2F5-4F84-8493-3D7B990656C9}">
      <dgm:prSet/>
      <dgm:spPr/>
      <dgm:t>
        <a:bodyPr/>
        <a:lstStyle/>
        <a:p>
          <a:r>
            <a:rPr lang="en-US" b="1"/>
            <a:t>High Security</a:t>
          </a:r>
          <a:r>
            <a:rPr lang="en-US"/>
            <a:t>: Your data is completely private — no sharing with other customers.</a:t>
          </a:r>
        </a:p>
      </dgm:t>
    </dgm:pt>
    <dgm:pt modelId="{6068537B-4837-4C7B-B353-96AFDD0C3EC8}" type="parTrans" cxnId="{60147777-9F01-4DB6-92FB-36432BF24E00}">
      <dgm:prSet/>
      <dgm:spPr/>
      <dgm:t>
        <a:bodyPr/>
        <a:lstStyle/>
        <a:p>
          <a:endParaRPr lang="en-US"/>
        </a:p>
      </dgm:t>
    </dgm:pt>
    <dgm:pt modelId="{DCE23BDF-567E-4347-97F9-71FB277D886D}" type="sibTrans" cxnId="{60147777-9F01-4DB6-92FB-36432BF24E0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A46C361-285B-4968-A058-9716B2F119EA}">
      <dgm:prSet/>
      <dgm:spPr/>
      <dgm:t>
        <a:bodyPr/>
        <a:lstStyle/>
        <a:p>
          <a:r>
            <a:rPr lang="en-US" b="1"/>
            <a:t>Customizable</a:t>
          </a:r>
          <a:r>
            <a:rPr lang="en-US"/>
            <a:t>: You can tailor the setup to your exact needs.</a:t>
          </a:r>
        </a:p>
      </dgm:t>
    </dgm:pt>
    <dgm:pt modelId="{6BE19DD5-4898-4012-8BA5-2CC97745A430}" type="parTrans" cxnId="{DE6654FF-6F27-49CB-B5B6-A999464E275B}">
      <dgm:prSet/>
      <dgm:spPr/>
      <dgm:t>
        <a:bodyPr/>
        <a:lstStyle/>
        <a:p>
          <a:endParaRPr lang="en-US"/>
        </a:p>
      </dgm:t>
    </dgm:pt>
    <dgm:pt modelId="{7DAD19CC-35F8-414C-B80B-E71B07E3F516}" type="sibTrans" cxnId="{DE6654FF-6F27-49CB-B5B6-A999464E275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F52424D-BA4F-45C2-9AC1-C240AAD14076}">
      <dgm:prSet/>
      <dgm:spPr/>
      <dgm:t>
        <a:bodyPr/>
        <a:lstStyle/>
        <a:p>
          <a:r>
            <a:rPr lang="en-US" b="1"/>
            <a:t>Compliance</a:t>
          </a:r>
          <a:r>
            <a:rPr lang="en-US"/>
            <a:t>: Perfect for businesses with strict rules about data privacy and protection.</a:t>
          </a:r>
        </a:p>
      </dgm:t>
    </dgm:pt>
    <dgm:pt modelId="{1B0613D4-F6E1-499A-8B4D-F3D55A477376}" type="parTrans" cxnId="{E78CF7A4-CDE3-4D46-9787-1D5A881AD241}">
      <dgm:prSet/>
      <dgm:spPr/>
      <dgm:t>
        <a:bodyPr/>
        <a:lstStyle/>
        <a:p>
          <a:endParaRPr lang="en-US"/>
        </a:p>
      </dgm:t>
    </dgm:pt>
    <dgm:pt modelId="{7917BF07-5405-455E-8CCB-72B677ECE667}" type="sibTrans" cxnId="{E78CF7A4-CDE3-4D46-9787-1D5A881AD24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F88619D-99D4-452B-9D9A-E1E0B67EDE1D}">
      <dgm:prSet/>
      <dgm:spPr/>
      <dgm:t>
        <a:bodyPr/>
        <a:lstStyle/>
        <a:p>
          <a:r>
            <a:rPr lang="en-US" b="1"/>
            <a:t>Full Control</a:t>
          </a:r>
          <a:r>
            <a:rPr lang="en-US"/>
            <a:t>: You manage access, performance, and security — just how you want it.</a:t>
          </a:r>
        </a:p>
      </dgm:t>
    </dgm:pt>
    <dgm:pt modelId="{13459AE3-5D22-482D-8110-C1B649320D60}" type="parTrans" cxnId="{6C0B5C91-472D-4E6F-ABA2-3D7DC43EDC58}">
      <dgm:prSet/>
      <dgm:spPr/>
      <dgm:t>
        <a:bodyPr/>
        <a:lstStyle/>
        <a:p>
          <a:endParaRPr lang="en-US"/>
        </a:p>
      </dgm:t>
    </dgm:pt>
    <dgm:pt modelId="{C596578C-D213-45CF-9E72-317CD0D87BB4}" type="sibTrans" cxnId="{6C0B5C91-472D-4E6F-ABA2-3D7DC43EDC5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2F80401-5FED-443A-9CEC-CE5B25ECF763}" type="pres">
      <dgm:prSet presAssocID="{941B10F3-F143-4332-98AE-83424D08E55D}" presName="Name0" presStyleCnt="0">
        <dgm:presLayoutVars>
          <dgm:animLvl val="lvl"/>
          <dgm:resizeHandles val="exact"/>
        </dgm:presLayoutVars>
      </dgm:prSet>
      <dgm:spPr/>
    </dgm:pt>
    <dgm:pt modelId="{046AA467-32A9-4956-BD83-A1818174161A}" type="pres">
      <dgm:prSet presAssocID="{2332C2BA-C2F5-4F84-8493-3D7B990656C9}" presName="compositeNode" presStyleCnt="0">
        <dgm:presLayoutVars>
          <dgm:bulletEnabled val="1"/>
        </dgm:presLayoutVars>
      </dgm:prSet>
      <dgm:spPr/>
    </dgm:pt>
    <dgm:pt modelId="{684E4BE6-AC32-423A-9649-F1B0A2F9D94C}" type="pres">
      <dgm:prSet presAssocID="{2332C2BA-C2F5-4F84-8493-3D7B990656C9}" presName="bgRect" presStyleLbl="alignNode1" presStyleIdx="0" presStyleCnt="4"/>
      <dgm:spPr/>
    </dgm:pt>
    <dgm:pt modelId="{F750BEFE-4536-41A2-904D-9DC08AF46835}" type="pres">
      <dgm:prSet presAssocID="{DCE23BDF-567E-4347-97F9-71FB277D886D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8A2B07D-4A01-4B80-B158-7AF1BA509700}" type="pres">
      <dgm:prSet presAssocID="{2332C2BA-C2F5-4F84-8493-3D7B990656C9}" presName="nodeRect" presStyleLbl="alignNode1" presStyleIdx="0" presStyleCnt="4">
        <dgm:presLayoutVars>
          <dgm:bulletEnabled val="1"/>
        </dgm:presLayoutVars>
      </dgm:prSet>
      <dgm:spPr/>
    </dgm:pt>
    <dgm:pt modelId="{17A49675-BA19-4705-A8AA-2E67ECDF86EC}" type="pres">
      <dgm:prSet presAssocID="{DCE23BDF-567E-4347-97F9-71FB277D886D}" presName="sibTrans" presStyleCnt="0"/>
      <dgm:spPr/>
    </dgm:pt>
    <dgm:pt modelId="{F5EF5B7A-A2F5-4444-B4FB-06E77C69A0FA}" type="pres">
      <dgm:prSet presAssocID="{4A46C361-285B-4968-A058-9716B2F119EA}" presName="compositeNode" presStyleCnt="0">
        <dgm:presLayoutVars>
          <dgm:bulletEnabled val="1"/>
        </dgm:presLayoutVars>
      </dgm:prSet>
      <dgm:spPr/>
    </dgm:pt>
    <dgm:pt modelId="{0689FB66-A271-4379-A02F-4DBD0DF1B83E}" type="pres">
      <dgm:prSet presAssocID="{4A46C361-285B-4968-A058-9716B2F119EA}" presName="bgRect" presStyleLbl="alignNode1" presStyleIdx="1" presStyleCnt="4"/>
      <dgm:spPr/>
    </dgm:pt>
    <dgm:pt modelId="{09C3A5E1-B055-484B-B423-C812DFC5DAF9}" type="pres">
      <dgm:prSet presAssocID="{7DAD19CC-35F8-414C-B80B-E71B07E3F51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9F177CFE-8175-46BC-9E9B-014675111EF7}" type="pres">
      <dgm:prSet presAssocID="{4A46C361-285B-4968-A058-9716B2F119EA}" presName="nodeRect" presStyleLbl="alignNode1" presStyleIdx="1" presStyleCnt="4">
        <dgm:presLayoutVars>
          <dgm:bulletEnabled val="1"/>
        </dgm:presLayoutVars>
      </dgm:prSet>
      <dgm:spPr/>
    </dgm:pt>
    <dgm:pt modelId="{A17D8F82-9AEE-45F1-9625-37EE468C3721}" type="pres">
      <dgm:prSet presAssocID="{7DAD19CC-35F8-414C-B80B-E71B07E3F516}" presName="sibTrans" presStyleCnt="0"/>
      <dgm:spPr/>
    </dgm:pt>
    <dgm:pt modelId="{41700EB7-4E5A-4749-AC34-3D112EF6C887}" type="pres">
      <dgm:prSet presAssocID="{5F52424D-BA4F-45C2-9AC1-C240AAD14076}" presName="compositeNode" presStyleCnt="0">
        <dgm:presLayoutVars>
          <dgm:bulletEnabled val="1"/>
        </dgm:presLayoutVars>
      </dgm:prSet>
      <dgm:spPr/>
    </dgm:pt>
    <dgm:pt modelId="{440E53F4-B1B4-49AC-9133-C8779377B01E}" type="pres">
      <dgm:prSet presAssocID="{5F52424D-BA4F-45C2-9AC1-C240AAD14076}" presName="bgRect" presStyleLbl="alignNode1" presStyleIdx="2" presStyleCnt="4"/>
      <dgm:spPr/>
    </dgm:pt>
    <dgm:pt modelId="{DD3D0784-1946-41A7-818E-F959D9966CB9}" type="pres">
      <dgm:prSet presAssocID="{7917BF07-5405-455E-8CCB-72B677ECE667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AAE2184F-8745-46C4-B60E-EB4B9FC374BC}" type="pres">
      <dgm:prSet presAssocID="{5F52424D-BA4F-45C2-9AC1-C240AAD14076}" presName="nodeRect" presStyleLbl="alignNode1" presStyleIdx="2" presStyleCnt="4">
        <dgm:presLayoutVars>
          <dgm:bulletEnabled val="1"/>
        </dgm:presLayoutVars>
      </dgm:prSet>
      <dgm:spPr/>
    </dgm:pt>
    <dgm:pt modelId="{755C8FEF-BBD9-4B85-8F58-F240DF034E46}" type="pres">
      <dgm:prSet presAssocID="{7917BF07-5405-455E-8CCB-72B677ECE667}" presName="sibTrans" presStyleCnt="0"/>
      <dgm:spPr/>
    </dgm:pt>
    <dgm:pt modelId="{1568374C-8587-4DDD-897A-F97A72E3EFF2}" type="pres">
      <dgm:prSet presAssocID="{5F88619D-99D4-452B-9D9A-E1E0B67EDE1D}" presName="compositeNode" presStyleCnt="0">
        <dgm:presLayoutVars>
          <dgm:bulletEnabled val="1"/>
        </dgm:presLayoutVars>
      </dgm:prSet>
      <dgm:spPr/>
    </dgm:pt>
    <dgm:pt modelId="{86577730-B97D-4765-B584-EC6A832D761B}" type="pres">
      <dgm:prSet presAssocID="{5F88619D-99D4-452B-9D9A-E1E0B67EDE1D}" presName="bgRect" presStyleLbl="alignNode1" presStyleIdx="3" presStyleCnt="4"/>
      <dgm:spPr/>
    </dgm:pt>
    <dgm:pt modelId="{CEC40647-0C4D-4676-804D-F95C4E9560EF}" type="pres">
      <dgm:prSet presAssocID="{C596578C-D213-45CF-9E72-317CD0D87BB4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505F888B-BACB-47B8-A75B-D36FD408C414}" type="pres">
      <dgm:prSet presAssocID="{5F88619D-99D4-452B-9D9A-E1E0B67EDE1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A096604-6269-404F-9DB5-853334A89968}" type="presOf" srcId="{941B10F3-F143-4332-98AE-83424D08E55D}" destId="{52F80401-5FED-443A-9CEC-CE5B25ECF763}" srcOrd="0" destOrd="0" presId="urn:microsoft.com/office/officeart/2016/7/layout/LinearBlockProcessNumbered"/>
    <dgm:cxn modelId="{810BF111-821A-45CF-BA76-F1CB69379222}" type="presOf" srcId="{5F52424D-BA4F-45C2-9AC1-C240AAD14076}" destId="{440E53F4-B1B4-49AC-9133-C8779377B01E}" srcOrd="0" destOrd="0" presId="urn:microsoft.com/office/officeart/2016/7/layout/LinearBlockProcessNumbered"/>
    <dgm:cxn modelId="{08EC5F3B-C3B1-4EFC-88E8-2E1DA4BA1C99}" type="presOf" srcId="{2332C2BA-C2F5-4F84-8493-3D7B990656C9}" destId="{78A2B07D-4A01-4B80-B158-7AF1BA509700}" srcOrd="1" destOrd="0" presId="urn:microsoft.com/office/officeart/2016/7/layout/LinearBlockProcessNumbered"/>
    <dgm:cxn modelId="{20B83865-20BF-41BF-A117-B2D265706080}" type="presOf" srcId="{7917BF07-5405-455E-8CCB-72B677ECE667}" destId="{DD3D0784-1946-41A7-818E-F959D9966CB9}" srcOrd="0" destOrd="0" presId="urn:microsoft.com/office/officeart/2016/7/layout/LinearBlockProcessNumbered"/>
    <dgm:cxn modelId="{A89FC64D-21C0-42B0-8801-CA602A89BBDA}" type="presOf" srcId="{4A46C361-285B-4968-A058-9716B2F119EA}" destId="{0689FB66-A271-4379-A02F-4DBD0DF1B83E}" srcOrd="0" destOrd="0" presId="urn:microsoft.com/office/officeart/2016/7/layout/LinearBlockProcessNumbered"/>
    <dgm:cxn modelId="{60147777-9F01-4DB6-92FB-36432BF24E00}" srcId="{941B10F3-F143-4332-98AE-83424D08E55D}" destId="{2332C2BA-C2F5-4F84-8493-3D7B990656C9}" srcOrd="0" destOrd="0" parTransId="{6068537B-4837-4C7B-B353-96AFDD0C3EC8}" sibTransId="{DCE23BDF-567E-4347-97F9-71FB277D886D}"/>
    <dgm:cxn modelId="{6C0B5C91-472D-4E6F-ABA2-3D7DC43EDC58}" srcId="{941B10F3-F143-4332-98AE-83424D08E55D}" destId="{5F88619D-99D4-452B-9D9A-E1E0B67EDE1D}" srcOrd="3" destOrd="0" parTransId="{13459AE3-5D22-482D-8110-C1B649320D60}" sibTransId="{C596578C-D213-45CF-9E72-317CD0D87BB4}"/>
    <dgm:cxn modelId="{8471AD96-C34F-48F0-9701-C0F002CD2C5B}" type="presOf" srcId="{DCE23BDF-567E-4347-97F9-71FB277D886D}" destId="{F750BEFE-4536-41A2-904D-9DC08AF46835}" srcOrd="0" destOrd="0" presId="urn:microsoft.com/office/officeart/2016/7/layout/LinearBlockProcessNumbered"/>
    <dgm:cxn modelId="{B6491C9D-8239-4D83-A84A-6EEA8FE42BBD}" type="presOf" srcId="{C596578C-D213-45CF-9E72-317CD0D87BB4}" destId="{CEC40647-0C4D-4676-804D-F95C4E9560EF}" srcOrd="0" destOrd="0" presId="urn:microsoft.com/office/officeart/2016/7/layout/LinearBlockProcessNumbered"/>
    <dgm:cxn modelId="{7D61BA9E-AE58-4DC0-B0AA-D9B164DF1B29}" type="presOf" srcId="{5F88619D-99D4-452B-9D9A-E1E0B67EDE1D}" destId="{86577730-B97D-4765-B584-EC6A832D761B}" srcOrd="0" destOrd="0" presId="urn:microsoft.com/office/officeart/2016/7/layout/LinearBlockProcessNumbered"/>
    <dgm:cxn modelId="{E78CF7A4-CDE3-4D46-9787-1D5A881AD241}" srcId="{941B10F3-F143-4332-98AE-83424D08E55D}" destId="{5F52424D-BA4F-45C2-9AC1-C240AAD14076}" srcOrd="2" destOrd="0" parTransId="{1B0613D4-F6E1-499A-8B4D-F3D55A477376}" sibTransId="{7917BF07-5405-455E-8CCB-72B677ECE667}"/>
    <dgm:cxn modelId="{FBF422BB-A4F8-4080-A867-37FADDDC7692}" type="presOf" srcId="{7DAD19CC-35F8-414C-B80B-E71B07E3F516}" destId="{09C3A5E1-B055-484B-B423-C812DFC5DAF9}" srcOrd="0" destOrd="0" presId="urn:microsoft.com/office/officeart/2016/7/layout/LinearBlockProcessNumbered"/>
    <dgm:cxn modelId="{A485F9C0-5E75-4B0A-A15B-28D435EBC340}" type="presOf" srcId="{5F88619D-99D4-452B-9D9A-E1E0B67EDE1D}" destId="{505F888B-BACB-47B8-A75B-D36FD408C414}" srcOrd="1" destOrd="0" presId="urn:microsoft.com/office/officeart/2016/7/layout/LinearBlockProcessNumbered"/>
    <dgm:cxn modelId="{786675DC-C9E2-4BBC-A182-D353D941E5BF}" type="presOf" srcId="{4A46C361-285B-4968-A058-9716B2F119EA}" destId="{9F177CFE-8175-46BC-9E9B-014675111EF7}" srcOrd="1" destOrd="0" presId="urn:microsoft.com/office/officeart/2016/7/layout/LinearBlockProcessNumbered"/>
    <dgm:cxn modelId="{D660CDDF-6BD7-4874-AF44-AA312414669E}" type="presOf" srcId="{2332C2BA-C2F5-4F84-8493-3D7B990656C9}" destId="{684E4BE6-AC32-423A-9649-F1B0A2F9D94C}" srcOrd="0" destOrd="0" presId="urn:microsoft.com/office/officeart/2016/7/layout/LinearBlockProcessNumbered"/>
    <dgm:cxn modelId="{EB7F68F7-7E94-4C95-8BE9-29AD8C6FE741}" type="presOf" srcId="{5F52424D-BA4F-45C2-9AC1-C240AAD14076}" destId="{AAE2184F-8745-46C4-B60E-EB4B9FC374BC}" srcOrd="1" destOrd="0" presId="urn:microsoft.com/office/officeart/2016/7/layout/LinearBlockProcessNumbered"/>
    <dgm:cxn modelId="{DE6654FF-6F27-49CB-B5B6-A999464E275B}" srcId="{941B10F3-F143-4332-98AE-83424D08E55D}" destId="{4A46C361-285B-4968-A058-9716B2F119EA}" srcOrd="1" destOrd="0" parTransId="{6BE19DD5-4898-4012-8BA5-2CC97745A430}" sibTransId="{7DAD19CC-35F8-414C-B80B-E71B07E3F516}"/>
    <dgm:cxn modelId="{4EF2D4F0-0A3C-4A89-B1E3-313F548482F9}" type="presParOf" srcId="{52F80401-5FED-443A-9CEC-CE5B25ECF763}" destId="{046AA467-32A9-4956-BD83-A1818174161A}" srcOrd="0" destOrd="0" presId="urn:microsoft.com/office/officeart/2016/7/layout/LinearBlockProcessNumbered"/>
    <dgm:cxn modelId="{6E4AEE94-945A-4A7C-ADBE-CA165C2B6039}" type="presParOf" srcId="{046AA467-32A9-4956-BD83-A1818174161A}" destId="{684E4BE6-AC32-423A-9649-F1B0A2F9D94C}" srcOrd="0" destOrd="0" presId="urn:microsoft.com/office/officeart/2016/7/layout/LinearBlockProcessNumbered"/>
    <dgm:cxn modelId="{EB41336F-8405-44A5-9656-9585AF0EFA02}" type="presParOf" srcId="{046AA467-32A9-4956-BD83-A1818174161A}" destId="{F750BEFE-4536-41A2-904D-9DC08AF46835}" srcOrd="1" destOrd="0" presId="urn:microsoft.com/office/officeart/2016/7/layout/LinearBlockProcessNumbered"/>
    <dgm:cxn modelId="{329E1C3E-5AFD-44AA-B5A7-A55F21CC5F37}" type="presParOf" srcId="{046AA467-32A9-4956-BD83-A1818174161A}" destId="{78A2B07D-4A01-4B80-B158-7AF1BA509700}" srcOrd="2" destOrd="0" presId="urn:microsoft.com/office/officeart/2016/7/layout/LinearBlockProcessNumbered"/>
    <dgm:cxn modelId="{2116670B-6029-4185-925A-A3C222170C29}" type="presParOf" srcId="{52F80401-5FED-443A-9CEC-CE5B25ECF763}" destId="{17A49675-BA19-4705-A8AA-2E67ECDF86EC}" srcOrd="1" destOrd="0" presId="urn:microsoft.com/office/officeart/2016/7/layout/LinearBlockProcessNumbered"/>
    <dgm:cxn modelId="{7F827403-F78B-41F0-A7BB-6B7D64F87315}" type="presParOf" srcId="{52F80401-5FED-443A-9CEC-CE5B25ECF763}" destId="{F5EF5B7A-A2F5-4444-B4FB-06E77C69A0FA}" srcOrd="2" destOrd="0" presId="urn:microsoft.com/office/officeart/2016/7/layout/LinearBlockProcessNumbered"/>
    <dgm:cxn modelId="{76B4BEAD-DD5C-429E-82B0-806EE588057B}" type="presParOf" srcId="{F5EF5B7A-A2F5-4444-B4FB-06E77C69A0FA}" destId="{0689FB66-A271-4379-A02F-4DBD0DF1B83E}" srcOrd="0" destOrd="0" presId="urn:microsoft.com/office/officeart/2016/7/layout/LinearBlockProcessNumbered"/>
    <dgm:cxn modelId="{60827CDC-D7FC-4BDF-9BA5-0D0EB9ACBCB4}" type="presParOf" srcId="{F5EF5B7A-A2F5-4444-B4FB-06E77C69A0FA}" destId="{09C3A5E1-B055-484B-B423-C812DFC5DAF9}" srcOrd="1" destOrd="0" presId="urn:microsoft.com/office/officeart/2016/7/layout/LinearBlockProcessNumbered"/>
    <dgm:cxn modelId="{68CF870B-DD46-4863-9C2F-96A08A32D142}" type="presParOf" srcId="{F5EF5B7A-A2F5-4444-B4FB-06E77C69A0FA}" destId="{9F177CFE-8175-46BC-9E9B-014675111EF7}" srcOrd="2" destOrd="0" presId="urn:microsoft.com/office/officeart/2016/7/layout/LinearBlockProcessNumbered"/>
    <dgm:cxn modelId="{C763D44A-CE9F-4624-8F5F-78FDE935DCB0}" type="presParOf" srcId="{52F80401-5FED-443A-9CEC-CE5B25ECF763}" destId="{A17D8F82-9AEE-45F1-9625-37EE468C3721}" srcOrd="3" destOrd="0" presId="urn:microsoft.com/office/officeart/2016/7/layout/LinearBlockProcessNumbered"/>
    <dgm:cxn modelId="{2DC09F27-0ECC-4AB3-9B55-613113A07605}" type="presParOf" srcId="{52F80401-5FED-443A-9CEC-CE5B25ECF763}" destId="{41700EB7-4E5A-4749-AC34-3D112EF6C887}" srcOrd="4" destOrd="0" presId="urn:microsoft.com/office/officeart/2016/7/layout/LinearBlockProcessNumbered"/>
    <dgm:cxn modelId="{64D2F52C-FA19-49AD-B94E-8A158F436476}" type="presParOf" srcId="{41700EB7-4E5A-4749-AC34-3D112EF6C887}" destId="{440E53F4-B1B4-49AC-9133-C8779377B01E}" srcOrd="0" destOrd="0" presId="urn:microsoft.com/office/officeart/2016/7/layout/LinearBlockProcessNumbered"/>
    <dgm:cxn modelId="{F05FA860-992E-4350-8839-88DA558E55A1}" type="presParOf" srcId="{41700EB7-4E5A-4749-AC34-3D112EF6C887}" destId="{DD3D0784-1946-41A7-818E-F959D9966CB9}" srcOrd="1" destOrd="0" presId="urn:microsoft.com/office/officeart/2016/7/layout/LinearBlockProcessNumbered"/>
    <dgm:cxn modelId="{696DDD1C-B1D9-4B53-AC84-35BFC563A637}" type="presParOf" srcId="{41700EB7-4E5A-4749-AC34-3D112EF6C887}" destId="{AAE2184F-8745-46C4-B60E-EB4B9FC374BC}" srcOrd="2" destOrd="0" presId="urn:microsoft.com/office/officeart/2016/7/layout/LinearBlockProcessNumbered"/>
    <dgm:cxn modelId="{1BC1346B-50B6-4B43-B1C9-5D3127597E22}" type="presParOf" srcId="{52F80401-5FED-443A-9CEC-CE5B25ECF763}" destId="{755C8FEF-BBD9-4B85-8F58-F240DF034E46}" srcOrd="5" destOrd="0" presId="urn:microsoft.com/office/officeart/2016/7/layout/LinearBlockProcessNumbered"/>
    <dgm:cxn modelId="{5CC0F332-BDAC-40F4-9B9C-00F4DD1FE5C7}" type="presParOf" srcId="{52F80401-5FED-443A-9CEC-CE5B25ECF763}" destId="{1568374C-8587-4DDD-897A-F97A72E3EFF2}" srcOrd="6" destOrd="0" presId="urn:microsoft.com/office/officeart/2016/7/layout/LinearBlockProcessNumbered"/>
    <dgm:cxn modelId="{DFFABB10-7244-42C7-A3B4-76ACF38EA565}" type="presParOf" srcId="{1568374C-8587-4DDD-897A-F97A72E3EFF2}" destId="{86577730-B97D-4765-B584-EC6A832D761B}" srcOrd="0" destOrd="0" presId="urn:microsoft.com/office/officeart/2016/7/layout/LinearBlockProcessNumbered"/>
    <dgm:cxn modelId="{78EF10FB-5FD1-4059-9EE5-CEC46132E819}" type="presParOf" srcId="{1568374C-8587-4DDD-897A-F97A72E3EFF2}" destId="{CEC40647-0C4D-4676-804D-F95C4E9560EF}" srcOrd="1" destOrd="0" presId="urn:microsoft.com/office/officeart/2016/7/layout/LinearBlockProcessNumbered"/>
    <dgm:cxn modelId="{82F952CD-6BD9-44DE-A28C-08C25ACE17B4}" type="presParOf" srcId="{1568374C-8587-4DDD-897A-F97A72E3EFF2}" destId="{505F888B-BACB-47B8-A75B-D36FD408C41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D662B7-787A-4CD9-9A32-6134AD6FE506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E17924-ECC6-4A30-AB8C-3FABE3583189}">
      <dgm:prSet/>
      <dgm:spPr/>
      <dgm:t>
        <a:bodyPr/>
        <a:lstStyle/>
        <a:p>
          <a:r>
            <a:rPr lang="en-US" dirty="0"/>
            <a:t>The cloud is built </a:t>
          </a:r>
          <a:r>
            <a:rPr lang="en-US" b="0" dirty="0"/>
            <a:t>for just one organization</a:t>
          </a:r>
          <a:r>
            <a:rPr lang="en-US" dirty="0"/>
            <a:t>.</a:t>
          </a:r>
        </a:p>
      </dgm:t>
    </dgm:pt>
    <dgm:pt modelId="{30B38A32-0186-472B-9F20-C2BC6915507B}" type="parTrans" cxnId="{A6E6E06A-AAF2-4428-BB8E-A78C81E9DD5E}">
      <dgm:prSet/>
      <dgm:spPr/>
      <dgm:t>
        <a:bodyPr/>
        <a:lstStyle/>
        <a:p>
          <a:endParaRPr lang="en-US"/>
        </a:p>
      </dgm:t>
    </dgm:pt>
    <dgm:pt modelId="{6C61D15A-1E8B-48AC-87BF-E11A09E37449}" type="sibTrans" cxnId="{A6E6E06A-AAF2-4428-BB8E-A78C81E9DD5E}">
      <dgm:prSet/>
      <dgm:spPr/>
      <dgm:t>
        <a:bodyPr/>
        <a:lstStyle/>
        <a:p>
          <a:endParaRPr lang="en-US"/>
        </a:p>
      </dgm:t>
    </dgm:pt>
    <dgm:pt modelId="{4E0110DA-81C7-470C-B8B3-95BF9A555553}">
      <dgm:prSet/>
      <dgm:spPr/>
      <dgm:t>
        <a:bodyPr/>
        <a:lstStyle/>
        <a:p>
          <a:r>
            <a:rPr lang="en-US" dirty="0"/>
            <a:t>Resources (servers, storage, software) are </a:t>
          </a:r>
          <a:r>
            <a:rPr lang="en-US" b="0" dirty="0"/>
            <a:t>not shared.</a:t>
          </a:r>
        </a:p>
      </dgm:t>
    </dgm:pt>
    <dgm:pt modelId="{A5A5EDC5-CFF1-4367-91EA-8DDE506859E8}" type="parTrans" cxnId="{CB2DAEC3-1129-4086-9DF7-E69B8E1F5E6D}">
      <dgm:prSet/>
      <dgm:spPr/>
      <dgm:t>
        <a:bodyPr/>
        <a:lstStyle/>
        <a:p>
          <a:endParaRPr lang="en-US"/>
        </a:p>
      </dgm:t>
    </dgm:pt>
    <dgm:pt modelId="{8BC5A889-7E97-49F4-859A-AC3446915C0D}" type="sibTrans" cxnId="{CB2DAEC3-1129-4086-9DF7-E69B8E1F5E6D}">
      <dgm:prSet/>
      <dgm:spPr/>
      <dgm:t>
        <a:bodyPr/>
        <a:lstStyle/>
        <a:p>
          <a:endParaRPr lang="en-US"/>
        </a:p>
      </dgm:t>
    </dgm:pt>
    <dgm:pt modelId="{B7143A16-1A0F-4100-A909-020685FF5849}">
      <dgm:prSet/>
      <dgm:spPr/>
      <dgm:t>
        <a:bodyPr/>
        <a:lstStyle/>
        <a:p>
          <a:r>
            <a:rPr lang="en-US" b="0" dirty="0"/>
            <a:t>Your IT team (or a trusted provider) sets up and manages the system.</a:t>
          </a:r>
        </a:p>
      </dgm:t>
    </dgm:pt>
    <dgm:pt modelId="{13C3899B-5616-493B-BA9E-AA77A2AB6C85}" type="parTrans" cxnId="{86C6667B-D8B3-4B4F-8EA6-E8C071DE86C0}">
      <dgm:prSet/>
      <dgm:spPr/>
      <dgm:t>
        <a:bodyPr/>
        <a:lstStyle/>
        <a:p>
          <a:endParaRPr lang="en-US"/>
        </a:p>
      </dgm:t>
    </dgm:pt>
    <dgm:pt modelId="{6F51A6C4-C4AB-4282-9F1E-A4586B86A5B0}" type="sibTrans" cxnId="{86C6667B-D8B3-4B4F-8EA6-E8C071DE86C0}">
      <dgm:prSet/>
      <dgm:spPr/>
      <dgm:t>
        <a:bodyPr/>
        <a:lstStyle/>
        <a:p>
          <a:endParaRPr lang="en-US"/>
        </a:p>
      </dgm:t>
    </dgm:pt>
    <dgm:pt modelId="{D8DE4F03-B9D6-479E-9227-2E6E8B36F564}" type="pres">
      <dgm:prSet presAssocID="{55D662B7-787A-4CD9-9A32-6134AD6FE506}" presName="Name0" presStyleCnt="0">
        <dgm:presLayoutVars>
          <dgm:dir/>
          <dgm:animLvl val="lvl"/>
          <dgm:resizeHandles val="exact"/>
        </dgm:presLayoutVars>
      </dgm:prSet>
      <dgm:spPr/>
    </dgm:pt>
    <dgm:pt modelId="{F0CEACEB-E1B6-4CA2-BB3C-48E9F3ACFCF2}" type="pres">
      <dgm:prSet presAssocID="{B7143A16-1A0F-4100-A909-020685FF5849}" presName="boxAndChildren" presStyleCnt="0"/>
      <dgm:spPr/>
    </dgm:pt>
    <dgm:pt modelId="{A9EA5CE2-8D7F-492D-BE74-38066CE7B0C9}" type="pres">
      <dgm:prSet presAssocID="{B7143A16-1A0F-4100-A909-020685FF5849}" presName="parentTextBox" presStyleLbl="node1" presStyleIdx="0" presStyleCnt="3"/>
      <dgm:spPr/>
    </dgm:pt>
    <dgm:pt modelId="{0ED13563-0125-49EE-9C03-84A847364432}" type="pres">
      <dgm:prSet presAssocID="{8BC5A889-7E97-49F4-859A-AC3446915C0D}" presName="sp" presStyleCnt="0"/>
      <dgm:spPr/>
    </dgm:pt>
    <dgm:pt modelId="{2FB289CD-1436-4334-8ED9-E0BA9AF1328F}" type="pres">
      <dgm:prSet presAssocID="{4E0110DA-81C7-470C-B8B3-95BF9A555553}" presName="arrowAndChildren" presStyleCnt="0"/>
      <dgm:spPr/>
    </dgm:pt>
    <dgm:pt modelId="{FED3CFF5-20A5-4F04-9A9A-6E9F97B18989}" type="pres">
      <dgm:prSet presAssocID="{4E0110DA-81C7-470C-B8B3-95BF9A555553}" presName="parentTextArrow" presStyleLbl="node1" presStyleIdx="1" presStyleCnt="3"/>
      <dgm:spPr/>
    </dgm:pt>
    <dgm:pt modelId="{A73F6D2E-D48A-4FF8-AAC6-677F6C3BF29D}" type="pres">
      <dgm:prSet presAssocID="{6C61D15A-1E8B-48AC-87BF-E11A09E37449}" presName="sp" presStyleCnt="0"/>
      <dgm:spPr/>
    </dgm:pt>
    <dgm:pt modelId="{411D9404-E01F-4DBD-8DA6-FB6EC19232C6}" type="pres">
      <dgm:prSet presAssocID="{83E17924-ECC6-4A30-AB8C-3FABE3583189}" presName="arrowAndChildren" presStyleCnt="0"/>
      <dgm:spPr/>
    </dgm:pt>
    <dgm:pt modelId="{3D3AA78E-E478-40A7-9385-6C2C7AE90881}" type="pres">
      <dgm:prSet presAssocID="{83E17924-ECC6-4A30-AB8C-3FABE3583189}" presName="parentTextArrow" presStyleLbl="node1" presStyleIdx="2" presStyleCnt="3"/>
      <dgm:spPr/>
    </dgm:pt>
  </dgm:ptLst>
  <dgm:cxnLst>
    <dgm:cxn modelId="{08C25469-4D06-48AA-A6BF-DBFC7810AE9E}" type="presOf" srcId="{55D662B7-787A-4CD9-9A32-6134AD6FE506}" destId="{D8DE4F03-B9D6-479E-9227-2E6E8B36F564}" srcOrd="0" destOrd="0" presId="urn:microsoft.com/office/officeart/2005/8/layout/process4"/>
    <dgm:cxn modelId="{A6E6E06A-AAF2-4428-BB8E-A78C81E9DD5E}" srcId="{55D662B7-787A-4CD9-9A32-6134AD6FE506}" destId="{83E17924-ECC6-4A30-AB8C-3FABE3583189}" srcOrd="0" destOrd="0" parTransId="{30B38A32-0186-472B-9F20-C2BC6915507B}" sibTransId="{6C61D15A-1E8B-48AC-87BF-E11A09E37449}"/>
    <dgm:cxn modelId="{86C6667B-D8B3-4B4F-8EA6-E8C071DE86C0}" srcId="{55D662B7-787A-4CD9-9A32-6134AD6FE506}" destId="{B7143A16-1A0F-4100-A909-020685FF5849}" srcOrd="2" destOrd="0" parTransId="{13C3899B-5616-493B-BA9E-AA77A2AB6C85}" sibTransId="{6F51A6C4-C4AB-4282-9F1E-A4586B86A5B0}"/>
    <dgm:cxn modelId="{4FB414AA-41F1-47E7-9167-E76E8CA614E2}" type="presOf" srcId="{B7143A16-1A0F-4100-A909-020685FF5849}" destId="{A9EA5CE2-8D7F-492D-BE74-38066CE7B0C9}" srcOrd="0" destOrd="0" presId="urn:microsoft.com/office/officeart/2005/8/layout/process4"/>
    <dgm:cxn modelId="{1BB97EAA-A919-412A-B1CA-A9291DC7BD48}" type="presOf" srcId="{83E17924-ECC6-4A30-AB8C-3FABE3583189}" destId="{3D3AA78E-E478-40A7-9385-6C2C7AE90881}" srcOrd="0" destOrd="0" presId="urn:microsoft.com/office/officeart/2005/8/layout/process4"/>
    <dgm:cxn modelId="{CB2DAEC3-1129-4086-9DF7-E69B8E1F5E6D}" srcId="{55D662B7-787A-4CD9-9A32-6134AD6FE506}" destId="{4E0110DA-81C7-470C-B8B3-95BF9A555553}" srcOrd="1" destOrd="0" parTransId="{A5A5EDC5-CFF1-4367-91EA-8DDE506859E8}" sibTransId="{8BC5A889-7E97-49F4-859A-AC3446915C0D}"/>
    <dgm:cxn modelId="{8807BEF2-59D9-4AF9-A2A9-D3F28D87069F}" type="presOf" srcId="{4E0110DA-81C7-470C-B8B3-95BF9A555553}" destId="{FED3CFF5-20A5-4F04-9A9A-6E9F97B18989}" srcOrd="0" destOrd="0" presId="urn:microsoft.com/office/officeart/2005/8/layout/process4"/>
    <dgm:cxn modelId="{579EC8C0-64D8-43B0-8DF3-6686E599A768}" type="presParOf" srcId="{D8DE4F03-B9D6-479E-9227-2E6E8B36F564}" destId="{F0CEACEB-E1B6-4CA2-BB3C-48E9F3ACFCF2}" srcOrd="0" destOrd="0" presId="urn:microsoft.com/office/officeart/2005/8/layout/process4"/>
    <dgm:cxn modelId="{D9F1FF97-11D4-4B8F-94BC-4A3384CDE7F7}" type="presParOf" srcId="{F0CEACEB-E1B6-4CA2-BB3C-48E9F3ACFCF2}" destId="{A9EA5CE2-8D7F-492D-BE74-38066CE7B0C9}" srcOrd="0" destOrd="0" presId="urn:microsoft.com/office/officeart/2005/8/layout/process4"/>
    <dgm:cxn modelId="{36C36553-785B-4688-A1B6-EACEC05AB75E}" type="presParOf" srcId="{D8DE4F03-B9D6-479E-9227-2E6E8B36F564}" destId="{0ED13563-0125-49EE-9C03-84A847364432}" srcOrd="1" destOrd="0" presId="urn:microsoft.com/office/officeart/2005/8/layout/process4"/>
    <dgm:cxn modelId="{BF5F45F1-EAAF-4D37-B3B7-575283473A81}" type="presParOf" srcId="{D8DE4F03-B9D6-479E-9227-2E6E8B36F564}" destId="{2FB289CD-1436-4334-8ED9-E0BA9AF1328F}" srcOrd="2" destOrd="0" presId="urn:microsoft.com/office/officeart/2005/8/layout/process4"/>
    <dgm:cxn modelId="{83670802-AB2F-4A94-A585-9106C313E0D1}" type="presParOf" srcId="{2FB289CD-1436-4334-8ED9-E0BA9AF1328F}" destId="{FED3CFF5-20A5-4F04-9A9A-6E9F97B18989}" srcOrd="0" destOrd="0" presId="urn:microsoft.com/office/officeart/2005/8/layout/process4"/>
    <dgm:cxn modelId="{2C4E3255-8B38-4894-964A-6B7C826E9A0C}" type="presParOf" srcId="{D8DE4F03-B9D6-479E-9227-2E6E8B36F564}" destId="{A73F6D2E-D48A-4FF8-AAC6-677F6C3BF29D}" srcOrd="3" destOrd="0" presId="urn:microsoft.com/office/officeart/2005/8/layout/process4"/>
    <dgm:cxn modelId="{99B37963-249C-428B-B731-2044015F8C07}" type="presParOf" srcId="{D8DE4F03-B9D6-479E-9227-2E6E8B36F564}" destId="{411D9404-E01F-4DBD-8DA6-FB6EC19232C6}" srcOrd="4" destOrd="0" presId="urn:microsoft.com/office/officeart/2005/8/layout/process4"/>
    <dgm:cxn modelId="{2DEDB8A3-D7CC-4D2C-B945-E2ACDE03621A}" type="presParOf" srcId="{411D9404-E01F-4DBD-8DA6-FB6EC19232C6}" destId="{3D3AA78E-E478-40A7-9385-6C2C7AE9088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B597D6-A408-45E6-BB32-F9BB7DBF1E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B81C56-B9E4-44B1-88A4-C843EC9E88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university wants to keep student records, exam data, and research secure and private.</a:t>
          </a:r>
        </a:p>
      </dgm:t>
    </dgm:pt>
    <dgm:pt modelId="{6ABA41F1-2895-4D78-8AAC-195598760789}" type="parTrans" cxnId="{C4CDCD7F-CCD8-4F58-B7E4-976752DDD0C6}">
      <dgm:prSet/>
      <dgm:spPr/>
      <dgm:t>
        <a:bodyPr/>
        <a:lstStyle/>
        <a:p>
          <a:endParaRPr lang="en-US"/>
        </a:p>
      </dgm:t>
    </dgm:pt>
    <dgm:pt modelId="{1CD2B2EE-8A2A-49FA-88A2-03EE7DAADA33}" type="sibTrans" cxnId="{C4CDCD7F-CCD8-4F58-B7E4-976752DDD0C6}">
      <dgm:prSet/>
      <dgm:spPr/>
      <dgm:t>
        <a:bodyPr/>
        <a:lstStyle/>
        <a:p>
          <a:endParaRPr lang="en-US"/>
        </a:p>
      </dgm:t>
    </dgm:pt>
    <dgm:pt modelId="{63B8865C-B108-40FD-B27F-2BA87AC728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set up a private cloud that only their staff can access.</a:t>
          </a:r>
        </a:p>
      </dgm:t>
    </dgm:pt>
    <dgm:pt modelId="{E64D948A-6858-41E0-B293-99109FA43C13}" type="parTrans" cxnId="{873BCC52-7757-4C70-AD3B-5EC9D3731732}">
      <dgm:prSet/>
      <dgm:spPr/>
      <dgm:t>
        <a:bodyPr/>
        <a:lstStyle/>
        <a:p>
          <a:endParaRPr lang="en-US"/>
        </a:p>
      </dgm:t>
    </dgm:pt>
    <dgm:pt modelId="{5FEEBE4E-76A5-4A1E-8F1A-B4181D10AAC8}" type="sibTrans" cxnId="{873BCC52-7757-4C70-AD3B-5EC9D3731732}">
      <dgm:prSet/>
      <dgm:spPr/>
      <dgm:t>
        <a:bodyPr/>
        <a:lstStyle/>
        <a:p>
          <a:endParaRPr lang="en-US"/>
        </a:p>
      </dgm:t>
    </dgm:pt>
    <dgm:pt modelId="{B69F8AA6-24F1-4ACB-80A5-AF1DA59053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helps them meet education privacy laws and ensures full control over how data is used.</a:t>
          </a:r>
        </a:p>
      </dgm:t>
    </dgm:pt>
    <dgm:pt modelId="{FD81DC82-B408-4A0A-B7B5-AE389C70C585}" type="parTrans" cxnId="{6808B51A-BF0F-410A-B755-EB4A682385FB}">
      <dgm:prSet/>
      <dgm:spPr/>
      <dgm:t>
        <a:bodyPr/>
        <a:lstStyle/>
        <a:p>
          <a:endParaRPr lang="en-US"/>
        </a:p>
      </dgm:t>
    </dgm:pt>
    <dgm:pt modelId="{5AB42307-2F69-4A19-A603-4E3C8095D508}" type="sibTrans" cxnId="{6808B51A-BF0F-410A-B755-EB4A682385FB}">
      <dgm:prSet/>
      <dgm:spPr/>
      <dgm:t>
        <a:bodyPr/>
        <a:lstStyle/>
        <a:p>
          <a:endParaRPr lang="en-US"/>
        </a:p>
      </dgm:t>
    </dgm:pt>
    <dgm:pt modelId="{2720913A-2134-4E2C-ACBA-10EEF9A0147C}" type="pres">
      <dgm:prSet presAssocID="{94B597D6-A408-45E6-BB32-F9BB7DBF1E6A}" presName="root" presStyleCnt="0">
        <dgm:presLayoutVars>
          <dgm:dir/>
          <dgm:resizeHandles val="exact"/>
        </dgm:presLayoutVars>
      </dgm:prSet>
      <dgm:spPr/>
    </dgm:pt>
    <dgm:pt modelId="{AC0884DA-E758-4742-B9C8-279224B4765F}" type="pres">
      <dgm:prSet presAssocID="{DCB81C56-B9E4-44B1-88A4-C843EC9E88FD}" presName="compNode" presStyleCnt="0"/>
      <dgm:spPr/>
    </dgm:pt>
    <dgm:pt modelId="{3105214B-6134-4B38-9F69-3D17DA3F18BB}" type="pres">
      <dgm:prSet presAssocID="{DCB81C56-B9E4-44B1-88A4-C843EC9E88FD}" presName="bgRect" presStyleLbl="bgShp" presStyleIdx="0" presStyleCnt="3"/>
      <dgm:spPr/>
    </dgm:pt>
    <dgm:pt modelId="{134BB0AC-9F26-45CB-A269-02BD8C84D239}" type="pres">
      <dgm:prSet presAssocID="{DCB81C56-B9E4-44B1-88A4-C843EC9E88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E3B3E70F-3E40-4B09-A79E-4E090B919FF7}" type="pres">
      <dgm:prSet presAssocID="{DCB81C56-B9E4-44B1-88A4-C843EC9E88FD}" presName="spaceRect" presStyleCnt="0"/>
      <dgm:spPr/>
    </dgm:pt>
    <dgm:pt modelId="{2625618B-B715-4919-9A8A-0E5B711E3C2A}" type="pres">
      <dgm:prSet presAssocID="{DCB81C56-B9E4-44B1-88A4-C843EC9E88FD}" presName="parTx" presStyleLbl="revTx" presStyleIdx="0" presStyleCnt="3">
        <dgm:presLayoutVars>
          <dgm:chMax val="0"/>
          <dgm:chPref val="0"/>
        </dgm:presLayoutVars>
      </dgm:prSet>
      <dgm:spPr/>
    </dgm:pt>
    <dgm:pt modelId="{E482B052-62B6-4E4E-892E-3008530F336F}" type="pres">
      <dgm:prSet presAssocID="{1CD2B2EE-8A2A-49FA-88A2-03EE7DAADA33}" presName="sibTrans" presStyleCnt="0"/>
      <dgm:spPr/>
    </dgm:pt>
    <dgm:pt modelId="{6344ED84-D457-48AE-A5A4-B98DDA705D27}" type="pres">
      <dgm:prSet presAssocID="{63B8865C-B108-40FD-B27F-2BA87AC72810}" presName="compNode" presStyleCnt="0"/>
      <dgm:spPr/>
    </dgm:pt>
    <dgm:pt modelId="{CE4C1B18-7D7B-4470-902E-669AB4897DAE}" type="pres">
      <dgm:prSet presAssocID="{63B8865C-B108-40FD-B27F-2BA87AC72810}" presName="bgRect" presStyleLbl="bgShp" presStyleIdx="1" presStyleCnt="3"/>
      <dgm:spPr/>
    </dgm:pt>
    <dgm:pt modelId="{5F082E57-F857-4047-B8AA-8A59E0E5C182}" type="pres">
      <dgm:prSet presAssocID="{63B8865C-B108-40FD-B27F-2BA87AC728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BB4FAC9-9F40-4FC0-AEE6-00A070D5974C}" type="pres">
      <dgm:prSet presAssocID="{63B8865C-B108-40FD-B27F-2BA87AC72810}" presName="spaceRect" presStyleCnt="0"/>
      <dgm:spPr/>
    </dgm:pt>
    <dgm:pt modelId="{06394516-F9F0-4E08-803D-AB64EF3A8D4C}" type="pres">
      <dgm:prSet presAssocID="{63B8865C-B108-40FD-B27F-2BA87AC72810}" presName="parTx" presStyleLbl="revTx" presStyleIdx="1" presStyleCnt="3">
        <dgm:presLayoutVars>
          <dgm:chMax val="0"/>
          <dgm:chPref val="0"/>
        </dgm:presLayoutVars>
      </dgm:prSet>
      <dgm:spPr/>
    </dgm:pt>
    <dgm:pt modelId="{0E2BAE1C-84D5-4506-A877-B9171607B35B}" type="pres">
      <dgm:prSet presAssocID="{5FEEBE4E-76A5-4A1E-8F1A-B4181D10AAC8}" presName="sibTrans" presStyleCnt="0"/>
      <dgm:spPr/>
    </dgm:pt>
    <dgm:pt modelId="{77FD2535-14F5-4ED7-9926-A5235932AEB8}" type="pres">
      <dgm:prSet presAssocID="{B69F8AA6-24F1-4ACB-80A5-AF1DA5905336}" presName="compNode" presStyleCnt="0"/>
      <dgm:spPr/>
    </dgm:pt>
    <dgm:pt modelId="{2293667C-4C57-46B2-A1F8-1E1921C1561B}" type="pres">
      <dgm:prSet presAssocID="{B69F8AA6-24F1-4ACB-80A5-AF1DA5905336}" presName="bgRect" presStyleLbl="bgShp" presStyleIdx="2" presStyleCnt="3"/>
      <dgm:spPr/>
    </dgm:pt>
    <dgm:pt modelId="{342B8AE8-0E3B-410D-87C8-EECD996EA517}" type="pres">
      <dgm:prSet presAssocID="{B69F8AA6-24F1-4ACB-80A5-AF1DA59053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770BA415-B729-4F9F-AE02-51BD45DCE48D}" type="pres">
      <dgm:prSet presAssocID="{B69F8AA6-24F1-4ACB-80A5-AF1DA5905336}" presName="spaceRect" presStyleCnt="0"/>
      <dgm:spPr/>
    </dgm:pt>
    <dgm:pt modelId="{BFF0355B-7A06-4D55-91E4-298E3AD6BD1B}" type="pres">
      <dgm:prSet presAssocID="{B69F8AA6-24F1-4ACB-80A5-AF1DA59053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808B51A-BF0F-410A-B755-EB4A682385FB}" srcId="{94B597D6-A408-45E6-BB32-F9BB7DBF1E6A}" destId="{B69F8AA6-24F1-4ACB-80A5-AF1DA5905336}" srcOrd="2" destOrd="0" parTransId="{FD81DC82-B408-4A0A-B7B5-AE389C70C585}" sibTransId="{5AB42307-2F69-4A19-A603-4E3C8095D508}"/>
    <dgm:cxn modelId="{B61ECA33-9919-495E-9DAD-87ABA7050A66}" type="presOf" srcId="{B69F8AA6-24F1-4ACB-80A5-AF1DA5905336}" destId="{BFF0355B-7A06-4D55-91E4-298E3AD6BD1B}" srcOrd="0" destOrd="0" presId="urn:microsoft.com/office/officeart/2018/2/layout/IconVerticalSolidList"/>
    <dgm:cxn modelId="{D4331147-04A0-4AE1-95EB-983637C2EC8B}" type="presOf" srcId="{63B8865C-B108-40FD-B27F-2BA87AC72810}" destId="{06394516-F9F0-4E08-803D-AB64EF3A8D4C}" srcOrd="0" destOrd="0" presId="urn:microsoft.com/office/officeart/2018/2/layout/IconVerticalSolidList"/>
    <dgm:cxn modelId="{873BCC52-7757-4C70-AD3B-5EC9D3731732}" srcId="{94B597D6-A408-45E6-BB32-F9BB7DBF1E6A}" destId="{63B8865C-B108-40FD-B27F-2BA87AC72810}" srcOrd="1" destOrd="0" parTransId="{E64D948A-6858-41E0-B293-99109FA43C13}" sibTransId="{5FEEBE4E-76A5-4A1E-8F1A-B4181D10AAC8}"/>
    <dgm:cxn modelId="{C4CDCD7F-CCD8-4F58-B7E4-976752DDD0C6}" srcId="{94B597D6-A408-45E6-BB32-F9BB7DBF1E6A}" destId="{DCB81C56-B9E4-44B1-88A4-C843EC9E88FD}" srcOrd="0" destOrd="0" parTransId="{6ABA41F1-2895-4D78-8AAC-195598760789}" sibTransId="{1CD2B2EE-8A2A-49FA-88A2-03EE7DAADA33}"/>
    <dgm:cxn modelId="{50B98FAA-A853-4AA4-95B5-A30110977A2A}" type="presOf" srcId="{DCB81C56-B9E4-44B1-88A4-C843EC9E88FD}" destId="{2625618B-B715-4919-9A8A-0E5B711E3C2A}" srcOrd="0" destOrd="0" presId="urn:microsoft.com/office/officeart/2018/2/layout/IconVerticalSolidList"/>
    <dgm:cxn modelId="{792E67B7-519F-4B41-8498-FAD995261E21}" type="presOf" srcId="{94B597D6-A408-45E6-BB32-F9BB7DBF1E6A}" destId="{2720913A-2134-4E2C-ACBA-10EEF9A0147C}" srcOrd="0" destOrd="0" presId="urn:microsoft.com/office/officeart/2018/2/layout/IconVerticalSolidList"/>
    <dgm:cxn modelId="{BA5C602A-500C-4F3F-8C8B-FAE5D0F4CE8C}" type="presParOf" srcId="{2720913A-2134-4E2C-ACBA-10EEF9A0147C}" destId="{AC0884DA-E758-4742-B9C8-279224B4765F}" srcOrd="0" destOrd="0" presId="urn:microsoft.com/office/officeart/2018/2/layout/IconVerticalSolidList"/>
    <dgm:cxn modelId="{75AD4086-9174-4695-BA30-2344DCBB45DC}" type="presParOf" srcId="{AC0884DA-E758-4742-B9C8-279224B4765F}" destId="{3105214B-6134-4B38-9F69-3D17DA3F18BB}" srcOrd="0" destOrd="0" presId="urn:microsoft.com/office/officeart/2018/2/layout/IconVerticalSolidList"/>
    <dgm:cxn modelId="{2997F0FD-1C09-436D-B7D7-7C71500105E0}" type="presParOf" srcId="{AC0884DA-E758-4742-B9C8-279224B4765F}" destId="{134BB0AC-9F26-45CB-A269-02BD8C84D239}" srcOrd="1" destOrd="0" presId="urn:microsoft.com/office/officeart/2018/2/layout/IconVerticalSolidList"/>
    <dgm:cxn modelId="{66622241-C0E2-4DA8-8175-498F2AFED357}" type="presParOf" srcId="{AC0884DA-E758-4742-B9C8-279224B4765F}" destId="{E3B3E70F-3E40-4B09-A79E-4E090B919FF7}" srcOrd="2" destOrd="0" presId="urn:microsoft.com/office/officeart/2018/2/layout/IconVerticalSolidList"/>
    <dgm:cxn modelId="{C8A08528-FA2E-4E5D-80E9-D92A6497C625}" type="presParOf" srcId="{AC0884DA-E758-4742-B9C8-279224B4765F}" destId="{2625618B-B715-4919-9A8A-0E5B711E3C2A}" srcOrd="3" destOrd="0" presId="urn:microsoft.com/office/officeart/2018/2/layout/IconVerticalSolidList"/>
    <dgm:cxn modelId="{CA0BEC0B-7C98-4843-8260-5D597AFBB93A}" type="presParOf" srcId="{2720913A-2134-4E2C-ACBA-10EEF9A0147C}" destId="{E482B052-62B6-4E4E-892E-3008530F336F}" srcOrd="1" destOrd="0" presId="urn:microsoft.com/office/officeart/2018/2/layout/IconVerticalSolidList"/>
    <dgm:cxn modelId="{4EDBFC89-81DF-4EFA-A08C-B07348E21077}" type="presParOf" srcId="{2720913A-2134-4E2C-ACBA-10EEF9A0147C}" destId="{6344ED84-D457-48AE-A5A4-B98DDA705D27}" srcOrd="2" destOrd="0" presId="urn:microsoft.com/office/officeart/2018/2/layout/IconVerticalSolidList"/>
    <dgm:cxn modelId="{6E637D98-E852-434E-9A87-901550823E1A}" type="presParOf" srcId="{6344ED84-D457-48AE-A5A4-B98DDA705D27}" destId="{CE4C1B18-7D7B-4470-902E-669AB4897DAE}" srcOrd="0" destOrd="0" presId="urn:microsoft.com/office/officeart/2018/2/layout/IconVerticalSolidList"/>
    <dgm:cxn modelId="{5A36C2E2-68F3-41AA-8300-FEC71F580226}" type="presParOf" srcId="{6344ED84-D457-48AE-A5A4-B98DDA705D27}" destId="{5F082E57-F857-4047-B8AA-8A59E0E5C182}" srcOrd="1" destOrd="0" presId="urn:microsoft.com/office/officeart/2018/2/layout/IconVerticalSolidList"/>
    <dgm:cxn modelId="{8075F12F-29F8-4859-B844-FA6C88C43F7E}" type="presParOf" srcId="{6344ED84-D457-48AE-A5A4-B98DDA705D27}" destId="{6BB4FAC9-9F40-4FC0-AEE6-00A070D5974C}" srcOrd="2" destOrd="0" presId="urn:microsoft.com/office/officeart/2018/2/layout/IconVerticalSolidList"/>
    <dgm:cxn modelId="{7908CDE5-4ABB-4A1B-BD8F-88B1A6674642}" type="presParOf" srcId="{6344ED84-D457-48AE-A5A4-B98DDA705D27}" destId="{06394516-F9F0-4E08-803D-AB64EF3A8D4C}" srcOrd="3" destOrd="0" presId="urn:microsoft.com/office/officeart/2018/2/layout/IconVerticalSolidList"/>
    <dgm:cxn modelId="{9F67127F-C499-4EF3-A88C-5538B32A9B25}" type="presParOf" srcId="{2720913A-2134-4E2C-ACBA-10EEF9A0147C}" destId="{0E2BAE1C-84D5-4506-A877-B9171607B35B}" srcOrd="3" destOrd="0" presId="urn:microsoft.com/office/officeart/2018/2/layout/IconVerticalSolidList"/>
    <dgm:cxn modelId="{E7020DEE-D314-4193-8DBC-0EA798245B96}" type="presParOf" srcId="{2720913A-2134-4E2C-ACBA-10EEF9A0147C}" destId="{77FD2535-14F5-4ED7-9926-A5235932AEB8}" srcOrd="4" destOrd="0" presId="urn:microsoft.com/office/officeart/2018/2/layout/IconVerticalSolidList"/>
    <dgm:cxn modelId="{9DFE4963-ACE3-403B-8E0B-4F494C9E3DDE}" type="presParOf" srcId="{77FD2535-14F5-4ED7-9926-A5235932AEB8}" destId="{2293667C-4C57-46B2-A1F8-1E1921C1561B}" srcOrd="0" destOrd="0" presId="urn:microsoft.com/office/officeart/2018/2/layout/IconVerticalSolidList"/>
    <dgm:cxn modelId="{ED0D949F-7D4F-49D9-AF07-A6A1BBCC358B}" type="presParOf" srcId="{77FD2535-14F5-4ED7-9926-A5235932AEB8}" destId="{342B8AE8-0E3B-410D-87C8-EECD996EA517}" srcOrd="1" destOrd="0" presId="urn:microsoft.com/office/officeart/2018/2/layout/IconVerticalSolidList"/>
    <dgm:cxn modelId="{D47659D3-B0FC-40E4-96EA-2840AA3AD958}" type="presParOf" srcId="{77FD2535-14F5-4ED7-9926-A5235932AEB8}" destId="{770BA415-B729-4F9F-AE02-51BD45DCE48D}" srcOrd="2" destOrd="0" presId="urn:microsoft.com/office/officeart/2018/2/layout/IconVerticalSolidList"/>
    <dgm:cxn modelId="{E639C521-7FC5-43B4-B6F2-C2325ED306D9}" type="presParOf" srcId="{77FD2535-14F5-4ED7-9926-A5235932AEB8}" destId="{BFF0355B-7A06-4D55-91E4-298E3AD6BD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D47E09-B0B0-4444-95F7-32171135FC2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E0E9A4-F95C-4B94-AEF5-8306EE57BFF1}">
      <dgm:prSet/>
      <dgm:spPr/>
      <dgm:t>
        <a:bodyPr/>
        <a:lstStyle/>
        <a:p>
          <a:r>
            <a:rPr lang="en-US"/>
            <a:t>A private cloud is like owning your own house:</a:t>
          </a:r>
        </a:p>
      </dgm:t>
    </dgm:pt>
    <dgm:pt modelId="{65057EF9-F3AE-4D76-8FA1-E52990DCB1DE}" type="parTrans" cxnId="{9ADFF955-C301-48F8-8AE8-1AB2F6D23B1D}">
      <dgm:prSet/>
      <dgm:spPr/>
      <dgm:t>
        <a:bodyPr/>
        <a:lstStyle/>
        <a:p>
          <a:endParaRPr lang="en-US"/>
        </a:p>
      </dgm:t>
    </dgm:pt>
    <dgm:pt modelId="{914E6F68-DEC6-4172-A02B-AEE80B7B6342}" type="sibTrans" cxnId="{9ADFF955-C301-48F8-8AE8-1AB2F6D23B1D}">
      <dgm:prSet/>
      <dgm:spPr/>
      <dgm:t>
        <a:bodyPr/>
        <a:lstStyle/>
        <a:p>
          <a:endParaRPr lang="en-US"/>
        </a:p>
      </dgm:t>
    </dgm:pt>
    <dgm:pt modelId="{03B9D281-FE7B-4456-B16A-EDF9F0538DD6}">
      <dgm:prSet/>
      <dgm:spPr/>
      <dgm:t>
        <a:bodyPr/>
        <a:lstStyle/>
        <a:p>
          <a:r>
            <a:rPr lang="en-US"/>
            <a:t>You have full control over it.</a:t>
          </a:r>
        </a:p>
      </dgm:t>
    </dgm:pt>
    <dgm:pt modelId="{0AF80435-7CB9-42FF-9BEF-01691055DE3A}" type="parTrans" cxnId="{245A1A40-AA66-487F-9A26-CDA017FD6667}">
      <dgm:prSet/>
      <dgm:spPr/>
      <dgm:t>
        <a:bodyPr/>
        <a:lstStyle/>
        <a:p>
          <a:endParaRPr lang="en-US"/>
        </a:p>
      </dgm:t>
    </dgm:pt>
    <dgm:pt modelId="{EA8A98C6-DF61-42E6-B43A-4EEBDBB591BC}" type="sibTrans" cxnId="{245A1A40-AA66-487F-9A26-CDA017FD6667}">
      <dgm:prSet/>
      <dgm:spPr/>
      <dgm:t>
        <a:bodyPr/>
        <a:lstStyle/>
        <a:p>
          <a:endParaRPr lang="en-US"/>
        </a:p>
      </dgm:t>
    </dgm:pt>
    <dgm:pt modelId="{4C645FBE-ABBB-4DE9-A533-3FEDFF81EBD9}">
      <dgm:prSet/>
      <dgm:spPr/>
      <dgm:t>
        <a:bodyPr/>
        <a:lstStyle/>
        <a:p>
          <a:r>
            <a:rPr lang="en-US"/>
            <a:t>You decide who can enter.</a:t>
          </a:r>
        </a:p>
      </dgm:t>
    </dgm:pt>
    <dgm:pt modelId="{BD775872-B324-4109-82C4-235DC5A60F54}" type="parTrans" cxnId="{A8BA5E0F-C992-40F4-BF21-635A5BC771C2}">
      <dgm:prSet/>
      <dgm:spPr/>
      <dgm:t>
        <a:bodyPr/>
        <a:lstStyle/>
        <a:p>
          <a:endParaRPr lang="en-US"/>
        </a:p>
      </dgm:t>
    </dgm:pt>
    <dgm:pt modelId="{027C11DF-D5DC-4E19-9B06-405DF866FA54}" type="sibTrans" cxnId="{A8BA5E0F-C992-40F4-BF21-635A5BC771C2}">
      <dgm:prSet/>
      <dgm:spPr/>
      <dgm:t>
        <a:bodyPr/>
        <a:lstStyle/>
        <a:p>
          <a:endParaRPr lang="en-US"/>
        </a:p>
      </dgm:t>
    </dgm:pt>
    <dgm:pt modelId="{89C6E93B-AD1A-4F78-B6F9-2774407AFB35}">
      <dgm:prSet/>
      <dgm:spPr/>
      <dgm:t>
        <a:bodyPr/>
        <a:lstStyle/>
        <a:p>
          <a:r>
            <a:rPr lang="en-US"/>
            <a:t>You can upgrade, secure, or customize it anytime.</a:t>
          </a:r>
        </a:p>
      </dgm:t>
    </dgm:pt>
    <dgm:pt modelId="{5968D6E7-2045-471E-A14F-F909C1C6CC8C}" type="parTrans" cxnId="{A90DD3D2-2312-41D4-AA43-74FB05D98743}">
      <dgm:prSet/>
      <dgm:spPr/>
      <dgm:t>
        <a:bodyPr/>
        <a:lstStyle/>
        <a:p>
          <a:endParaRPr lang="en-US"/>
        </a:p>
      </dgm:t>
    </dgm:pt>
    <dgm:pt modelId="{BD76E838-DFEF-41D5-A6CF-6A23609FBB7B}" type="sibTrans" cxnId="{A90DD3D2-2312-41D4-AA43-74FB05D98743}">
      <dgm:prSet/>
      <dgm:spPr/>
      <dgm:t>
        <a:bodyPr/>
        <a:lstStyle/>
        <a:p>
          <a:endParaRPr lang="en-US"/>
        </a:p>
      </dgm:t>
    </dgm:pt>
    <dgm:pt modelId="{7B86C80C-C59F-43A1-84F3-D8EC67E0AAE5}" type="pres">
      <dgm:prSet presAssocID="{EBD47E09-B0B0-4444-95F7-32171135FC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B1BEA1-5DAE-432F-AB70-C46D5BB99D43}" type="pres">
      <dgm:prSet presAssocID="{94E0E9A4-F95C-4B94-AEF5-8306EE57BFF1}" presName="hierRoot1" presStyleCnt="0"/>
      <dgm:spPr/>
    </dgm:pt>
    <dgm:pt modelId="{FEA564DD-36FE-4DEB-AE0B-3721ABBE1D17}" type="pres">
      <dgm:prSet presAssocID="{94E0E9A4-F95C-4B94-AEF5-8306EE57BFF1}" presName="composite" presStyleCnt="0"/>
      <dgm:spPr/>
    </dgm:pt>
    <dgm:pt modelId="{F8A7CDFA-60C3-4F5A-8BFE-B67733842A3E}" type="pres">
      <dgm:prSet presAssocID="{94E0E9A4-F95C-4B94-AEF5-8306EE57BFF1}" presName="background" presStyleLbl="node0" presStyleIdx="0" presStyleCnt="4"/>
      <dgm:spPr/>
    </dgm:pt>
    <dgm:pt modelId="{FE4CBCCB-0D8F-421C-B05E-1297B307E122}" type="pres">
      <dgm:prSet presAssocID="{94E0E9A4-F95C-4B94-AEF5-8306EE57BFF1}" presName="text" presStyleLbl="fgAcc0" presStyleIdx="0" presStyleCnt="4">
        <dgm:presLayoutVars>
          <dgm:chPref val="3"/>
        </dgm:presLayoutVars>
      </dgm:prSet>
      <dgm:spPr/>
    </dgm:pt>
    <dgm:pt modelId="{4E1E09D3-8640-419B-922F-1ABC4A9FB43E}" type="pres">
      <dgm:prSet presAssocID="{94E0E9A4-F95C-4B94-AEF5-8306EE57BFF1}" presName="hierChild2" presStyleCnt="0"/>
      <dgm:spPr/>
    </dgm:pt>
    <dgm:pt modelId="{9B4E6B9D-0BA9-4746-8E84-EF82267EAFE1}" type="pres">
      <dgm:prSet presAssocID="{03B9D281-FE7B-4456-B16A-EDF9F0538DD6}" presName="hierRoot1" presStyleCnt="0"/>
      <dgm:spPr/>
    </dgm:pt>
    <dgm:pt modelId="{155E0918-95ED-4499-B03D-205BC8A9D67D}" type="pres">
      <dgm:prSet presAssocID="{03B9D281-FE7B-4456-B16A-EDF9F0538DD6}" presName="composite" presStyleCnt="0"/>
      <dgm:spPr/>
    </dgm:pt>
    <dgm:pt modelId="{C7E785A9-A63F-4F83-9A2D-1ECCBB7A879C}" type="pres">
      <dgm:prSet presAssocID="{03B9D281-FE7B-4456-B16A-EDF9F0538DD6}" presName="background" presStyleLbl="node0" presStyleIdx="1" presStyleCnt="4"/>
      <dgm:spPr/>
    </dgm:pt>
    <dgm:pt modelId="{C59F3900-BCAD-4C5F-9D4F-81B6EF911815}" type="pres">
      <dgm:prSet presAssocID="{03B9D281-FE7B-4456-B16A-EDF9F0538DD6}" presName="text" presStyleLbl="fgAcc0" presStyleIdx="1" presStyleCnt="4">
        <dgm:presLayoutVars>
          <dgm:chPref val="3"/>
        </dgm:presLayoutVars>
      </dgm:prSet>
      <dgm:spPr/>
    </dgm:pt>
    <dgm:pt modelId="{0193B788-70E2-4A5D-81EB-D92EA771D5EC}" type="pres">
      <dgm:prSet presAssocID="{03B9D281-FE7B-4456-B16A-EDF9F0538DD6}" presName="hierChild2" presStyleCnt="0"/>
      <dgm:spPr/>
    </dgm:pt>
    <dgm:pt modelId="{3C8AEAF4-10EE-4F90-B097-73079CE984CF}" type="pres">
      <dgm:prSet presAssocID="{4C645FBE-ABBB-4DE9-A533-3FEDFF81EBD9}" presName="hierRoot1" presStyleCnt="0"/>
      <dgm:spPr/>
    </dgm:pt>
    <dgm:pt modelId="{BD6F86C7-1252-49A6-9A26-CDD717AE2ECF}" type="pres">
      <dgm:prSet presAssocID="{4C645FBE-ABBB-4DE9-A533-3FEDFF81EBD9}" presName="composite" presStyleCnt="0"/>
      <dgm:spPr/>
    </dgm:pt>
    <dgm:pt modelId="{9C67F41F-A9C0-4279-956D-4D63ACFCC3F5}" type="pres">
      <dgm:prSet presAssocID="{4C645FBE-ABBB-4DE9-A533-3FEDFF81EBD9}" presName="background" presStyleLbl="node0" presStyleIdx="2" presStyleCnt="4"/>
      <dgm:spPr/>
    </dgm:pt>
    <dgm:pt modelId="{50E0465D-CD50-449E-9D3E-4D26FFCFC1FE}" type="pres">
      <dgm:prSet presAssocID="{4C645FBE-ABBB-4DE9-A533-3FEDFF81EBD9}" presName="text" presStyleLbl="fgAcc0" presStyleIdx="2" presStyleCnt="4">
        <dgm:presLayoutVars>
          <dgm:chPref val="3"/>
        </dgm:presLayoutVars>
      </dgm:prSet>
      <dgm:spPr/>
    </dgm:pt>
    <dgm:pt modelId="{B040128B-55D4-401D-B98D-4F849B7F769F}" type="pres">
      <dgm:prSet presAssocID="{4C645FBE-ABBB-4DE9-A533-3FEDFF81EBD9}" presName="hierChild2" presStyleCnt="0"/>
      <dgm:spPr/>
    </dgm:pt>
    <dgm:pt modelId="{2183D735-286B-408C-AD1A-CB5AED2DA249}" type="pres">
      <dgm:prSet presAssocID="{89C6E93B-AD1A-4F78-B6F9-2774407AFB35}" presName="hierRoot1" presStyleCnt="0"/>
      <dgm:spPr/>
    </dgm:pt>
    <dgm:pt modelId="{89EAE4E0-AE03-4EF9-902A-5FEADA19EF3C}" type="pres">
      <dgm:prSet presAssocID="{89C6E93B-AD1A-4F78-B6F9-2774407AFB35}" presName="composite" presStyleCnt="0"/>
      <dgm:spPr/>
    </dgm:pt>
    <dgm:pt modelId="{F3794D3C-9D2B-4FB5-8F57-D37465198BE9}" type="pres">
      <dgm:prSet presAssocID="{89C6E93B-AD1A-4F78-B6F9-2774407AFB35}" presName="background" presStyleLbl="node0" presStyleIdx="3" presStyleCnt="4"/>
      <dgm:spPr/>
    </dgm:pt>
    <dgm:pt modelId="{D9FE524B-8D5D-4EBF-A142-673C9E89299E}" type="pres">
      <dgm:prSet presAssocID="{89C6E93B-AD1A-4F78-B6F9-2774407AFB35}" presName="text" presStyleLbl="fgAcc0" presStyleIdx="3" presStyleCnt="4">
        <dgm:presLayoutVars>
          <dgm:chPref val="3"/>
        </dgm:presLayoutVars>
      </dgm:prSet>
      <dgm:spPr/>
    </dgm:pt>
    <dgm:pt modelId="{88210B10-0701-4FA8-AD62-097D4F8B5FBD}" type="pres">
      <dgm:prSet presAssocID="{89C6E93B-AD1A-4F78-B6F9-2774407AFB35}" presName="hierChild2" presStyleCnt="0"/>
      <dgm:spPr/>
    </dgm:pt>
  </dgm:ptLst>
  <dgm:cxnLst>
    <dgm:cxn modelId="{A8BA5E0F-C992-40F4-BF21-635A5BC771C2}" srcId="{EBD47E09-B0B0-4444-95F7-32171135FC21}" destId="{4C645FBE-ABBB-4DE9-A533-3FEDFF81EBD9}" srcOrd="2" destOrd="0" parTransId="{BD775872-B324-4109-82C4-235DC5A60F54}" sibTransId="{027C11DF-D5DC-4E19-9B06-405DF866FA54}"/>
    <dgm:cxn modelId="{E79A1212-EE21-4304-B1F4-EC308BBC53BD}" type="presOf" srcId="{89C6E93B-AD1A-4F78-B6F9-2774407AFB35}" destId="{D9FE524B-8D5D-4EBF-A142-673C9E89299E}" srcOrd="0" destOrd="0" presId="urn:microsoft.com/office/officeart/2005/8/layout/hierarchy1"/>
    <dgm:cxn modelId="{245A1A40-AA66-487F-9A26-CDA017FD6667}" srcId="{EBD47E09-B0B0-4444-95F7-32171135FC21}" destId="{03B9D281-FE7B-4456-B16A-EDF9F0538DD6}" srcOrd="1" destOrd="0" parTransId="{0AF80435-7CB9-42FF-9BEF-01691055DE3A}" sibTransId="{EA8A98C6-DF61-42E6-B43A-4EEBDBB591BC}"/>
    <dgm:cxn modelId="{3B2EDB46-9FF4-44FF-B3B9-188D7013BC6F}" type="presOf" srcId="{4C645FBE-ABBB-4DE9-A533-3FEDFF81EBD9}" destId="{50E0465D-CD50-449E-9D3E-4D26FFCFC1FE}" srcOrd="0" destOrd="0" presId="urn:microsoft.com/office/officeart/2005/8/layout/hierarchy1"/>
    <dgm:cxn modelId="{D1D8824C-CC83-4532-9224-3094CCCCD7E3}" type="presOf" srcId="{94E0E9A4-F95C-4B94-AEF5-8306EE57BFF1}" destId="{FE4CBCCB-0D8F-421C-B05E-1297B307E122}" srcOrd="0" destOrd="0" presId="urn:microsoft.com/office/officeart/2005/8/layout/hierarchy1"/>
    <dgm:cxn modelId="{9ADFF955-C301-48F8-8AE8-1AB2F6D23B1D}" srcId="{EBD47E09-B0B0-4444-95F7-32171135FC21}" destId="{94E0E9A4-F95C-4B94-AEF5-8306EE57BFF1}" srcOrd="0" destOrd="0" parTransId="{65057EF9-F3AE-4D76-8FA1-E52990DCB1DE}" sibTransId="{914E6F68-DEC6-4172-A02B-AEE80B7B6342}"/>
    <dgm:cxn modelId="{C6033978-A49C-4510-B7DC-434C10FF653E}" type="presOf" srcId="{EBD47E09-B0B0-4444-95F7-32171135FC21}" destId="{7B86C80C-C59F-43A1-84F3-D8EC67E0AAE5}" srcOrd="0" destOrd="0" presId="urn:microsoft.com/office/officeart/2005/8/layout/hierarchy1"/>
    <dgm:cxn modelId="{A90DD3D2-2312-41D4-AA43-74FB05D98743}" srcId="{EBD47E09-B0B0-4444-95F7-32171135FC21}" destId="{89C6E93B-AD1A-4F78-B6F9-2774407AFB35}" srcOrd="3" destOrd="0" parTransId="{5968D6E7-2045-471E-A14F-F909C1C6CC8C}" sibTransId="{BD76E838-DFEF-41D5-A6CF-6A23609FBB7B}"/>
    <dgm:cxn modelId="{7B0EC4E4-8BFE-4B3A-9E66-F8DB69A6BC5B}" type="presOf" srcId="{03B9D281-FE7B-4456-B16A-EDF9F0538DD6}" destId="{C59F3900-BCAD-4C5F-9D4F-81B6EF911815}" srcOrd="0" destOrd="0" presId="urn:microsoft.com/office/officeart/2005/8/layout/hierarchy1"/>
    <dgm:cxn modelId="{96F3387A-AA0B-48CF-8D69-45D78574CC22}" type="presParOf" srcId="{7B86C80C-C59F-43A1-84F3-D8EC67E0AAE5}" destId="{15B1BEA1-5DAE-432F-AB70-C46D5BB99D43}" srcOrd="0" destOrd="0" presId="urn:microsoft.com/office/officeart/2005/8/layout/hierarchy1"/>
    <dgm:cxn modelId="{CCFFA751-9550-40DA-A195-C6F8EC04EBB1}" type="presParOf" srcId="{15B1BEA1-5DAE-432F-AB70-C46D5BB99D43}" destId="{FEA564DD-36FE-4DEB-AE0B-3721ABBE1D17}" srcOrd="0" destOrd="0" presId="urn:microsoft.com/office/officeart/2005/8/layout/hierarchy1"/>
    <dgm:cxn modelId="{948AA9C9-FB24-4CE3-B02F-D6D3DB633B99}" type="presParOf" srcId="{FEA564DD-36FE-4DEB-AE0B-3721ABBE1D17}" destId="{F8A7CDFA-60C3-4F5A-8BFE-B67733842A3E}" srcOrd="0" destOrd="0" presId="urn:microsoft.com/office/officeart/2005/8/layout/hierarchy1"/>
    <dgm:cxn modelId="{828B0A80-6233-46DD-8257-8C5A89192B44}" type="presParOf" srcId="{FEA564DD-36FE-4DEB-AE0B-3721ABBE1D17}" destId="{FE4CBCCB-0D8F-421C-B05E-1297B307E122}" srcOrd="1" destOrd="0" presId="urn:microsoft.com/office/officeart/2005/8/layout/hierarchy1"/>
    <dgm:cxn modelId="{0E9AC23E-22F8-4849-A581-98EC96089117}" type="presParOf" srcId="{15B1BEA1-5DAE-432F-AB70-C46D5BB99D43}" destId="{4E1E09D3-8640-419B-922F-1ABC4A9FB43E}" srcOrd="1" destOrd="0" presId="urn:microsoft.com/office/officeart/2005/8/layout/hierarchy1"/>
    <dgm:cxn modelId="{74296A87-3E65-4C49-973A-196766BCCCD5}" type="presParOf" srcId="{7B86C80C-C59F-43A1-84F3-D8EC67E0AAE5}" destId="{9B4E6B9D-0BA9-4746-8E84-EF82267EAFE1}" srcOrd="1" destOrd="0" presId="urn:microsoft.com/office/officeart/2005/8/layout/hierarchy1"/>
    <dgm:cxn modelId="{9D041BAF-7862-4DA2-848D-F5B5B623465E}" type="presParOf" srcId="{9B4E6B9D-0BA9-4746-8E84-EF82267EAFE1}" destId="{155E0918-95ED-4499-B03D-205BC8A9D67D}" srcOrd="0" destOrd="0" presId="urn:microsoft.com/office/officeart/2005/8/layout/hierarchy1"/>
    <dgm:cxn modelId="{07451FE8-B87C-4D77-9328-F02E99D5EA19}" type="presParOf" srcId="{155E0918-95ED-4499-B03D-205BC8A9D67D}" destId="{C7E785A9-A63F-4F83-9A2D-1ECCBB7A879C}" srcOrd="0" destOrd="0" presId="urn:microsoft.com/office/officeart/2005/8/layout/hierarchy1"/>
    <dgm:cxn modelId="{5FCABE95-FD36-4BED-9FDD-F1723EDE1320}" type="presParOf" srcId="{155E0918-95ED-4499-B03D-205BC8A9D67D}" destId="{C59F3900-BCAD-4C5F-9D4F-81B6EF911815}" srcOrd="1" destOrd="0" presId="urn:microsoft.com/office/officeart/2005/8/layout/hierarchy1"/>
    <dgm:cxn modelId="{A0CA1E98-93B9-46B6-8922-3E07EBFDE659}" type="presParOf" srcId="{9B4E6B9D-0BA9-4746-8E84-EF82267EAFE1}" destId="{0193B788-70E2-4A5D-81EB-D92EA771D5EC}" srcOrd="1" destOrd="0" presId="urn:microsoft.com/office/officeart/2005/8/layout/hierarchy1"/>
    <dgm:cxn modelId="{E4E15EA4-68F9-4D69-B498-BBB2AA966937}" type="presParOf" srcId="{7B86C80C-C59F-43A1-84F3-D8EC67E0AAE5}" destId="{3C8AEAF4-10EE-4F90-B097-73079CE984CF}" srcOrd="2" destOrd="0" presId="urn:microsoft.com/office/officeart/2005/8/layout/hierarchy1"/>
    <dgm:cxn modelId="{62AB8F8A-8803-43DF-831B-E1F2E4069C50}" type="presParOf" srcId="{3C8AEAF4-10EE-4F90-B097-73079CE984CF}" destId="{BD6F86C7-1252-49A6-9A26-CDD717AE2ECF}" srcOrd="0" destOrd="0" presId="urn:microsoft.com/office/officeart/2005/8/layout/hierarchy1"/>
    <dgm:cxn modelId="{7EACAE33-5E01-4D79-B759-C12DE4FB4C78}" type="presParOf" srcId="{BD6F86C7-1252-49A6-9A26-CDD717AE2ECF}" destId="{9C67F41F-A9C0-4279-956D-4D63ACFCC3F5}" srcOrd="0" destOrd="0" presId="urn:microsoft.com/office/officeart/2005/8/layout/hierarchy1"/>
    <dgm:cxn modelId="{A00A6FA2-853A-428A-8390-5BC1DB75CE5B}" type="presParOf" srcId="{BD6F86C7-1252-49A6-9A26-CDD717AE2ECF}" destId="{50E0465D-CD50-449E-9D3E-4D26FFCFC1FE}" srcOrd="1" destOrd="0" presId="urn:microsoft.com/office/officeart/2005/8/layout/hierarchy1"/>
    <dgm:cxn modelId="{5C83188A-08F7-4832-B5F6-767BEC57F04D}" type="presParOf" srcId="{3C8AEAF4-10EE-4F90-B097-73079CE984CF}" destId="{B040128B-55D4-401D-B98D-4F849B7F769F}" srcOrd="1" destOrd="0" presId="urn:microsoft.com/office/officeart/2005/8/layout/hierarchy1"/>
    <dgm:cxn modelId="{CC13F178-3833-49D0-B671-E1E0665DB49B}" type="presParOf" srcId="{7B86C80C-C59F-43A1-84F3-D8EC67E0AAE5}" destId="{2183D735-286B-408C-AD1A-CB5AED2DA249}" srcOrd="3" destOrd="0" presId="urn:microsoft.com/office/officeart/2005/8/layout/hierarchy1"/>
    <dgm:cxn modelId="{8DFE2AE1-E181-498A-81DC-4ACBCA48E8A0}" type="presParOf" srcId="{2183D735-286B-408C-AD1A-CB5AED2DA249}" destId="{89EAE4E0-AE03-4EF9-902A-5FEADA19EF3C}" srcOrd="0" destOrd="0" presId="urn:microsoft.com/office/officeart/2005/8/layout/hierarchy1"/>
    <dgm:cxn modelId="{4D454202-5112-419F-AAAC-DB30E8A20E6C}" type="presParOf" srcId="{89EAE4E0-AE03-4EF9-902A-5FEADA19EF3C}" destId="{F3794D3C-9D2B-4FB5-8F57-D37465198BE9}" srcOrd="0" destOrd="0" presId="urn:microsoft.com/office/officeart/2005/8/layout/hierarchy1"/>
    <dgm:cxn modelId="{655FA0CB-C1DA-4F9F-994E-6A2FC29949DB}" type="presParOf" srcId="{89EAE4E0-AE03-4EF9-902A-5FEADA19EF3C}" destId="{D9FE524B-8D5D-4EBF-A142-673C9E89299E}" srcOrd="1" destOrd="0" presId="urn:microsoft.com/office/officeart/2005/8/layout/hierarchy1"/>
    <dgm:cxn modelId="{EA7C9DE0-2694-4A46-9E9A-60137E2827F0}" type="presParOf" srcId="{2183D735-286B-408C-AD1A-CB5AED2DA249}" destId="{88210B10-0701-4FA8-AD62-097D4F8B5F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4A3F15-F988-4A51-8933-9A000FB1862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0FFB4E-69C7-4738-A538-48070D6F41FB}">
      <dgm:prSet/>
      <dgm:spPr/>
      <dgm:t>
        <a:bodyPr/>
        <a:lstStyle/>
        <a:p>
          <a:r>
            <a:rPr lang="en-US"/>
            <a:t>An organization runs secure apps (like finance or HR) in a private cloud.</a:t>
          </a:r>
        </a:p>
      </dgm:t>
    </dgm:pt>
    <dgm:pt modelId="{E6B11CC3-9D6F-4C14-9C25-131DBA070F63}" type="parTrans" cxnId="{2CC24281-72DE-45DB-8F40-EED5FF4762B6}">
      <dgm:prSet/>
      <dgm:spPr/>
      <dgm:t>
        <a:bodyPr/>
        <a:lstStyle/>
        <a:p>
          <a:endParaRPr lang="en-US"/>
        </a:p>
      </dgm:t>
    </dgm:pt>
    <dgm:pt modelId="{E83F37A3-BF71-4834-B25C-F3B26D6A56D2}" type="sibTrans" cxnId="{2CC24281-72DE-45DB-8F40-EED5FF4762B6}">
      <dgm:prSet phldrT="1" phldr="0"/>
      <dgm:spPr/>
      <dgm:t>
        <a:bodyPr/>
        <a:lstStyle/>
        <a:p>
          <a:endParaRPr lang="en-US"/>
        </a:p>
      </dgm:t>
    </dgm:pt>
    <dgm:pt modelId="{216E8339-4B19-4846-996F-7A2A756F3512}">
      <dgm:prSet/>
      <dgm:spPr/>
      <dgm:t>
        <a:bodyPr/>
        <a:lstStyle/>
        <a:p>
          <a:r>
            <a:rPr lang="en-US"/>
            <a:t>At the same time, it uses the public cloud for things like websites or customer services.</a:t>
          </a:r>
        </a:p>
      </dgm:t>
    </dgm:pt>
    <dgm:pt modelId="{E30EFA4E-7F31-4E78-9A78-23FDC2B3CFD0}" type="parTrans" cxnId="{878053C6-1AFD-4622-BDF9-7CE38F2B40DA}">
      <dgm:prSet/>
      <dgm:spPr/>
      <dgm:t>
        <a:bodyPr/>
        <a:lstStyle/>
        <a:p>
          <a:endParaRPr lang="en-US"/>
        </a:p>
      </dgm:t>
    </dgm:pt>
    <dgm:pt modelId="{05D61464-9C3E-4F18-98EF-A5227657CC52}" type="sibTrans" cxnId="{878053C6-1AFD-4622-BDF9-7CE38F2B40DA}">
      <dgm:prSet phldrT="2" phldr="0"/>
      <dgm:spPr/>
      <dgm:t>
        <a:bodyPr/>
        <a:lstStyle/>
        <a:p>
          <a:endParaRPr lang="en-US"/>
        </a:p>
      </dgm:t>
    </dgm:pt>
    <dgm:pt modelId="{59D8D013-BCD0-418F-90DC-B423E85BFB35}">
      <dgm:prSet/>
      <dgm:spPr/>
      <dgm:t>
        <a:bodyPr/>
        <a:lstStyle/>
        <a:p>
          <a:r>
            <a:rPr lang="en-US"/>
            <a:t>A secure connection allows the two clouds to communicate and share data when needed.</a:t>
          </a:r>
        </a:p>
      </dgm:t>
    </dgm:pt>
    <dgm:pt modelId="{9CAD6BCE-15E6-4688-8AEC-0AB8C26065F1}" type="parTrans" cxnId="{6C0757E7-A1FB-4E7D-BF68-06C628F0E08B}">
      <dgm:prSet/>
      <dgm:spPr/>
      <dgm:t>
        <a:bodyPr/>
        <a:lstStyle/>
        <a:p>
          <a:endParaRPr lang="en-US"/>
        </a:p>
      </dgm:t>
    </dgm:pt>
    <dgm:pt modelId="{5D822040-D8F7-405A-B9AC-2865FD0912A6}" type="sibTrans" cxnId="{6C0757E7-A1FB-4E7D-BF68-06C628F0E08B}">
      <dgm:prSet phldrT="3" phldr="0"/>
      <dgm:spPr/>
      <dgm:t>
        <a:bodyPr/>
        <a:lstStyle/>
        <a:p>
          <a:endParaRPr lang="en-US"/>
        </a:p>
      </dgm:t>
    </dgm:pt>
    <dgm:pt modelId="{B44FE6E5-0CF4-480F-A59C-508041BBA536}" type="pres">
      <dgm:prSet presAssocID="{B24A3F15-F988-4A51-8933-9A000FB186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5B5D06-965B-4823-B828-ACF6049B72A4}" type="pres">
      <dgm:prSet presAssocID="{130FFB4E-69C7-4738-A538-48070D6F41FB}" presName="hierRoot1" presStyleCnt="0"/>
      <dgm:spPr/>
    </dgm:pt>
    <dgm:pt modelId="{2E8581A1-B0C8-40C9-A6A5-3859D904A739}" type="pres">
      <dgm:prSet presAssocID="{130FFB4E-69C7-4738-A538-48070D6F41FB}" presName="composite" presStyleCnt="0"/>
      <dgm:spPr/>
    </dgm:pt>
    <dgm:pt modelId="{854CF2ED-E1C2-44F0-AA54-526A72864A17}" type="pres">
      <dgm:prSet presAssocID="{130FFB4E-69C7-4738-A538-48070D6F41FB}" presName="background" presStyleLbl="node0" presStyleIdx="0" presStyleCnt="3"/>
      <dgm:spPr/>
    </dgm:pt>
    <dgm:pt modelId="{BD450979-324C-4814-9BE9-726F8DD76516}" type="pres">
      <dgm:prSet presAssocID="{130FFB4E-69C7-4738-A538-48070D6F41FB}" presName="text" presStyleLbl="fgAcc0" presStyleIdx="0" presStyleCnt="3">
        <dgm:presLayoutVars>
          <dgm:chPref val="3"/>
        </dgm:presLayoutVars>
      </dgm:prSet>
      <dgm:spPr/>
    </dgm:pt>
    <dgm:pt modelId="{0FE23E9E-8440-4F69-B8CA-C2C2A6044640}" type="pres">
      <dgm:prSet presAssocID="{130FFB4E-69C7-4738-A538-48070D6F41FB}" presName="hierChild2" presStyleCnt="0"/>
      <dgm:spPr/>
    </dgm:pt>
    <dgm:pt modelId="{83881D02-069C-4392-911E-EE60394FABEC}" type="pres">
      <dgm:prSet presAssocID="{216E8339-4B19-4846-996F-7A2A756F3512}" presName="hierRoot1" presStyleCnt="0"/>
      <dgm:spPr/>
    </dgm:pt>
    <dgm:pt modelId="{15CEAB5E-4914-4AF4-9049-935D0ADDE62B}" type="pres">
      <dgm:prSet presAssocID="{216E8339-4B19-4846-996F-7A2A756F3512}" presName="composite" presStyleCnt="0"/>
      <dgm:spPr/>
    </dgm:pt>
    <dgm:pt modelId="{753E4AB4-1F8E-40F8-B95E-4878A047EBA9}" type="pres">
      <dgm:prSet presAssocID="{216E8339-4B19-4846-996F-7A2A756F3512}" presName="background" presStyleLbl="node0" presStyleIdx="1" presStyleCnt="3"/>
      <dgm:spPr/>
    </dgm:pt>
    <dgm:pt modelId="{EC331842-A19A-4792-82A1-A63828145F9C}" type="pres">
      <dgm:prSet presAssocID="{216E8339-4B19-4846-996F-7A2A756F3512}" presName="text" presStyleLbl="fgAcc0" presStyleIdx="1" presStyleCnt="3">
        <dgm:presLayoutVars>
          <dgm:chPref val="3"/>
        </dgm:presLayoutVars>
      </dgm:prSet>
      <dgm:spPr/>
    </dgm:pt>
    <dgm:pt modelId="{EF7BBDEA-D693-48AA-86D0-A215F83D63DF}" type="pres">
      <dgm:prSet presAssocID="{216E8339-4B19-4846-996F-7A2A756F3512}" presName="hierChild2" presStyleCnt="0"/>
      <dgm:spPr/>
    </dgm:pt>
    <dgm:pt modelId="{C2921757-DF52-4D38-95FC-8825BE36BA73}" type="pres">
      <dgm:prSet presAssocID="{59D8D013-BCD0-418F-90DC-B423E85BFB35}" presName="hierRoot1" presStyleCnt="0"/>
      <dgm:spPr/>
    </dgm:pt>
    <dgm:pt modelId="{748F8B24-51DA-49BA-A4B8-1393FF11FCA7}" type="pres">
      <dgm:prSet presAssocID="{59D8D013-BCD0-418F-90DC-B423E85BFB35}" presName="composite" presStyleCnt="0"/>
      <dgm:spPr/>
    </dgm:pt>
    <dgm:pt modelId="{2DE29765-F17C-445D-89F6-0EC14D2BA316}" type="pres">
      <dgm:prSet presAssocID="{59D8D013-BCD0-418F-90DC-B423E85BFB35}" presName="background" presStyleLbl="node0" presStyleIdx="2" presStyleCnt="3"/>
      <dgm:spPr/>
    </dgm:pt>
    <dgm:pt modelId="{8B1E7D98-835B-4834-8FE9-0EA37A435D59}" type="pres">
      <dgm:prSet presAssocID="{59D8D013-BCD0-418F-90DC-B423E85BFB35}" presName="text" presStyleLbl="fgAcc0" presStyleIdx="2" presStyleCnt="3">
        <dgm:presLayoutVars>
          <dgm:chPref val="3"/>
        </dgm:presLayoutVars>
      </dgm:prSet>
      <dgm:spPr/>
    </dgm:pt>
    <dgm:pt modelId="{0F60EF81-AE80-4049-8A53-EFC70ABD0043}" type="pres">
      <dgm:prSet presAssocID="{59D8D013-BCD0-418F-90DC-B423E85BFB35}" presName="hierChild2" presStyleCnt="0"/>
      <dgm:spPr/>
    </dgm:pt>
  </dgm:ptLst>
  <dgm:cxnLst>
    <dgm:cxn modelId="{1B4F2D65-A643-4D47-8824-3F980DAB9AD6}" type="presOf" srcId="{59D8D013-BCD0-418F-90DC-B423E85BFB35}" destId="{8B1E7D98-835B-4834-8FE9-0EA37A435D59}" srcOrd="0" destOrd="0" presId="urn:microsoft.com/office/officeart/2005/8/layout/hierarchy1"/>
    <dgm:cxn modelId="{2CC24281-72DE-45DB-8F40-EED5FF4762B6}" srcId="{B24A3F15-F988-4A51-8933-9A000FB1862C}" destId="{130FFB4E-69C7-4738-A538-48070D6F41FB}" srcOrd="0" destOrd="0" parTransId="{E6B11CC3-9D6F-4C14-9C25-131DBA070F63}" sibTransId="{E83F37A3-BF71-4834-B25C-F3B26D6A56D2}"/>
    <dgm:cxn modelId="{6C3853C1-C2D2-4A3E-8272-A9A226EB61E7}" type="presOf" srcId="{130FFB4E-69C7-4738-A538-48070D6F41FB}" destId="{BD450979-324C-4814-9BE9-726F8DD76516}" srcOrd="0" destOrd="0" presId="urn:microsoft.com/office/officeart/2005/8/layout/hierarchy1"/>
    <dgm:cxn modelId="{878053C6-1AFD-4622-BDF9-7CE38F2B40DA}" srcId="{B24A3F15-F988-4A51-8933-9A000FB1862C}" destId="{216E8339-4B19-4846-996F-7A2A756F3512}" srcOrd="1" destOrd="0" parTransId="{E30EFA4E-7F31-4E78-9A78-23FDC2B3CFD0}" sibTransId="{05D61464-9C3E-4F18-98EF-A5227657CC52}"/>
    <dgm:cxn modelId="{6C0757E7-A1FB-4E7D-BF68-06C628F0E08B}" srcId="{B24A3F15-F988-4A51-8933-9A000FB1862C}" destId="{59D8D013-BCD0-418F-90DC-B423E85BFB35}" srcOrd="2" destOrd="0" parTransId="{9CAD6BCE-15E6-4688-8AEC-0AB8C26065F1}" sibTransId="{5D822040-D8F7-405A-B9AC-2865FD0912A6}"/>
    <dgm:cxn modelId="{55C34CEA-F75A-47F1-92BC-806373B6B566}" type="presOf" srcId="{216E8339-4B19-4846-996F-7A2A756F3512}" destId="{EC331842-A19A-4792-82A1-A63828145F9C}" srcOrd="0" destOrd="0" presId="urn:microsoft.com/office/officeart/2005/8/layout/hierarchy1"/>
    <dgm:cxn modelId="{431D2CF4-7BE2-418D-B8F5-B8842ACC2BF7}" type="presOf" srcId="{B24A3F15-F988-4A51-8933-9A000FB1862C}" destId="{B44FE6E5-0CF4-480F-A59C-508041BBA536}" srcOrd="0" destOrd="0" presId="urn:microsoft.com/office/officeart/2005/8/layout/hierarchy1"/>
    <dgm:cxn modelId="{BAF0C878-9EE5-4450-BAE4-152D9A321D68}" type="presParOf" srcId="{B44FE6E5-0CF4-480F-A59C-508041BBA536}" destId="{015B5D06-965B-4823-B828-ACF6049B72A4}" srcOrd="0" destOrd="0" presId="urn:microsoft.com/office/officeart/2005/8/layout/hierarchy1"/>
    <dgm:cxn modelId="{4064800D-C599-4E00-A3EF-441A7161AC80}" type="presParOf" srcId="{015B5D06-965B-4823-B828-ACF6049B72A4}" destId="{2E8581A1-B0C8-40C9-A6A5-3859D904A739}" srcOrd="0" destOrd="0" presId="urn:microsoft.com/office/officeart/2005/8/layout/hierarchy1"/>
    <dgm:cxn modelId="{505D74CE-9820-42FF-9106-FB23CF5664BB}" type="presParOf" srcId="{2E8581A1-B0C8-40C9-A6A5-3859D904A739}" destId="{854CF2ED-E1C2-44F0-AA54-526A72864A17}" srcOrd="0" destOrd="0" presId="urn:microsoft.com/office/officeart/2005/8/layout/hierarchy1"/>
    <dgm:cxn modelId="{EE9F63DB-5A1E-4E83-84A3-2E5B87A99ACF}" type="presParOf" srcId="{2E8581A1-B0C8-40C9-A6A5-3859D904A739}" destId="{BD450979-324C-4814-9BE9-726F8DD76516}" srcOrd="1" destOrd="0" presId="urn:microsoft.com/office/officeart/2005/8/layout/hierarchy1"/>
    <dgm:cxn modelId="{656D0D0F-C754-4B7C-809A-F5697626C253}" type="presParOf" srcId="{015B5D06-965B-4823-B828-ACF6049B72A4}" destId="{0FE23E9E-8440-4F69-B8CA-C2C2A6044640}" srcOrd="1" destOrd="0" presId="urn:microsoft.com/office/officeart/2005/8/layout/hierarchy1"/>
    <dgm:cxn modelId="{C95D6C5A-F895-4C24-9744-B87B84ABC4CC}" type="presParOf" srcId="{B44FE6E5-0CF4-480F-A59C-508041BBA536}" destId="{83881D02-069C-4392-911E-EE60394FABEC}" srcOrd="1" destOrd="0" presId="urn:microsoft.com/office/officeart/2005/8/layout/hierarchy1"/>
    <dgm:cxn modelId="{E6E679CF-52C0-4648-96AE-0BAA751B6B2D}" type="presParOf" srcId="{83881D02-069C-4392-911E-EE60394FABEC}" destId="{15CEAB5E-4914-4AF4-9049-935D0ADDE62B}" srcOrd="0" destOrd="0" presId="urn:microsoft.com/office/officeart/2005/8/layout/hierarchy1"/>
    <dgm:cxn modelId="{CBCBA74F-84F6-4EC4-878B-51184AF9B10F}" type="presParOf" srcId="{15CEAB5E-4914-4AF4-9049-935D0ADDE62B}" destId="{753E4AB4-1F8E-40F8-B95E-4878A047EBA9}" srcOrd="0" destOrd="0" presId="urn:microsoft.com/office/officeart/2005/8/layout/hierarchy1"/>
    <dgm:cxn modelId="{E6261DB1-AE12-430A-B382-22AD582594C5}" type="presParOf" srcId="{15CEAB5E-4914-4AF4-9049-935D0ADDE62B}" destId="{EC331842-A19A-4792-82A1-A63828145F9C}" srcOrd="1" destOrd="0" presId="urn:microsoft.com/office/officeart/2005/8/layout/hierarchy1"/>
    <dgm:cxn modelId="{6FBFC3D8-61BB-44CC-B5DA-F68E9E4B7E2D}" type="presParOf" srcId="{83881D02-069C-4392-911E-EE60394FABEC}" destId="{EF7BBDEA-D693-48AA-86D0-A215F83D63DF}" srcOrd="1" destOrd="0" presId="urn:microsoft.com/office/officeart/2005/8/layout/hierarchy1"/>
    <dgm:cxn modelId="{CAD738F3-CF46-4963-9539-2A2BB29E68DE}" type="presParOf" srcId="{B44FE6E5-0CF4-480F-A59C-508041BBA536}" destId="{C2921757-DF52-4D38-95FC-8825BE36BA73}" srcOrd="2" destOrd="0" presId="urn:microsoft.com/office/officeart/2005/8/layout/hierarchy1"/>
    <dgm:cxn modelId="{2BDB79B6-40FB-4893-B070-7B78C2165E8D}" type="presParOf" srcId="{C2921757-DF52-4D38-95FC-8825BE36BA73}" destId="{748F8B24-51DA-49BA-A4B8-1393FF11FCA7}" srcOrd="0" destOrd="0" presId="urn:microsoft.com/office/officeart/2005/8/layout/hierarchy1"/>
    <dgm:cxn modelId="{7877EF28-25B6-4C7E-9CF4-A48D07623F60}" type="presParOf" srcId="{748F8B24-51DA-49BA-A4B8-1393FF11FCA7}" destId="{2DE29765-F17C-445D-89F6-0EC14D2BA316}" srcOrd="0" destOrd="0" presId="urn:microsoft.com/office/officeart/2005/8/layout/hierarchy1"/>
    <dgm:cxn modelId="{C5EE3F0D-1077-466C-BC2E-9A5660A6EB8F}" type="presParOf" srcId="{748F8B24-51DA-49BA-A4B8-1393FF11FCA7}" destId="{8B1E7D98-835B-4834-8FE9-0EA37A435D59}" srcOrd="1" destOrd="0" presId="urn:microsoft.com/office/officeart/2005/8/layout/hierarchy1"/>
    <dgm:cxn modelId="{CCAA4B69-4A62-43DC-BB31-586D1D447AF8}" type="presParOf" srcId="{C2921757-DF52-4D38-95FC-8825BE36BA73}" destId="{0F60EF81-AE80-4049-8A53-EFC70ABD00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09B187-09E9-424A-8CAC-A861F79E18A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CC07D8-1FE2-4848-88D9-7129A15ED7B2}">
      <dgm:prSet/>
      <dgm:spPr/>
      <dgm:t>
        <a:bodyPr/>
        <a:lstStyle/>
        <a:p>
          <a:r>
            <a:rPr lang="en-US"/>
            <a:t>A retail company stores customer payment info in a private cloud for security.</a:t>
          </a:r>
          <a:br>
            <a:rPr lang="en-US"/>
          </a:br>
          <a:r>
            <a:rPr lang="en-US"/>
            <a:t>Meanwhile, it runs its online store and promotions in the public cloud to handle high web traffic.</a:t>
          </a:r>
        </a:p>
      </dgm:t>
    </dgm:pt>
    <dgm:pt modelId="{E1E8372B-6F9E-4EE0-8280-1FDE9446B00E}" type="parTrans" cxnId="{FE4AFB11-7ECF-4069-9BFD-9A81725DA242}">
      <dgm:prSet/>
      <dgm:spPr/>
      <dgm:t>
        <a:bodyPr/>
        <a:lstStyle/>
        <a:p>
          <a:endParaRPr lang="en-US"/>
        </a:p>
      </dgm:t>
    </dgm:pt>
    <dgm:pt modelId="{8DB9D39B-D164-437B-884B-7E43F49EF824}" type="sibTrans" cxnId="{FE4AFB11-7ECF-4069-9BFD-9A81725DA242}">
      <dgm:prSet/>
      <dgm:spPr/>
      <dgm:t>
        <a:bodyPr/>
        <a:lstStyle/>
        <a:p>
          <a:endParaRPr lang="en-US"/>
        </a:p>
      </dgm:t>
    </dgm:pt>
    <dgm:pt modelId="{15ED39E7-0C80-416C-B33F-2E2421CEDA4E}">
      <dgm:prSet/>
      <dgm:spPr/>
      <dgm:t>
        <a:bodyPr/>
        <a:lstStyle/>
        <a:p>
          <a:r>
            <a:rPr lang="en-US"/>
            <a:t>If sales spike during a holiday, the public cloud scales up quickly.</a:t>
          </a:r>
          <a:br>
            <a:rPr lang="en-US"/>
          </a:br>
          <a:r>
            <a:rPr lang="en-US"/>
            <a:t>But customer data stays safe in the private cloud.</a:t>
          </a:r>
        </a:p>
      </dgm:t>
    </dgm:pt>
    <dgm:pt modelId="{3150CC83-8E8E-4507-88A2-A07E83064962}" type="parTrans" cxnId="{89390FA7-1340-4B45-A574-BC87E4C3535D}">
      <dgm:prSet/>
      <dgm:spPr/>
      <dgm:t>
        <a:bodyPr/>
        <a:lstStyle/>
        <a:p>
          <a:endParaRPr lang="en-US"/>
        </a:p>
      </dgm:t>
    </dgm:pt>
    <dgm:pt modelId="{6D591BC5-9654-4731-8123-9647A26C4C15}" type="sibTrans" cxnId="{89390FA7-1340-4B45-A574-BC87E4C3535D}">
      <dgm:prSet/>
      <dgm:spPr/>
      <dgm:t>
        <a:bodyPr/>
        <a:lstStyle/>
        <a:p>
          <a:endParaRPr lang="en-US"/>
        </a:p>
      </dgm:t>
    </dgm:pt>
    <dgm:pt modelId="{038E4FAF-AD71-4EB7-AE56-E68F5761C202}" type="pres">
      <dgm:prSet presAssocID="{F809B187-09E9-424A-8CAC-A861F79E18A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CF3B9D-D8CB-4FFF-B1A8-AC056E531BB3}" type="pres">
      <dgm:prSet presAssocID="{19CC07D8-1FE2-4848-88D9-7129A15ED7B2}" presName="hierRoot1" presStyleCnt="0"/>
      <dgm:spPr/>
    </dgm:pt>
    <dgm:pt modelId="{4B6DC3C8-2A7E-44EA-9FF9-3ACB0CFCD2E2}" type="pres">
      <dgm:prSet presAssocID="{19CC07D8-1FE2-4848-88D9-7129A15ED7B2}" presName="composite" presStyleCnt="0"/>
      <dgm:spPr/>
    </dgm:pt>
    <dgm:pt modelId="{2D79E36A-C799-4308-9239-125A87F8FA96}" type="pres">
      <dgm:prSet presAssocID="{19CC07D8-1FE2-4848-88D9-7129A15ED7B2}" presName="background" presStyleLbl="node0" presStyleIdx="0" presStyleCnt="2"/>
      <dgm:spPr/>
    </dgm:pt>
    <dgm:pt modelId="{91A69050-BCD8-48D4-B738-8AADA11AA753}" type="pres">
      <dgm:prSet presAssocID="{19CC07D8-1FE2-4848-88D9-7129A15ED7B2}" presName="text" presStyleLbl="fgAcc0" presStyleIdx="0" presStyleCnt="2">
        <dgm:presLayoutVars>
          <dgm:chPref val="3"/>
        </dgm:presLayoutVars>
      </dgm:prSet>
      <dgm:spPr/>
    </dgm:pt>
    <dgm:pt modelId="{36002820-167B-401B-96E2-886C9A1A21F4}" type="pres">
      <dgm:prSet presAssocID="{19CC07D8-1FE2-4848-88D9-7129A15ED7B2}" presName="hierChild2" presStyleCnt="0"/>
      <dgm:spPr/>
    </dgm:pt>
    <dgm:pt modelId="{8135D1AD-51A8-483E-9CAC-2AAF42377B9F}" type="pres">
      <dgm:prSet presAssocID="{15ED39E7-0C80-416C-B33F-2E2421CEDA4E}" presName="hierRoot1" presStyleCnt="0"/>
      <dgm:spPr/>
    </dgm:pt>
    <dgm:pt modelId="{8122129C-B34D-41F8-9F8E-C2729DC029A6}" type="pres">
      <dgm:prSet presAssocID="{15ED39E7-0C80-416C-B33F-2E2421CEDA4E}" presName="composite" presStyleCnt="0"/>
      <dgm:spPr/>
    </dgm:pt>
    <dgm:pt modelId="{E23CDC70-9B27-4E65-AEAD-6F50E3976BF2}" type="pres">
      <dgm:prSet presAssocID="{15ED39E7-0C80-416C-B33F-2E2421CEDA4E}" presName="background" presStyleLbl="node0" presStyleIdx="1" presStyleCnt="2"/>
      <dgm:spPr/>
    </dgm:pt>
    <dgm:pt modelId="{DD5CB4A1-B8BD-4220-A418-F7BCD6C15EFB}" type="pres">
      <dgm:prSet presAssocID="{15ED39E7-0C80-416C-B33F-2E2421CEDA4E}" presName="text" presStyleLbl="fgAcc0" presStyleIdx="1" presStyleCnt="2">
        <dgm:presLayoutVars>
          <dgm:chPref val="3"/>
        </dgm:presLayoutVars>
      </dgm:prSet>
      <dgm:spPr/>
    </dgm:pt>
    <dgm:pt modelId="{9A7C2FBC-DE95-4318-90C4-717D325506A1}" type="pres">
      <dgm:prSet presAssocID="{15ED39E7-0C80-416C-B33F-2E2421CEDA4E}" presName="hierChild2" presStyleCnt="0"/>
      <dgm:spPr/>
    </dgm:pt>
  </dgm:ptLst>
  <dgm:cxnLst>
    <dgm:cxn modelId="{FE4AFB11-7ECF-4069-9BFD-9A81725DA242}" srcId="{F809B187-09E9-424A-8CAC-A861F79E18AB}" destId="{19CC07D8-1FE2-4848-88D9-7129A15ED7B2}" srcOrd="0" destOrd="0" parTransId="{E1E8372B-6F9E-4EE0-8280-1FDE9446B00E}" sibTransId="{8DB9D39B-D164-437B-884B-7E43F49EF824}"/>
    <dgm:cxn modelId="{42D12029-8BE7-47DA-AFC2-986B5F044D5B}" type="presOf" srcId="{15ED39E7-0C80-416C-B33F-2E2421CEDA4E}" destId="{DD5CB4A1-B8BD-4220-A418-F7BCD6C15EFB}" srcOrd="0" destOrd="0" presId="urn:microsoft.com/office/officeart/2005/8/layout/hierarchy1"/>
    <dgm:cxn modelId="{9886EA2C-9A6C-4E47-A545-887A85128084}" type="presOf" srcId="{19CC07D8-1FE2-4848-88D9-7129A15ED7B2}" destId="{91A69050-BCD8-48D4-B738-8AADA11AA753}" srcOrd="0" destOrd="0" presId="urn:microsoft.com/office/officeart/2005/8/layout/hierarchy1"/>
    <dgm:cxn modelId="{C0917B31-66D8-4B23-9528-14A6FFE06BB7}" type="presOf" srcId="{F809B187-09E9-424A-8CAC-A861F79E18AB}" destId="{038E4FAF-AD71-4EB7-AE56-E68F5761C202}" srcOrd="0" destOrd="0" presId="urn:microsoft.com/office/officeart/2005/8/layout/hierarchy1"/>
    <dgm:cxn modelId="{89390FA7-1340-4B45-A574-BC87E4C3535D}" srcId="{F809B187-09E9-424A-8CAC-A861F79E18AB}" destId="{15ED39E7-0C80-416C-B33F-2E2421CEDA4E}" srcOrd="1" destOrd="0" parTransId="{3150CC83-8E8E-4507-88A2-A07E83064962}" sibTransId="{6D591BC5-9654-4731-8123-9647A26C4C15}"/>
    <dgm:cxn modelId="{DE23BAA0-C8CE-4028-9F7B-78B52C799569}" type="presParOf" srcId="{038E4FAF-AD71-4EB7-AE56-E68F5761C202}" destId="{CCCF3B9D-D8CB-4FFF-B1A8-AC056E531BB3}" srcOrd="0" destOrd="0" presId="urn:microsoft.com/office/officeart/2005/8/layout/hierarchy1"/>
    <dgm:cxn modelId="{E6A89ADF-5502-4D39-BF72-8E1AB80353B8}" type="presParOf" srcId="{CCCF3B9D-D8CB-4FFF-B1A8-AC056E531BB3}" destId="{4B6DC3C8-2A7E-44EA-9FF9-3ACB0CFCD2E2}" srcOrd="0" destOrd="0" presId="urn:microsoft.com/office/officeart/2005/8/layout/hierarchy1"/>
    <dgm:cxn modelId="{07A79782-49ED-4553-BF0E-586DADFF2632}" type="presParOf" srcId="{4B6DC3C8-2A7E-44EA-9FF9-3ACB0CFCD2E2}" destId="{2D79E36A-C799-4308-9239-125A87F8FA96}" srcOrd="0" destOrd="0" presId="urn:microsoft.com/office/officeart/2005/8/layout/hierarchy1"/>
    <dgm:cxn modelId="{366CA49E-DC6F-4069-B4B5-6646634A6DDC}" type="presParOf" srcId="{4B6DC3C8-2A7E-44EA-9FF9-3ACB0CFCD2E2}" destId="{91A69050-BCD8-48D4-B738-8AADA11AA753}" srcOrd="1" destOrd="0" presId="urn:microsoft.com/office/officeart/2005/8/layout/hierarchy1"/>
    <dgm:cxn modelId="{6AB58CEA-C704-4488-B67E-7151B758C2B4}" type="presParOf" srcId="{CCCF3B9D-D8CB-4FFF-B1A8-AC056E531BB3}" destId="{36002820-167B-401B-96E2-886C9A1A21F4}" srcOrd="1" destOrd="0" presId="urn:microsoft.com/office/officeart/2005/8/layout/hierarchy1"/>
    <dgm:cxn modelId="{292E74C7-9289-4E99-984E-7ECE030B88F2}" type="presParOf" srcId="{038E4FAF-AD71-4EB7-AE56-E68F5761C202}" destId="{8135D1AD-51A8-483E-9CAC-2AAF42377B9F}" srcOrd="1" destOrd="0" presId="urn:microsoft.com/office/officeart/2005/8/layout/hierarchy1"/>
    <dgm:cxn modelId="{477A8A77-F845-4C38-B1EC-BC96D0DBEABA}" type="presParOf" srcId="{8135D1AD-51A8-483E-9CAC-2AAF42377B9F}" destId="{8122129C-B34D-41F8-9F8E-C2729DC029A6}" srcOrd="0" destOrd="0" presId="urn:microsoft.com/office/officeart/2005/8/layout/hierarchy1"/>
    <dgm:cxn modelId="{24E5663C-1F64-47AD-9B6A-29FFB1DFCFF8}" type="presParOf" srcId="{8122129C-B34D-41F8-9F8E-C2729DC029A6}" destId="{E23CDC70-9B27-4E65-AEAD-6F50E3976BF2}" srcOrd="0" destOrd="0" presId="urn:microsoft.com/office/officeart/2005/8/layout/hierarchy1"/>
    <dgm:cxn modelId="{17630386-2ECD-4438-9B43-2EA1130EFF8F}" type="presParOf" srcId="{8122129C-B34D-41F8-9F8E-C2729DC029A6}" destId="{DD5CB4A1-B8BD-4220-A418-F7BCD6C15EFB}" srcOrd="1" destOrd="0" presId="urn:microsoft.com/office/officeart/2005/8/layout/hierarchy1"/>
    <dgm:cxn modelId="{D671324F-BCE6-4C46-8EE6-CFD1DCFBC295}" type="presParOf" srcId="{8135D1AD-51A8-483E-9CAC-2AAF42377B9F}" destId="{9A7C2FBC-DE95-4318-90C4-717D325506A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889D520-D7A4-47BE-A776-533C2138390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D457A7-2506-4073-8773-BD0660EE2E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hybrid cloud is like owning a house with extra storage rented nearby.</a:t>
          </a:r>
        </a:p>
      </dgm:t>
    </dgm:pt>
    <dgm:pt modelId="{1CBF28EA-5A7A-431A-A104-36C4384B0130}" type="parTrans" cxnId="{E178D76F-08BB-4812-90A5-5DFA53FBE5CE}">
      <dgm:prSet/>
      <dgm:spPr/>
      <dgm:t>
        <a:bodyPr/>
        <a:lstStyle/>
        <a:p>
          <a:endParaRPr lang="en-US"/>
        </a:p>
      </dgm:t>
    </dgm:pt>
    <dgm:pt modelId="{D68F4F7D-ED14-41C6-8591-0240D8684425}" type="sibTrans" cxnId="{E178D76F-08BB-4812-90A5-5DFA53FBE5C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7CE793-0E0A-4AB4-BDB1-732B657939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keep valuables at home (private cloud).</a:t>
          </a:r>
        </a:p>
      </dgm:t>
    </dgm:pt>
    <dgm:pt modelId="{E4D871D3-088A-4666-AB43-1D0B88D7C4A7}" type="parTrans" cxnId="{412805B7-C063-4CF3-ABCE-D821A7D189A5}">
      <dgm:prSet/>
      <dgm:spPr/>
      <dgm:t>
        <a:bodyPr/>
        <a:lstStyle/>
        <a:p>
          <a:endParaRPr lang="en-US"/>
        </a:p>
      </dgm:t>
    </dgm:pt>
    <dgm:pt modelId="{CC928386-1727-4C8F-956E-815E1C522B22}" type="sibTrans" cxnId="{412805B7-C063-4CF3-ABCE-D821A7D189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6BA985D-EB99-4804-BBEC-D709EB0DDA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use the rented storage (public cloud) when you have extra stuff or guests.</a:t>
          </a:r>
        </a:p>
      </dgm:t>
    </dgm:pt>
    <dgm:pt modelId="{5A80321F-A4C3-49EF-8FEF-E8FD04971AA1}" type="parTrans" cxnId="{180CB847-B9D3-4655-A02B-9ABF40BE9558}">
      <dgm:prSet/>
      <dgm:spPr/>
      <dgm:t>
        <a:bodyPr/>
        <a:lstStyle/>
        <a:p>
          <a:endParaRPr lang="en-US"/>
        </a:p>
      </dgm:t>
    </dgm:pt>
    <dgm:pt modelId="{75385190-2BEC-4243-A22D-0398AE722A6A}" type="sibTrans" cxnId="{180CB847-B9D3-4655-A02B-9ABF40BE95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6BF558-648A-4466-A417-9C2AFDD1CA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choose what stays where — it’s your call</a:t>
          </a:r>
        </a:p>
      </dgm:t>
    </dgm:pt>
    <dgm:pt modelId="{896C1573-6B18-4625-84F1-E1E4EC7EEAA5}" type="parTrans" cxnId="{78F45BFA-CA66-44DA-B956-BAA66944811B}">
      <dgm:prSet/>
      <dgm:spPr/>
      <dgm:t>
        <a:bodyPr/>
        <a:lstStyle/>
        <a:p>
          <a:endParaRPr lang="en-US"/>
        </a:p>
      </dgm:t>
    </dgm:pt>
    <dgm:pt modelId="{8852E6BB-6068-4546-AC2B-9E5144217CBD}" type="sibTrans" cxnId="{78F45BFA-CA66-44DA-B956-BAA66944811B}">
      <dgm:prSet/>
      <dgm:spPr/>
      <dgm:t>
        <a:bodyPr/>
        <a:lstStyle/>
        <a:p>
          <a:endParaRPr lang="en-US"/>
        </a:p>
      </dgm:t>
    </dgm:pt>
    <dgm:pt modelId="{BCFCC839-43D4-44BC-BD8B-954DF98E72B6}" type="pres">
      <dgm:prSet presAssocID="{0889D520-D7A4-47BE-A776-533C21383903}" presName="root" presStyleCnt="0">
        <dgm:presLayoutVars>
          <dgm:dir/>
          <dgm:resizeHandles val="exact"/>
        </dgm:presLayoutVars>
      </dgm:prSet>
      <dgm:spPr/>
    </dgm:pt>
    <dgm:pt modelId="{BD547815-CFE9-4190-9B74-B69B4E97075F}" type="pres">
      <dgm:prSet presAssocID="{0889D520-D7A4-47BE-A776-533C21383903}" presName="container" presStyleCnt="0">
        <dgm:presLayoutVars>
          <dgm:dir/>
          <dgm:resizeHandles val="exact"/>
        </dgm:presLayoutVars>
      </dgm:prSet>
      <dgm:spPr/>
    </dgm:pt>
    <dgm:pt modelId="{E742BEA8-127A-49D6-B6CF-D2ECD3CF7F05}" type="pres">
      <dgm:prSet presAssocID="{C5D457A7-2506-4073-8773-BD0660EE2EB9}" presName="compNode" presStyleCnt="0"/>
      <dgm:spPr/>
    </dgm:pt>
    <dgm:pt modelId="{724C5979-853C-4F54-8E6D-747FD2DBAA8C}" type="pres">
      <dgm:prSet presAssocID="{C5D457A7-2506-4073-8773-BD0660EE2EB9}" presName="iconBgRect" presStyleLbl="bgShp" presStyleIdx="0" presStyleCnt="4"/>
      <dgm:spPr/>
    </dgm:pt>
    <dgm:pt modelId="{92D9DF03-55EF-407D-AAED-3E964E7C7AB5}" type="pres">
      <dgm:prSet presAssocID="{C5D457A7-2506-4073-8773-BD0660EE2E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725034B6-B2BB-4B85-A7B9-64BC66ABD02F}" type="pres">
      <dgm:prSet presAssocID="{C5D457A7-2506-4073-8773-BD0660EE2EB9}" presName="spaceRect" presStyleCnt="0"/>
      <dgm:spPr/>
    </dgm:pt>
    <dgm:pt modelId="{86C18D36-E00A-4B20-A554-3A90E491B148}" type="pres">
      <dgm:prSet presAssocID="{C5D457A7-2506-4073-8773-BD0660EE2EB9}" presName="textRect" presStyleLbl="revTx" presStyleIdx="0" presStyleCnt="4">
        <dgm:presLayoutVars>
          <dgm:chMax val="1"/>
          <dgm:chPref val="1"/>
        </dgm:presLayoutVars>
      </dgm:prSet>
      <dgm:spPr/>
    </dgm:pt>
    <dgm:pt modelId="{942EB5E5-904D-4159-B069-6344BD9F3823}" type="pres">
      <dgm:prSet presAssocID="{D68F4F7D-ED14-41C6-8591-0240D8684425}" presName="sibTrans" presStyleLbl="sibTrans2D1" presStyleIdx="0" presStyleCnt="0"/>
      <dgm:spPr/>
    </dgm:pt>
    <dgm:pt modelId="{0C0AB191-0AB5-48D4-AC3F-2D33E9B47A49}" type="pres">
      <dgm:prSet presAssocID="{B67CE793-0E0A-4AB4-BDB1-732B65793917}" presName="compNode" presStyleCnt="0"/>
      <dgm:spPr/>
    </dgm:pt>
    <dgm:pt modelId="{482D87C4-F785-424F-A687-A92DC63DC189}" type="pres">
      <dgm:prSet presAssocID="{B67CE793-0E0A-4AB4-BDB1-732B65793917}" presName="iconBgRect" presStyleLbl="bgShp" presStyleIdx="1" presStyleCnt="4"/>
      <dgm:spPr/>
    </dgm:pt>
    <dgm:pt modelId="{8ACA37E0-308B-4657-B4E5-4D532C8A70F2}" type="pres">
      <dgm:prSet presAssocID="{B67CE793-0E0A-4AB4-BDB1-732B657939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AF13280-5055-4B18-A547-477C067AD4AD}" type="pres">
      <dgm:prSet presAssocID="{B67CE793-0E0A-4AB4-BDB1-732B65793917}" presName="spaceRect" presStyleCnt="0"/>
      <dgm:spPr/>
    </dgm:pt>
    <dgm:pt modelId="{16AC1F7A-3E1C-40E1-9689-DCA498B6F6B4}" type="pres">
      <dgm:prSet presAssocID="{B67CE793-0E0A-4AB4-BDB1-732B65793917}" presName="textRect" presStyleLbl="revTx" presStyleIdx="1" presStyleCnt="4">
        <dgm:presLayoutVars>
          <dgm:chMax val="1"/>
          <dgm:chPref val="1"/>
        </dgm:presLayoutVars>
      </dgm:prSet>
      <dgm:spPr/>
    </dgm:pt>
    <dgm:pt modelId="{AAE4121D-2AD4-40B3-8954-9416351673A8}" type="pres">
      <dgm:prSet presAssocID="{CC928386-1727-4C8F-956E-815E1C522B22}" presName="sibTrans" presStyleLbl="sibTrans2D1" presStyleIdx="0" presStyleCnt="0"/>
      <dgm:spPr/>
    </dgm:pt>
    <dgm:pt modelId="{FC3D7750-66FF-4F90-A087-A52B0E4505A7}" type="pres">
      <dgm:prSet presAssocID="{D6BA985D-EB99-4804-BBEC-D709EB0DDA80}" presName="compNode" presStyleCnt="0"/>
      <dgm:spPr/>
    </dgm:pt>
    <dgm:pt modelId="{AFA71C8F-85E9-49A5-B66C-2CDB58AAB514}" type="pres">
      <dgm:prSet presAssocID="{D6BA985D-EB99-4804-BBEC-D709EB0DDA80}" presName="iconBgRect" presStyleLbl="bgShp" presStyleIdx="2" presStyleCnt="4"/>
      <dgm:spPr/>
    </dgm:pt>
    <dgm:pt modelId="{94D13657-909D-42BD-9301-F929E3F519EE}" type="pres">
      <dgm:prSet presAssocID="{D6BA985D-EB99-4804-BBEC-D709EB0DDA8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gloo"/>
        </a:ext>
      </dgm:extLst>
    </dgm:pt>
    <dgm:pt modelId="{5B52C7E9-3496-464C-B77C-7EA1237D0EC1}" type="pres">
      <dgm:prSet presAssocID="{D6BA985D-EB99-4804-BBEC-D709EB0DDA80}" presName="spaceRect" presStyleCnt="0"/>
      <dgm:spPr/>
    </dgm:pt>
    <dgm:pt modelId="{DD1CDBC5-4B12-4D93-B8AE-A11E54325D18}" type="pres">
      <dgm:prSet presAssocID="{D6BA985D-EB99-4804-BBEC-D709EB0DDA80}" presName="textRect" presStyleLbl="revTx" presStyleIdx="2" presStyleCnt="4">
        <dgm:presLayoutVars>
          <dgm:chMax val="1"/>
          <dgm:chPref val="1"/>
        </dgm:presLayoutVars>
      </dgm:prSet>
      <dgm:spPr/>
    </dgm:pt>
    <dgm:pt modelId="{4724B555-0D5A-4CD0-B729-8D79D5B45A96}" type="pres">
      <dgm:prSet presAssocID="{75385190-2BEC-4243-A22D-0398AE722A6A}" presName="sibTrans" presStyleLbl="sibTrans2D1" presStyleIdx="0" presStyleCnt="0"/>
      <dgm:spPr/>
    </dgm:pt>
    <dgm:pt modelId="{40DD1965-74D3-4B57-9A55-6B58995C5297}" type="pres">
      <dgm:prSet presAssocID="{C76BF558-648A-4466-A417-9C2AFDD1CA9E}" presName="compNode" presStyleCnt="0"/>
      <dgm:spPr/>
    </dgm:pt>
    <dgm:pt modelId="{F55CCE85-5CC8-4E6D-BBB9-7E840B43D9E3}" type="pres">
      <dgm:prSet presAssocID="{C76BF558-648A-4466-A417-9C2AFDD1CA9E}" presName="iconBgRect" presStyleLbl="bgShp" presStyleIdx="3" presStyleCnt="4"/>
      <dgm:spPr/>
    </dgm:pt>
    <dgm:pt modelId="{3387BA92-25D0-478A-A610-F8F76B807EC7}" type="pres">
      <dgm:prSet presAssocID="{C76BF558-648A-4466-A417-9C2AFDD1CA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57D102C-018E-4604-AB9F-B8DA225EA220}" type="pres">
      <dgm:prSet presAssocID="{C76BF558-648A-4466-A417-9C2AFDD1CA9E}" presName="spaceRect" presStyleCnt="0"/>
      <dgm:spPr/>
    </dgm:pt>
    <dgm:pt modelId="{583359A4-4A51-45F7-A2C8-D306B04108C4}" type="pres">
      <dgm:prSet presAssocID="{C76BF558-648A-4466-A417-9C2AFDD1CA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8D9AC21-74C0-4B9E-BE98-FB5351090F52}" type="presOf" srcId="{0889D520-D7A4-47BE-A776-533C21383903}" destId="{BCFCC839-43D4-44BC-BD8B-954DF98E72B6}" srcOrd="0" destOrd="0" presId="urn:microsoft.com/office/officeart/2018/2/layout/IconCircleList"/>
    <dgm:cxn modelId="{2B1E7844-9376-47FB-9AA3-CB01A2BD763A}" type="presOf" srcId="{CC928386-1727-4C8F-956E-815E1C522B22}" destId="{AAE4121D-2AD4-40B3-8954-9416351673A8}" srcOrd="0" destOrd="0" presId="urn:microsoft.com/office/officeart/2018/2/layout/IconCircleList"/>
    <dgm:cxn modelId="{FBF72545-A18C-4992-9122-37FD7BBE0A80}" type="presOf" srcId="{C5D457A7-2506-4073-8773-BD0660EE2EB9}" destId="{86C18D36-E00A-4B20-A554-3A90E491B148}" srcOrd="0" destOrd="0" presId="urn:microsoft.com/office/officeart/2018/2/layout/IconCircleList"/>
    <dgm:cxn modelId="{180CB847-B9D3-4655-A02B-9ABF40BE9558}" srcId="{0889D520-D7A4-47BE-A776-533C21383903}" destId="{D6BA985D-EB99-4804-BBEC-D709EB0DDA80}" srcOrd="2" destOrd="0" parTransId="{5A80321F-A4C3-49EF-8FEF-E8FD04971AA1}" sibTransId="{75385190-2BEC-4243-A22D-0398AE722A6A}"/>
    <dgm:cxn modelId="{D0A7816C-2A66-49E4-9E09-8BC594AD9CFC}" type="presOf" srcId="{75385190-2BEC-4243-A22D-0398AE722A6A}" destId="{4724B555-0D5A-4CD0-B729-8D79D5B45A96}" srcOrd="0" destOrd="0" presId="urn:microsoft.com/office/officeart/2018/2/layout/IconCircleList"/>
    <dgm:cxn modelId="{E178D76F-08BB-4812-90A5-5DFA53FBE5CE}" srcId="{0889D520-D7A4-47BE-A776-533C21383903}" destId="{C5D457A7-2506-4073-8773-BD0660EE2EB9}" srcOrd="0" destOrd="0" parTransId="{1CBF28EA-5A7A-431A-A104-36C4384B0130}" sibTransId="{D68F4F7D-ED14-41C6-8591-0240D8684425}"/>
    <dgm:cxn modelId="{5A469182-53F2-4F06-96BB-4BFB3CF17D34}" type="presOf" srcId="{B67CE793-0E0A-4AB4-BDB1-732B65793917}" destId="{16AC1F7A-3E1C-40E1-9689-DCA498B6F6B4}" srcOrd="0" destOrd="0" presId="urn:microsoft.com/office/officeart/2018/2/layout/IconCircleList"/>
    <dgm:cxn modelId="{015FB6B1-1391-479E-8FAD-053C2F29A920}" type="presOf" srcId="{D6BA985D-EB99-4804-BBEC-D709EB0DDA80}" destId="{DD1CDBC5-4B12-4D93-B8AE-A11E54325D18}" srcOrd="0" destOrd="0" presId="urn:microsoft.com/office/officeart/2018/2/layout/IconCircleList"/>
    <dgm:cxn modelId="{412805B7-C063-4CF3-ABCE-D821A7D189A5}" srcId="{0889D520-D7A4-47BE-A776-533C21383903}" destId="{B67CE793-0E0A-4AB4-BDB1-732B65793917}" srcOrd="1" destOrd="0" parTransId="{E4D871D3-088A-4666-AB43-1D0B88D7C4A7}" sibTransId="{CC928386-1727-4C8F-956E-815E1C522B22}"/>
    <dgm:cxn modelId="{F24050C5-8169-4672-AE1E-6670C8A14015}" type="presOf" srcId="{C76BF558-648A-4466-A417-9C2AFDD1CA9E}" destId="{583359A4-4A51-45F7-A2C8-D306B04108C4}" srcOrd="0" destOrd="0" presId="urn:microsoft.com/office/officeart/2018/2/layout/IconCircleList"/>
    <dgm:cxn modelId="{162588C7-6DB0-4D54-AC93-809933CC780B}" type="presOf" srcId="{D68F4F7D-ED14-41C6-8591-0240D8684425}" destId="{942EB5E5-904D-4159-B069-6344BD9F3823}" srcOrd="0" destOrd="0" presId="urn:microsoft.com/office/officeart/2018/2/layout/IconCircleList"/>
    <dgm:cxn modelId="{78F45BFA-CA66-44DA-B956-BAA66944811B}" srcId="{0889D520-D7A4-47BE-A776-533C21383903}" destId="{C76BF558-648A-4466-A417-9C2AFDD1CA9E}" srcOrd="3" destOrd="0" parTransId="{896C1573-6B18-4625-84F1-E1E4EC7EEAA5}" sibTransId="{8852E6BB-6068-4546-AC2B-9E5144217CBD}"/>
    <dgm:cxn modelId="{07D4355A-E022-40DE-98B8-67585009CEB5}" type="presParOf" srcId="{BCFCC839-43D4-44BC-BD8B-954DF98E72B6}" destId="{BD547815-CFE9-4190-9B74-B69B4E97075F}" srcOrd="0" destOrd="0" presId="urn:microsoft.com/office/officeart/2018/2/layout/IconCircleList"/>
    <dgm:cxn modelId="{A505A6AB-7472-4D64-844B-C90DD095193F}" type="presParOf" srcId="{BD547815-CFE9-4190-9B74-B69B4E97075F}" destId="{E742BEA8-127A-49D6-B6CF-D2ECD3CF7F05}" srcOrd="0" destOrd="0" presId="urn:microsoft.com/office/officeart/2018/2/layout/IconCircleList"/>
    <dgm:cxn modelId="{7DB706AB-6236-48A7-AC86-60E2E656ADDB}" type="presParOf" srcId="{E742BEA8-127A-49D6-B6CF-D2ECD3CF7F05}" destId="{724C5979-853C-4F54-8E6D-747FD2DBAA8C}" srcOrd="0" destOrd="0" presId="urn:microsoft.com/office/officeart/2018/2/layout/IconCircleList"/>
    <dgm:cxn modelId="{85B3689C-0CB6-41D4-A454-4E8723A5EA5E}" type="presParOf" srcId="{E742BEA8-127A-49D6-B6CF-D2ECD3CF7F05}" destId="{92D9DF03-55EF-407D-AAED-3E964E7C7AB5}" srcOrd="1" destOrd="0" presId="urn:microsoft.com/office/officeart/2018/2/layout/IconCircleList"/>
    <dgm:cxn modelId="{0A0D7FAC-812F-4C0E-AB1B-33688B7FE68E}" type="presParOf" srcId="{E742BEA8-127A-49D6-B6CF-D2ECD3CF7F05}" destId="{725034B6-B2BB-4B85-A7B9-64BC66ABD02F}" srcOrd="2" destOrd="0" presId="urn:microsoft.com/office/officeart/2018/2/layout/IconCircleList"/>
    <dgm:cxn modelId="{DFC306C1-D2CA-409F-9587-8EB651AEEE73}" type="presParOf" srcId="{E742BEA8-127A-49D6-B6CF-D2ECD3CF7F05}" destId="{86C18D36-E00A-4B20-A554-3A90E491B148}" srcOrd="3" destOrd="0" presId="urn:microsoft.com/office/officeart/2018/2/layout/IconCircleList"/>
    <dgm:cxn modelId="{BD41885E-0492-4A0B-9964-CAD80F921EA1}" type="presParOf" srcId="{BD547815-CFE9-4190-9B74-B69B4E97075F}" destId="{942EB5E5-904D-4159-B069-6344BD9F3823}" srcOrd="1" destOrd="0" presId="urn:microsoft.com/office/officeart/2018/2/layout/IconCircleList"/>
    <dgm:cxn modelId="{6D94BDA3-9225-4CB8-8F3A-B1D73E684B4B}" type="presParOf" srcId="{BD547815-CFE9-4190-9B74-B69B4E97075F}" destId="{0C0AB191-0AB5-48D4-AC3F-2D33E9B47A49}" srcOrd="2" destOrd="0" presId="urn:microsoft.com/office/officeart/2018/2/layout/IconCircleList"/>
    <dgm:cxn modelId="{6165B796-742A-4AE3-994D-5E7FEBA16E52}" type="presParOf" srcId="{0C0AB191-0AB5-48D4-AC3F-2D33E9B47A49}" destId="{482D87C4-F785-424F-A687-A92DC63DC189}" srcOrd="0" destOrd="0" presId="urn:microsoft.com/office/officeart/2018/2/layout/IconCircleList"/>
    <dgm:cxn modelId="{33532794-C4F6-4CDC-8853-881F22614422}" type="presParOf" srcId="{0C0AB191-0AB5-48D4-AC3F-2D33E9B47A49}" destId="{8ACA37E0-308B-4657-B4E5-4D532C8A70F2}" srcOrd="1" destOrd="0" presId="urn:microsoft.com/office/officeart/2018/2/layout/IconCircleList"/>
    <dgm:cxn modelId="{DC562863-4C41-400E-BBB4-5694E29FAE21}" type="presParOf" srcId="{0C0AB191-0AB5-48D4-AC3F-2D33E9B47A49}" destId="{CAF13280-5055-4B18-A547-477C067AD4AD}" srcOrd="2" destOrd="0" presId="urn:microsoft.com/office/officeart/2018/2/layout/IconCircleList"/>
    <dgm:cxn modelId="{054A522F-4056-42CE-9D22-C8796B1F94FA}" type="presParOf" srcId="{0C0AB191-0AB5-48D4-AC3F-2D33E9B47A49}" destId="{16AC1F7A-3E1C-40E1-9689-DCA498B6F6B4}" srcOrd="3" destOrd="0" presId="urn:microsoft.com/office/officeart/2018/2/layout/IconCircleList"/>
    <dgm:cxn modelId="{C16447B0-2536-4C91-956E-1B93F4AE7713}" type="presParOf" srcId="{BD547815-CFE9-4190-9B74-B69B4E97075F}" destId="{AAE4121D-2AD4-40B3-8954-9416351673A8}" srcOrd="3" destOrd="0" presId="urn:microsoft.com/office/officeart/2018/2/layout/IconCircleList"/>
    <dgm:cxn modelId="{DC461D2C-BA11-47BE-92ED-FA630AE1D5EC}" type="presParOf" srcId="{BD547815-CFE9-4190-9B74-B69B4E97075F}" destId="{FC3D7750-66FF-4F90-A087-A52B0E4505A7}" srcOrd="4" destOrd="0" presId="urn:microsoft.com/office/officeart/2018/2/layout/IconCircleList"/>
    <dgm:cxn modelId="{BDA5B3B9-EB72-4DE6-9670-6B47621D73B0}" type="presParOf" srcId="{FC3D7750-66FF-4F90-A087-A52B0E4505A7}" destId="{AFA71C8F-85E9-49A5-B66C-2CDB58AAB514}" srcOrd="0" destOrd="0" presId="urn:microsoft.com/office/officeart/2018/2/layout/IconCircleList"/>
    <dgm:cxn modelId="{8FC45D63-1443-4F6B-96A7-64B89B605616}" type="presParOf" srcId="{FC3D7750-66FF-4F90-A087-A52B0E4505A7}" destId="{94D13657-909D-42BD-9301-F929E3F519EE}" srcOrd="1" destOrd="0" presId="urn:microsoft.com/office/officeart/2018/2/layout/IconCircleList"/>
    <dgm:cxn modelId="{2733D24A-5BD5-41A9-8EE6-56EA4AA9876C}" type="presParOf" srcId="{FC3D7750-66FF-4F90-A087-A52B0E4505A7}" destId="{5B52C7E9-3496-464C-B77C-7EA1237D0EC1}" srcOrd="2" destOrd="0" presId="urn:microsoft.com/office/officeart/2018/2/layout/IconCircleList"/>
    <dgm:cxn modelId="{27A4984E-DB5B-401A-A43D-259766505790}" type="presParOf" srcId="{FC3D7750-66FF-4F90-A087-A52B0E4505A7}" destId="{DD1CDBC5-4B12-4D93-B8AE-A11E54325D18}" srcOrd="3" destOrd="0" presId="urn:microsoft.com/office/officeart/2018/2/layout/IconCircleList"/>
    <dgm:cxn modelId="{A6C1E64A-F249-49C8-8127-5D420754DF1D}" type="presParOf" srcId="{BD547815-CFE9-4190-9B74-B69B4E97075F}" destId="{4724B555-0D5A-4CD0-B729-8D79D5B45A96}" srcOrd="5" destOrd="0" presId="urn:microsoft.com/office/officeart/2018/2/layout/IconCircleList"/>
    <dgm:cxn modelId="{561B8E37-FB3D-4FEE-9E01-F080AB50B584}" type="presParOf" srcId="{BD547815-CFE9-4190-9B74-B69B4E97075F}" destId="{40DD1965-74D3-4B57-9A55-6B58995C5297}" srcOrd="6" destOrd="0" presId="urn:microsoft.com/office/officeart/2018/2/layout/IconCircleList"/>
    <dgm:cxn modelId="{96682604-5DCB-480F-BA2B-8C98C022A900}" type="presParOf" srcId="{40DD1965-74D3-4B57-9A55-6B58995C5297}" destId="{F55CCE85-5CC8-4E6D-BBB9-7E840B43D9E3}" srcOrd="0" destOrd="0" presId="urn:microsoft.com/office/officeart/2018/2/layout/IconCircleList"/>
    <dgm:cxn modelId="{42265053-00B4-4E69-9318-58B118B95EE9}" type="presParOf" srcId="{40DD1965-74D3-4B57-9A55-6B58995C5297}" destId="{3387BA92-25D0-478A-A610-F8F76B807EC7}" srcOrd="1" destOrd="0" presId="urn:microsoft.com/office/officeart/2018/2/layout/IconCircleList"/>
    <dgm:cxn modelId="{935E51A9-1002-4F65-A635-B3540E6A4210}" type="presParOf" srcId="{40DD1965-74D3-4B57-9A55-6B58995C5297}" destId="{A57D102C-018E-4604-AB9F-B8DA225EA220}" srcOrd="2" destOrd="0" presId="urn:microsoft.com/office/officeart/2018/2/layout/IconCircleList"/>
    <dgm:cxn modelId="{0988C732-7394-4D2B-B70C-951577812BF0}" type="presParOf" srcId="{40DD1965-74D3-4B57-9A55-6B58995C5297}" destId="{583359A4-4A51-45F7-A2C8-D306B04108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4B4D614-6629-4253-9EE4-C1EEA6917F96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1536FC9-63FD-4754-A349-79F0E19ECEC3}">
      <dgm:prSet/>
      <dgm:spPr/>
      <dgm:t>
        <a:bodyPr/>
        <a:lstStyle/>
        <a:p>
          <a:r>
            <a:rPr lang="en-US"/>
            <a:t>Multicloud means using two or more different cloud providers at the same time.</a:t>
          </a:r>
        </a:p>
      </dgm:t>
    </dgm:pt>
    <dgm:pt modelId="{3308CE4A-8410-496B-B9C2-AEDBEE5363D8}" type="parTrans" cxnId="{D05945D6-1ADE-499C-B0D0-B44DBD9F5AC5}">
      <dgm:prSet/>
      <dgm:spPr/>
      <dgm:t>
        <a:bodyPr/>
        <a:lstStyle/>
        <a:p>
          <a:endParaRPr lang="en-US"/>
        </a:p>
      </dgm:t>
    </dgm:pt>
    <dgm:pt modelId="{D6EAB6E0-B88C-49AA-AC30-CE5AF65E6190}" type="sibTrans" cxnId="{D05945D6-1ADE-499C-B0D0-B44DBD9F5AC5}">
      <dgm:prSet/>
      <dgm:spPr/>
      <dgm:t>
        <a:bodyPr/>
        <a:lstStyle/>
        <a:p>
          <a:endParaRPr lang="en-US"/>
        </a:p>
      </dgm:t>
    </dgm:pt>
    <dgm:pt modelId="{B4F32527-5496-410C-9072-15AC1C581140}">
      <dgm:prSet/>
      <dgm:spPr/>
      <dgm:t>
        <a:bodyPr/>
        <a:lstStyle/>
        <a:p>
          <a:r>
            <a:rPr lang="en-US"/>
            <a:t>For example, a company might use one cloud for storage and another for data analytics.</a:t>
          </a:r>
        </a:p>
      </dgm:t>
    </dgm:pt>
    <dgm:pt modelId="{52B89DC1-E9A7-4F50-A68D-294B3346E0B9}" type="parTrans" cxnId="{5F4A4915-69D1-478B-8BA3-E3629B01D265}">
      <dgm:prSet/>
      <dgm:spPr/>
      <dgm:t>
        <a:bodyPr/>
        <a:lstStyle/>
        <a:p>
          <a:endParaRPr lang="en-US"/>
        </a:p>
      </dgm:t>
    </dgm:pt>
    <dgm:pt modelId="{7AF3191E-9E01-4C55-AC94-21FD66B870A4}" type="sibTrans" cxnId="{5F4A4915-69D1-478B-8BA3-E3629B01D265}">
      <dgm:prSet/>
      <dgm:spPr/>
      <dgm:t>
        <a:bodyPr/>
        <a:lstStyle/>
        <a:p>
          <a:endParaRPr lang="en-US"/>
        </a:p>
      </dgm:t>
    </dgm:pt>
    <dgm:pt modelId="{309ADB64-C758-478B-8733-E185F78A4F0E}">
      <dgm:prSet/>
      <dgm:spPr/>
      <dgm:t>
        <a:bodyPr/>
        <a:lstStyle/>
        <a:p>
          <a:r>
            <a:rPr lang="en-US"/>
            <a:t>Each cloud provider is separate, and services are chosen based on strengths.</a:t>
          </a:r>
        </a:p>
      </dgm:t>
    </dgm:pt>
    <dgm:pt modelId="{801C7BED-0274-4B23-B2D7-E522693F5A8A}" type="parTrans" cxnId="{9D15D333-3C15-4883-877B-0F0488CAF2B9}">
      <dgm:prSet/>
      <dgm:spPr/>
      <dgm:t>
        <a:bodyPr/>
        <a:lstStyle/>
        <a:p>
          <a:endParaRPr lang="en-US"/>
        </a:p>
      </dgm:t>
    </dgm:pt>
    <dgm:pt modelId="{016700B5-2CF8-40D2-9A80-A4EDC28F9510}" type="sibTrans" cxnId="{9D15D333-3C15-4883-877B-0F0488CAF2B9}">
      <dgm:prSet/>
      <dgm:spPr/>
      <dgm:t>
        <a:bodyPr/>
        <a:lstStyle/>
        <a:p>
          <a:endParaRPr lang="en-US"/>
        </a:p>
      </dgm:t>
    </dgm:pt>
    <dgm:pt modelId="{F479CCD5-23E6-4C78-9C42-51421EB2BF7D}" type="pres">
      <dgm:prSet presAssocID="{D4B4D614-6629-4253-9EE4-C1EEA6917F96}" presName="linear" presStyleCnt="0">
        <dgm:presLayoutVars>
          <dgm:animLvl val="lvl"/>
          <dgm:resizeHandles val="exact"/>
        </dgm:presLayoutVars>
      </dgm:prSet>
      <dgm:spPr/>
    </dgm:pt>
    <dgm:pt modelId="{A461AC31-4D6B-442D-8DEB-222DB3A66C51}" type="pres">
      <dgm:prSet presAssocID="{C1536FC9-63FD-4754-A349-79F0E19ECE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9EF5CC-CAC4-43AC-9E0E-80FACD4FEC1E}" type="pres">
      <dgm:prSet presAssocID="{D6EAB6E0-B88C-49AA-AC30-CE5AF65E6190}" presName="spacer" presStyleCnt="0"/>
      <dgm:spPr/>
    </dgm:pt>
    <dgm:pt modelId="{B87B1A70-000D-4D20-BD5D-8F9610104DB7}" type="pres">
      <dgm:prSet presAssocID="{B4F32527-5496-410C-9072-15AC1C58114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AB72F6F-CACB-40E0-A87A-6734943DDFD5}" type="pres">
      <dgm:prSet presAssocID="{7AF3191E-9E01-4C55-AC94-21FD66B870A4}" presName="spacer" presStyleCnt="0"/>
      <dgm:spPr/>
    </dgm:pt>
    <dgm:pt modelId="{956DE2D3-16D4-4406-9D8D-E50D55FC10ED}" type="pres">
      <dgm:prSet presAssocID="{309ADB64-C758-478B-8733-E185F78A4F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2A31503-BFAD-4FED-838A-A03C4AA9AAD6}" type="presOf" srcId="{309ADB64-C758-478B-8733-E185F78A4F0E}" destId="{956DE2D3-16D4-4406-9D8D-E50D55FC10ED}" srcOrd="0" destOrd="0" presId="urn:microsoft.com/office/officeart/2005/8/layout/vList2"/>
    <dgm:cxn modelId="{5F4A4915-69D1-478B-8BA3-E3629B01D265}" srcId="{D4B4D614-6629-4253-9EE4-C1EEA6917F96}" destId="{B4F32527-5496-410C-9072-15AC1C581140}" srcOrd="1" destOrd="0" parTransId="{52B89DC1-E9A7-4F50-A68D-294B3346E0B9}" sibTransId="{7AF3191E-9E01-4C55-AC94-21FD66B870A4}"/>
    <dgm:cxn modelId="{F98BD820-6C83-4B3A-AE4D-97F58495E934}" type="presOf" srcId="{B4F32527-5496-410C-9072-15AC1C581140}" destId="{B87B1A70-000D-4D20-BD5D-8F9610104DB7}" srcOrd="0" destOrd="0" presId="urn:microsoft.com/office/officeart/2005/8/layout/vList2"/>
    <dgm:cxn modelId="{9D15D333-3C15-4883-877B-0F0488CAF2B9}" srcId="{D4B4D614-6629-4253-9EE4-C1EEA6917F96}" destId="{309ADB64-C758-478B-8733-E185F78A4F0E}" srcOrd="2" destOrd="0" parTransId="{801C7BED-0274-4B23-B2D7-E522693F5A8A}" sibTransId="{016700B5-2CF8-40D2-9A80-A4EDC28F9510}"/>
    <dgm:cxn modelId="{990E877B-42EF-456B-A413-A5D314FCCEBA}" type="presOf" srcId="{C1536FC9-63FD-4754-A349-79F0E19ECEC3}" destId="{A461AC31-4D6B-442D-8DEB-222DB3A66C51}" srcOrd="0" destOrd="0" presId="urn:microsoft.com/office/officeart/2005/8/layout/vList2"/>
    <dgm:cxn modelId="{D05945D6-1ADE-499C-B0D0-B44DBD9F5AC5}" srcId="{D4B4D614-6629-4253-9EE4-C1EEA6917F96}" destId="{C1536FC9-63FD-4754-A349-79F0E19ECEC3}" srcOrd="0" destOrd="0" parTransId="{3308CE4A-8410-496B-B9C2-AEDBEE5363D8}" sibTransId="{D6EAB6E0-B88C-49AA-AC30-CE5AF65E6190}"/>
    <dgm:cxn modelId="{4CAC9EE6-027D-4012-81C7-6D384279B6AB}" type="presOf" srcId="{D4B4D614-6629-4253-9EE4-C1EEA6917F96}" destId="{F479CCD5-23E6-4C78-9C42-51421EB2BF7D}" srcOrd="0" destOrd="0" presId="urn:microsoft.com/office/officeart/2005/8/layout/vList2"/>
    <dgm:cxn modelId="{206F9F78-3906-4C75-850C-B781C00E4FE6}" type="presParOf" srcId="{F479CCD5-23E6-4C78-9C42-51421EB2BF7D}" destId="{A461AC31-4D6B-442D-8DEB-222DB3A66C51}" srcOrd="0" destOrd="0" presId="urn:microsoft.com/office/officeart/2005/8/layout/vList2"/>
    <dgm:cxn modelId="{C6221211-1D63-4592-AC7E-28B53F7569DA}" type="presParOf" srcId="{F479CCD5-23E6-4C78-9C42-51421EB2BF7D}" destId="{1F9EF5CC-CAC4-43AC-9E0E-80FACD4FEC1E}" srcOrd="1" destOrd="0" presId="urn:microsoft.com/office/officeart/2005/8/layout/vList2"/>
    <dgm:cxn modelId="{2A9C58F5-EEE7-49D8-887E-96DB0A53C21B}" type="presParOf" srcId="{F479CCD5-23E6-4C78-9C42-51421EB2BF7D}" destId="{B87B1A70-000D-4D20-BD5D-8F9610104DB7}" srcOrd="2" destOrd="0" presId="urn:microsoft.com/office/officeart/2005/8/layout/vList2"/>
    <dgm:cxn modelId="{B93CBCA8-5CE0-4D59-9AE3-B9E6B7B08A88}" type="presParOf" srcId="{F479CCD5-23E6-4C78-9C42-51421EB2BF7D}" destId="{7AB72F6F-CACB-40E0-A87A-6734943DDFD5}" srcOrd="3" destOrd="0" presId="urn:microsoft.com/office/officeart/2005/8/layout/vList2"/>
    <dgm:cxn modelId="{986FF5C7-2B5B-49FD-86BC-5353558E17E3}" type="presParOf" srcId="{F479CCD5-23E6-4C78-9C42-51421EB2BF7D}" destId="{956DE2D3-16D4-4406-9D8D-E50D55FC10E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4A24462-E17C-4678-BB2F-888649E14731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374E43-605E-4590-B105-74CD4A3B347A}">
      <dgm:prSet/>
      <dgm:spPr/>
      <dgm:t>
        <a:bodyPr/>
        <a:lstStyle/>
        <a:p>
          <a:r>
            <a:rPr lang="en-US"/>
            <a:t>Choose</a:t>
          </a:r>
        </a:p>
      </dgm:t>
    </dgm:pt>
    <dgm:pt modelId="{E55E7ACB-5B85-4BE2-8164-15E00A7C1D96}" type="parTrans" cxnId="{B21EA357-D60E-466D-B155-EA4DAE088772}">
      <dgm:prSet/>
      <dgm:spPr/>
      <dgm:t>
        <a:bodyPr/>
        <a:lstStyle/>
        <a:p>
          <a:endParaRPr lang="en-US"/>
        </a:p>
      </dgm:t>
    </dgm:pt>
    <dgm:pt modelId="{10770EBA-A3DA-4227-A1EC-19905DCA8879}" type="sibTrans" cxnId="{B21EA357-D60E-466D-B155-EA4DAE088772}">
      <dgm:prSet/>
      <dgm:spPr/>
      <dgm:t>
        <a:bodyPr/>
        <a:lstStyle/>
        <a:p>
          <a:endParaRPr lang="en-US"/>
        </a:p>
      </dgm:t>
    </dgm:pt>
    <dgm:pt modelId="{E7FB64FC-45D8-4BDC-9100-0C0E8258F73C}">
      <dgm:prSet/>
      <dgm:spPr/>
      <dgm:t>
        <a:bodyPr/>
        <a:lstStyle/>
        <a:p>
          <a:r>
            <a:rPr lang="en-US"/>
            <a:t>Best Features: Choose the best tools and services from different providers.</a:t>
          </a:r>
        </a:p>
      </dgm:t>
    </dgm:pt>
    <dgm:pt modelId="{A253F510-E2B3-46BE-9E5A-413519C57458}" type="parTrans" cxnId="{028C5449-3317-4798-836D-5188C6C2E7A9}">
      <dgm:prSet/>
      <dgm:spPr/>
      <dgm:t>
        <a:bodyPr/>
        <a:lstStyle/>
        <a:p>
          <a:endParaRPr lang="en-US"/>
        </a:p>
      </dgm:t>
    </dgm:pt>
    <dgm:pt modelId="{40357311-71FC-4028-B5EE-9A1467A00DBD}" type="sibTrans" cxnId="{028C5449-3317-4798-836D-5188C6C2E7A9}">
      <dgm:prSet/>
      <dgm:spPr/>
      <dgm:t>
        <a:bodyPr/>
        <a:lstStyle/>
        <a:p>
          <a:endParaRPr lang="en-US"/>
        </a:p>
      </dgm:t>
    </dgm:pt>
    <dgm:pt modelId="{07637E4C-4F2B-423C-B829-F4C85E08FB9D}">
      <dgm:prSet/>
      <dgm:spPr/>
      <dgm:t>
        <a:bodyPr/>
        <a:lstStyle/>
        <a:p>
          <a:r>
            <a:rPr lang="en-US"/>
            <a:t>Avoid</a:t>
          </a:r>
        </a:p>
      </dgm:t>
    </dgm:pt>
    <dgm:pt modelId="{B53830AC-1236-40E9-93D0-3C5CEAC3B733}" type="parTrans" cxnId="{727DF238-4417-4E24-86F3-AE0F60CCB41D}">
      <dgm:prSet/>
      <dgm:spPr/>
      <dgm:t>
        <a:bodyPr/>
        <a:lstStyle/>
        <a:p>
          <a:endParaRPr lang="en-US"/>
        </a:p>
      </dgm:t>
    </dgm:pt>
    <dgm:pt modelId="{465DE3DD-289C-46A1-816A-BC669AA047B5}" type="sibTrans" cxnId="{727DF238-4417-4E24-86F3-AE0F60CCB41D}">
      <dgm:prSet/>
      <dgm:spPr/>
      <dgm:t>
        <a:bodyPr/>
        <a:lstStyle/>
        <a:p>
          <a:endParaRPr lang="en-US"/>
        </a:p>
      </dgm:t>
    </dgm:pt>
    <dgm:pt modelId="{E79755AD-1BC3-4D26-80D2-8781E206947D}">
      <dgm:prSet/>
      <dgm:spPr/>
      <dgm:t>
        <a:bodyPr/>
        <a:lstStyle/>
        <a:p>
          <a:r>
            <a:rPr lang="en-US"/>
            <a:t>Avoid Lock-In: You’re not stuck with just one cloud vendor.</a:t>
          </a:r>
        </a:p>
      </dgm:t>
    </dgm:pt>
    <dgm:pt modelId="{0D225B23-88C2-4839-BCFD-0091059BA8BC}" type="parTrans" cxnId="{7FABB0BA-3B57-4E09-A7A4-579F59065EC4}">
      <dgm:prSet/>
      <dgm:spPr/>
      <dgm:t>
        <a:bodyPr/>
        <a:lstStyle/>
        <a:p>
          <a:endParaRPr lang="en-US"/>
        </a:p>
      </dgm:t>
    </dgm:pt>
    <dgm:pt modelId="{37566178-09AF-4A2D-8DE2-3CB0C3A3E29D}" type="sibTrans" cxnId="{7FABB0BA-3B57-4E09-A7A4-579F59065EC4}">
      <dgm:prSet/>
      <dgm:spPr/>
      <dgm:t>
        <a:bodyPr/>
        <a:lstStyle/>
        <a:p>
          <a:endParaRPr lang="en-US"/>
        </a:p>
      </dgm:t>
    </dgm:pt>
    <dgm:pt modelId="{9BAE819F-6FEB-439B-A7CA-9B6ADC27876F}">
      <dgm:prSet/>
      <dgm:spPr/>
      <dgm:t>
        <a:bodyPr/>
        <a:lstStyle/>
        <a:p>
          <a:r>
            <a:rPr lang="en-US"/>
            <a:t>Better</a:t>
          </a:r>
        </a:p>
      </dgm:t>
    </dgm:pt>
    <dgm:pt modelId="{ADDAFA09-D056-4328-9B1E-1B98DA5F3797}" type="parTrans" cxnId="{CA377C44-EAEE-4D93-A802-32CB824D55CE}">
      <dgm:prSet/>
      <dgm:spPr/>
      <dgm:t>
        <a:bodyPr/>
        <a:lstStyle/>
        <a:p>
          <a:endParaRPr lang="en-US"/>
        </a:p>
      </dgm:t>
    </dgm:pt>
    <dgm:pt modelId="{AD85722F-E9C8-4A2C-B21B-67EF454DEBBB}" type="sibTrans" cxnId="{CA377C44-EAEE-4D93-A802-32CB824D55CE}">
      <dgm:prSet/>
      <dgm:spPr/>
      <dgm:t>
        <a:bodyPr/>
        <a:lstStyle/>
        <a:p>
          <a:endParaRPr lang="en-US"/>
        </a:p>
      </dgm:t>
    </dgm:pt>
    <dgm:pt modelId="{E184DA68-0774-4D46-833C-03B73891FD4F}">
      <dgm:prSet/>
      <dgm:spPr/>
      <dgm:t>
        <a:bodyPr/>
        <a:lstStyle/>
        <a:p>
          <a:r>
            <a:rPr lang="en-US"/>
            <a:t>Better Reliability: If one provider has an outage, the other still works.</a:t>
          </a:r>
        </a:p>
      </dgm:t>
    </dgm:pt>
    <dgm:pt modelId="{A8853F11-7741-4347-85C1-3DE90A039A14}" type="parTrans" cxnId="{89B16051-6B20-46FD-B527-94C31B6C3BFF}">
      <dgm:prSet/>
      <dgm:spPr/>
      <dgm:t>
        <a:bodyPr/>
        <a:lstStyle/>
        <a:p>
          <a:endParaRPr lang="en-US"/>
        </a:p>
      </dgm:t>
    </dgm:pt>
    <dgm:pt modelId="{0E074ABC-EFA4-43CC-9E3E-CD65AE9D977A}" type="sibTrans" cxnId="{89B16051-6B20-46FD-B527-94C31B6C3BFF}">
      <dgm:prSet/>
      <dgm:spPr/>
      <dgm:t>
        <a:bodyPr/>
        <a:lstStyle/>
        <a:p>
          <a:endParaRPr lang="en-US"/>
        </a:p>
      </dgm:t>
    </dgm:pt>
    <dgm:pt modelId="{B060F2DB-BA9D-48CF-A706-B88D4FA02FA8}">
      <dgm:prSet/>
      <dgm:spPr/>
      <dgm:t>
        <a:bodyPr/>
        <a:lstStyle/>
        <a:p>
          <a:r>
            <a:rPr lang="en-US"/>
            <a:t>Use</a:t>
          </a:r>
        </a:p>
      </dgm:t>
    </dgm:pt>
    <dgm:pt modelId="{0098F58A-03AA-462C-B501-927BC7675A73}" type="parTrans" cxnId="{3815CB78-2FE9-4892-B50B-399828535D4A}">
      <dgm:prSet/>
      <dgm:spPr/>
      <dgm:t>
        <a:bodyPr/>
        <a:lstStyle/>
        <a:p>
          <a:endParaRPr lang="en-US"/>
        </a:p>
      </dgm:t>
    </dgm:pt>
    <dgm:pt modelId="{CAB805AF-3261-4254-9C18-CDCA93FA3264}" type="sibTrans" cxnId="{3815CB78-2FE9-4892-B50B-399828535D4A}">
      <dgm:prSet/>
      <dgm:spPr/>
      <dgm:t>
        <a:bodyPr/>
        <a:lstStyle/>
        <a:p>
          <a:endParaRPr lang="en-US"/>
        </a:p>
      </dgm:t>
    </dgm:pt>
    <dgm:pt modelId="{AC4B0FE6-6DB1-4B9D-94D6-1BD08843EBD9}">
      <dgm:prSet/>
      <dgm:spPr/>
      <dgm:t>
        <a:bodyPr/>
        <a:lstStyle/>
        <a:p>
          <a:r>
            <a:rPr lang="en-US"/>
            <a:t>Performance Optimization: Use the fastest or closest cloud for each task.</a:t>
          </a:r>
        </a:p>
      </dgm:t>
    </dgm:pt>
    <dgm:pt modelId="{FB15248D-FD93-4D41-AC09-4FCCEE7511AA}" type="parTrans" cxnId="{C15AE3C8-E970-45D3-8593-92B0C95E01C9}">
      <dgm:prSet/>
      <dgm:spPr/>
      <dgm:t>
        <a:bodyPr/>
        <a:lstStyle/>
        <a:p>
          <a:endParaRPr lang="en-US"/>
        </a:p>
      </dgm:t>
    </dgm:pt>
    <dgm:pt modelId="{07CF1461-AE88-4525-AF2A-BA8D0ABC8445}" type="sibTrans" cxnId="{C15AE3C8-E970-45D3-8593-92B0C95E01C9}">
      <dgm:prSet/>
      <dgm:spPr/>
      <dgm:t>
        <a:bodyPr/>
        <a:lstStyle/>
        <a:p>
          <a:endParaRPr lang="en-US"/>
        </a:p>
      </dgm:t>
    </dgm:pt>
    <dgm:pt modelId="{50CCEA48-293E-4D30-80FC-7EE52E3194C5}" type="pres">
      <dgm:prSet presAssocID="{94A24462-E17C-4678-BB2F-888649E14731}" presName="Name0" presStyleCnt="0">
        <dgm:presLayoutVars>
          <dgm:dir/>
          <dgm:animLvl val="lvl"/>
          <dgm:resizeHandles val="exact"/>
        </dgm:presLayoutVars>
      </dgm:prSet>
      <dgm:spPr/>
    </dgm:pt>
    <dgm:pt modelId="{8FA337DB-46DE-4807-B302-A3016BAF0FEA}" type="pres">
      <dgm:prSet presAssocID="{D5374E43-605E-4590-B105-74CD4A3B347A}" presName="linNode" presStyleCnt="0"/>
      <dgm:spPr/>
    </dgm:pt>
    <dgm:pt modelId="{94996B87-56D4-4FBC-B49F-D61353AE5021}" type="pres">
      <dgm:prSet presAssocID="{D5374E43-605E-4590-B105-74CD4A3B347A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6F509BE5-0B81-4CDE-9385-B78DFA2FFBA4}" type="pres">
      <dgm:prSet presAssocID="{D5374E43-605E-4590-B105-74CD4A3B347A}" presName="descendantText" presStyleLbl="alignNode1" presStyleIdx="0" presStyleCnt="4">
        <dgm:presLayoutVars>
          <dgm:bulletEnabled/>
        </dgm:presLayoutVars>
      </dgm:prSet>
      <dgm:spPr/>
    </dgm:pt>
    <dgm:pt modelId="{1B907748-0F52-4305-8C18-604F25C134D5}" type="pres">
      <dgm:prSet presAssocID="{10770EBA-A3DA-4227-A1EC-19905DCA8879}" presName="sp" presStyleCnt="0"/>
      <dgm:spPr/>
    </dgm:pt>
    <dgm:pt modelId="{6B15F51B-75BC-4853-B72E-8F95BDC42D51}" type="pres">
      <dgm:prSet presAssocID="{07637E4C-4F2B-423C-B829-F4C85E08FB9D}" presName="linNode" presStyleCnt="0"/>
      <dgm:spPr/>
    </dgm:pt>
    <dgm:pt modelId="{7C9C9D5A-A8E2-4051-9854-34D913CC9873}" type="pres">
      <dgm:prSet presAssocID="{07637E4C-4F2B-423C-B829-F4C85E08FB9D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F15B2CC7-7997-46D3-AC45-44F357C94FEE}" type="pres">
      <dgm:prSet presAssocID="{07637E4C-4F2B-423C-B829-F4C85E08FB9D}" presName="descendantText" presStyleLbl="alignNode1" presStyleIdx="1" presStyleCnt="4">
        <dgm:presLayoutVars>
          <dgm:bulletEnabled/>
        </dgm:presLayoutVars>
      </dgm:prSet>
      <dgm:spPr/>
    </dgm:pt>
    <dgm:pt modelId="{F720D399-A641-4FC5-884B-A0B8D0FC5F86}" type="pres">
      <dgm:prSet presAssocID="{465DE3DD-289C-46A1-816A-BC669AA047B5}" presName="sp" presStyleCnt="0"/>
      <dgm:spPr/>
    </dgm:pt>
    <dgm:pt modelId="{ACCC1846-52F2-4A73-829F-1E940C43FF0B}" type="pres">
      <dgm:prSet presAssocID="{9BAE819F-6FEB-439B-A7CA-9B6ADC27876F}" presName="linNode" presStyleCnt="0"/>
      <dgm:spPr/>
    </dgm:pt>
    <dgm:pt modelId="{0FB09010-E29B-4578-82E8-C5FDC98FF6AE}" type="pres">
      <dgm:prSet presAssocID="{9BAE819F-6FEB-439B-A7CA-9B6ADC27876F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3B92336F-F99F-4660-9E00-9409BEFD2F71}" type="pres">
      <dgm:prSet presAssocID="{9BAE819F-6FEB-439B-A7CA-9B6ADC27876F}" presName="descendantText" presStyleLbl="alignNode1" presStyleIdx="2" presStyleCnt="4">
        <dgm:presLayoutVars>
          <dgm:bulletEnabled/>
        </dgm:presLayoutVars>
      </dgm:prSet>
      <dgm:spPr/>
    </dgm:pt>
    <dgm:pt modelId="{9C9B5330-6CC1-4AB1-81E9-B288378FE5BB}" type="pres">
      <dgm:prSet presAssocID="{AD85722F-E9C8-4A2C-B21B-67EF454DEBBB}" presName="sp" presStyleCnt="0"/>
      <dgm:spPr/>
    </dgm:pt>
    <dgm:pt modelId="{467D2001-3184-4EA4-9DB0-FC0F51C75726}" type="pres">
      <dgm:prSet presAssocID="{B060F2DB-BA9D-48CF-A706-B88D4FA02FA8}" presName="linNode" presStyleCnt="0"/>
      <dgm:spPr/>
    </dgm:pt>
    <dgm:pt modelId="{86207F42-14A4-4D28-A2B8-113AEFA77C6E}" type="pres">
      <dgm:prSet presAssocID="{B060F2DB-BA9D-48CF-A706-B88D4FA02FA8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F39F4720-A3CE-404F-9E4C-8AFDF6574DD2}" type="pres">
      <dgm:prSet presAssocID="{B060F2DB-BA9D-48CF-A706-B88D4FA02FA8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14F4F417-32FE-46AB-8C3E-959BFB4B0FE4}" type="presOf" srcId="{AC4B0FE6-6DB1-4B9D-94D6-1BD08843EBD9}" destId="{F39F4720-A3CE-404F-9E4C-8AFDF6574DD2}" srcOrd="0" destOrd="0" presId="urn:microsoft.com/office/officeart/2016/7/layout/VerticalHollowActionList"/>
    <dgm:cxn modelId="{5D411618-8831-43D7-8581-7FE2A224359B}" type="presOf" srcId="{E7FB64FC-45D8-4BDC-9100-0C0E8258F73C}" destId="{6F509BE5-0B81-4CDE-9385-B78DFA2FFBA4}" srcOrd="0" destOrd="0" presId="urn:microsoft.com/office/officeart/2016/7/layout/VerticalHollowActionList"/>
    <dgm:cxn modelId="{CD62B128-1EAD-4D6A-AA96-891418258762}" type="presOf" srcId="{94A24462-E17C-4678-BB2F-888649E14731}" destId="{50CCEA48-293E-4D30-80FC-7EE52E3194C5}" srcOrd="0" destOrd="0" presId="urn:microsoft.com/office/officeart/2016/7/layout/VerticalHollowActionList"/>
    <dgm:cxn modelId="{727DF238-4417-4E24-86F3-AE0F60CCB41D}" srcId="{94A24462-E17C-4678-BB2F-888649E14731}" destId="{07637E4C-4F2B-423C-B829-F4C85E08FB9D}" srcOrd="1" destOrd="0" parTransId="{B53830AC-1236-40E9-93D0-3C5CEAC3B733}" sibTransId="{465DE3DD-289C-46A1-816A-BC669AA047B5}"/>
    <dgm:cxn modelId="{A56ADB42-D1E5-43D5-BF9B-F38592079D66}" type="presOf" srcId="{E79755AD-1BC3-4D26-80D2-8781E206947D}" destId="{F15B2CC7-7997-46D3-AC45-44F357C94FEE}" srcOrd="0" destOrd="0" presId="urn:microsoft.com/office/officeart/2016/7/layout/VerticalHollowActionList"/>
    <dgm:cxn modelId="{CA377C44-EAEE-4D93-A802-32CB824D55CE}" srcId="{94A24462-E17C-4678-BB2F-888649E14731}" destId="{9BAE819F-6FEB-439B-A7CA-9B6ADC27876F}" srcOrd="2" destOrd="0" parTransId="{ADDAFA09-D056-4328-9B1E-1B98DA5F3797}" sibTransId="{AD85722F-E9C8-4A2C-B21B-67EF454DEBBB}"/>
    <dgm:cxn modelId="{B6D0B664-2FD5-4E65-88D4-0DBDB8E4080A}" type="presOf" srcId="{07637E4C-4F2B-423C-B829-F4C85E08FB9D}" destId="{7C9C9D5A-A8E2-4051-9854-34D913CC9873}" srcOrd="0" destOrd="0" presId="urn:microsoft.com/office/officeart/2016/7/layout/VerticalHollowActionList"/>
    <dgm:cxn modelId="{028C5449-3317-4798-836D-5188C6C2E7A9}" srcId="{D5374E43-605E-4590-B105-74CD4A3B347A}" destId="{E7FB64FC-45D8-4BDC-9100-0C0E8258F73C}" srcOrd="0" destOrd="0" parTransId="{A253F510-E2B3-46BE-9E5A-413519C57458}" sibTransId="{40357311-71FC-4028-B5EE-9A1467A00DBD}"/>
    <dgm:cxn modelId="{89B16051-6B20-46FD-B527-94C31B6C3BFF}" srcId="{9BAE819F-6FEB-439B-A7CA-9B6ADC27876F}" destId="{E184DA68-0774-4D46-833C-03B73891FD4F}" srcOrd="0" destOrd="0" parTransId="{A8853F11-7741-4347-85C1-3DE90A039A14}" sibTransId="{0E074ABC-EFA4-43CC-9E3E-CD65AE9D977A}"/>
    <dgm:cxn modelId="{975CA374-B972-420C-81A4-35B9B859E781}" type="presOf" srcId="{D5374E43-605E-4590-B105-74CD4A3B347A}" destId="{94996B87-56D4-4FBC-B49F-D61353AE5021}" srcOrd="0" destOrd="0" presId="urn:microsoft.com/office/officeart/2016/7/layout/VerticalHollowActionList"/>
    <dgm:cxn modelId="{B21EA357-D60E-466D-B155-EA4DAE088772}" srcId="{94A24462-E17C-4678-BB2F-888649E14731}" destId="{D5374E43-605E-4590-B105-74CD4A3B347A}" srcOrd="0" destOrd="0" parTransId="{E55E7ACB-5B85-4BE2-8164-15E00A7C1D96}" sibTransId="{10770EBA-A3DA-4227-A1EC-19905DCA8879}"/>
    <dgm:cxn modelId="{3815CB78-2FE9-4892-B50B-399828535D4A}" srcId="{94A24462-E17C-4678-BB2F-888649E14731}" destId="{B060F2DB-BA9D-48CF-A706-B88D4FA02FA8}" srcOrd="3" destOrd="0" parTransId="{0098F58A-03AA-462C-B501-927BC7675A73}" sibTransId="{CAB805AF-3261-4254-9C18-CDCA93FA3264}"/>
    <dgm:cxn modelId="{5A17527A-4FE6-4253-945B-31323FEC9FE8}" type="presOf" srcId="{E184DA68-0774-4D46-833C-03B73891FD4F}" destId="{3B92336F-F99F-4660-9E00-9409BEFD2F71}" srcOrd="0" destOrd="0" presId="urn:microsoft.com/office/officeart/2016/7/layout/VerticalHollowActionList"/>
    <dgm:cxn modelId="{FF8A7C89-51A4-4312-B780-1327F4EC4DFA}" type="presOf" srcId="{B060F2DB-BA9D-48CF-A706-B88D4FA02FA8}" destId="{86207F42-14A4-4D28-A2B8-113AEFA77C6E}" srcOrd="0" destOrd="0" presId="urn:microsoft.com/office/officeart/2016/7/layout/VerticalHollowActionList"/>
    <dgm:cxn modelId="{8B7F4193-B3C0-4D23-9210-A80AF9977115}" type="presOf" srcId="{9BAE819F-6FEB-439B-A7CA-9B6ADC27876F}" destId="{0FB09010-E29B-4578-82E8-C5FDC98FF6AE}" srcOrd="0" destOrd="0" presId="urn:microsoft.com/office/officeart/2016/7/layout/VerticalHollowActionList"/>
    <dgm:cxn modelId="{7FABB0BA-3B57-4E09-A7A4-579F59065EC4}" srcId="{07637E4C-4F2B-423C-B829-F4C85E08FB9D}" destId="{E79755AD-1BC3-4D26-80D2-8781E206947D}" srcOrd="0" destOrd="0" parTransId="{0D225B23-88C2-4839-BCFD-0091059BA8BC}" sibTransId="{37566178-09AF-4A2D-8DE2-3CB0C3A3E29D}"/>
    <dgm:cxn modelId="{C15AE3C8-E970-45D3-8593-92B0C95E01C9}" srcId="{B060F2DB-BA9D-48CF-A706-B88D4FA02FA8}" destId="{AC4B0FE6-6DB1-4B9D-94D6-1BD08843EBD9}" srcOrd="0" destOrd="0" parTransId="{FB15248D-FD93-4D41-AC09-4FCCEE7511AA}" sibTransId="{07CF1461-AE88-4525-AF2A-BA8D0ABC8445}"/>
    <dgm:cxn modelId="{8DBEE4CB-9A1C-44D6-9E97-904036D0ECC3}" type="presParOf" srcId="{50CCEA48-293E-4D30-80FC-7EE52E3194C5}" destId="{8FA337DB-46DE-4807-B302-A3016BAF0FEA}" srcOrd="0" destOrd="0" presId="urn:microsoft.com/office/officeart/2016/7/layout/VerticalHollowActionList"/>
    <dgm:cxn modelId="{6379821F-8571-424E-B358-9E78C5FB0F98}" type="presParOf" srcId="{8FA337DB-46DE-4807-B302-A3016BAF0FEA}" destId="{94996B87-56D4-4FBC-B49F-D61353AE5021}" srcOrd="0" destOrd="0" presId="urn:microsoft.com/office/officeart/2016/7/layout/VerticalHollowActionList"/>
    <dgm:cxn modelId="{71010AF6-B23F-4546-A439-39B3FC3E9C2F}" type="presParOf" srcId="{8FA337DB-46DE-4807-B302-A3016BAF0FEA}" destId="{6F509BE5-0B81-4CDE-9385-B78DFA2FFBA4}" srcOrd="1" destOrd="0" presId="urn:microsoft.com/office/officeart/2016/7/layout/VerticalHollowActionList"/>
    <dgm:cxn modelId="{8A855D28-A1AA-46C5-AF70-7015098B9B4C}" type="presParOf" srcId="{50CCEA48-293E-4D30-80FC-7EE52E3194C5}" destId="{1B907748-0F52-4305-8C18-604F25C134D5}" srcOrd="1" destOrd="0" presId="urn:microsoft.com/office/officeart/2016/7/layout/VerticalHollowActionList"/>
    <dgm:cxn modelId="{1F21F0BB-6E09-4A3E-BD08-08417B597B45}" type="presParOf" srcId="{50CCEA48-293E-4D30-80FC-7EE52E3194C5}" destId="{6B15F51B-75BC-4853-B72E-8F95BDC42D51}" srcOrd="2" destOrd="0" presId="urn:microsoft.com/office/officeart/2016/7/layout/VerticalHollowActionList"/>
    <dgm:cxn modelId="{3396DFA7-ED25-412E-A47C-A55421E0A9BE}" type="presParOf" srcId="{6B15F51B-75BC-4853-B72E-8F95BDC42D51}" destId="{7C9C9D5A-A8E2-4051-9854-34D913CC9873}" srcOrd="0" destOrd="0" presId="urn:microsoft.com/office/officeart/2016/7/layout/VerticalHollowActionList"/>
    <dgm:cxn modelId="{F8796DB3-5D35-4F90-A268-57B6DFCE997E}" type="presParOf" srcId="{6B15F51B-75BC-4853-B72E-8F95BDC42D51}" destId="{F15B2CC7-7997-46D3-AC45-44F357C94FEE}" srcOrd="1" destOrd="0" presId="urn:microsoft.com/office/officeart/2016/7/layout/VerticalHollowActionList"/>
    <dgm:cxn modelId="{C782C285-4C0F-40D0-9348-54FAB8B3D10D}" type="presParOf" srcId="{50CCEA48-293E-4D30-80FC-7EE52E3194C5}" destId="{F720D399-A641-4FC5-884B-A0B8D0FC5F86}" srcOrd="3" destOrd="0" presId="urn:microsoft.com/office/officeart/2016/7/layout/VerticalHollowActionList"/>
    <dgm:cxn modelId="{AF42A2C1-E213-49C9-9F51-A7F2999AE47C}" type="presParOf" srcId="{50CCEA48-293E-4D30-80FC-7EE52E3194C5}" destId="{ACCC1846-52F2-4A73-829F-1E940C43FF0B}" srcOrd="4" destOrd="0" presId="urn:microsoft.com/office/officeart/2016/7/layout/VerticalHollowActionList"/>
    <dgm:cxn modelId="{C307D8CD-B1E7-4971-89D0-0F636A15DFA9}" type="presParOf" srcId="{ACCC1846-52F2-4A73-829F-1E940C43FF0B}" destId="{0FB09010-E29B-4578-82E8-C5FDC98FF6AE}" srcOrd="0" destOrd="0" presId="urn:microsoft.com/office/officeart/2016/7/layout/VerticalHollowActionList"/>
    <dgm:cxn modelId="{5D7B5F20-DF71-4D08-B2F2-5DFEEF9A5A91}" type="presParOf" srcId="{ACCC1846-52F2-4A73-829F-1E940C43FF0B}" destId="{3B92336F-F99F-4660-9E00-9409BEFD2F71}" srcOrd="1" destOrd="0" presId="urn:microsoft.com/office/officeart/2016/7/layout/VerticalHollowActionList"/>
    <dgm:cxn modelId="{E63D7718-AE26-4D3D-8739-3AB647DB5DCE}" type="presParOf" srcId="{50CCEA48-293E-4D30-80FC-7EE52E3194C5}" destId="{9C9B5330-6CC1-4AB1-81E9-B288378FE5BB}" srcOrd="5" destOrd="0" presId="urn:microsoft.com/office/officeart/2016/7/layout/VerticalHollowActionList"/>
    <dgm:cxn modelId="{BE0BD303-20A9-44A2-98DD-C112752555EF}" type="presParOf" srcId="{50CCEA48-293E-4D30-80FC-7EE52E3194C5}" destId="{467D2001-3184-4EA4-9DB0-FC0F51C75726}" srcOrd="6" destOrd="0" presId="urn:microsoft.com/office/officeart/2016/7/layout/VerticalHollowActionList"/>
    <dgm:cxn modelId="{81535DB6-9757-45AE-803F-3ED8D5A7D178}" type="presParOf" srcId="{467D2001-3184-4EA4-9DB0-FC0F51C75726}" destId="{86207F42-14A4-4D28-A2B8-113AEFA77C6E}" srcOrd="0" destOrd="0" presId="urn:microsoft.com/office/officeart/2016/7/layout/VerticalHollowActionList"/>
    <dgm:cxn modelId="{2BAA5A13-C5E6-457C-B6D1-D6EE54D0B034}" type="presParOf" srcId="{467D2001-3184-4EA4-9DB0-FC0F51C75726}" destId="{F39F4720-A3CE-404F-9E4C-8AFDF6574DD2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85F2905-4557-408D-A484-31C912241BE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5E3BB61-3BCC-416F-886B-B57BB19843C5}">
      <dgm:prSet/>
      <dgm:spPr/>
      <dgm:t>
        <a:bodyPr/>
        <a:lstStyle/>
        <a:p>
          <a:r>
            <a:rPr lang="en-US"/>
            <a:t>An organization signs up for multiple cloud services.</a:t>
          </a:r>
        </a:p>
      </dgm:t>
    </dgm:pt>
    <dgm:pt modelId="{CFB98FA6-683B-454F-B5B8-1A10B9B44A1A}" type="parTrans" cxnId="{341291FE-876E-47F7-9469-080B3BA27A07}">
      <dgm:prSet/>
      <dgm:spPr/>
      <dgm:t>
        <a:bodyPr/>
        <a:lstStyle/>
        <a:p>
          <a:endParaRPr lang="en-US"/>
        </a:p>
      </dgm:t>
    </dgm:pt>
    <dgm:pt modelId="{8AB3B0E3-3974-44A9-8AC8-D2F26428F46C}" type="sibTrans" cxnId="{341291FE-876E-47F7-9469-080B3BA27A07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3BCB38EF-DD9C-4EBF-AE10-46A1A8F54988}">
      <dgm:prSet/>
      <dgm:spPr/>
      <dgm:t>
        <a:bodyPr/>
        <a:lstStyle/>
        <a:p>
          <a:r>
            <a:rPr lang="en-US"/>
            <a:t>It uses each one where they’re strongest, like:</a:t>
          </a:r>
        </a:p>
      </dgm:t>
    </dgm:pt>
    <dgm:pt modelId="{5668458A-4946-4FE2-93F9-A22488C5ACED}" type="parTrans" cxnId="{C2997F90-A0EB-4885-8700-470F7DD9591D}">
      <dgm:prSet/>
      <dgm:spPr/>
      <dgm:t>
        <a:bodyPr/>
        <a:lstStyle/>
        <a:p>
          <a:endParaRPr lang="en-US"/>
        </a:p>
      </dgm:t>
    </dgm:pt>
    <dgm:pt modelId="{EDCFA274-0A43-4D6C-AFC3-0DC935C8B752}" type="sibTrans" cxnId="{C2997F90-A0EB-4885-8700-470F7DD9591D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982815F5-1B34-47DE-A45A-91E26EEDCD96}">
      <dgm:prSet/>
      <dgm:spPr/>
      <dgm:t>
        <a:bodyPr/>
        <a:lstStyle/>
        <a:p>
          <a:r>
            <a:rPr lang="en-US"/>
            <a:t>One for databases</a:t>
          </a:r>
        </a:p>
      </dgm:t>
    </dgm:pt>
    <dgm:pt modelId="{56114223-8AFA-40B5-8BDF-525E3E9E4205}" type="parTrans" cxnId="{C7836AEC-CBB5-4142-B13C-3EF3704CE019}">
      <dgm:prSet/>
      <dgm:spPr/>
      <dgm:t>
        <a:bodyPr/>
        <a:lstStyle/>
        <a:p>
          <a:endParaRPr lang="en-US"/>
        </a:p>
      </dgm:t>
    </dgm:pt>
    <dgm:pt modelId="{D88AE07A-0D7C-442E-9E40-5C0F5111F87F}" type="sibTrans" cxnId="{C7836AEC-CBB5-4142-B13C-3EF3704CE019}">
      <dgm:prSet/>
      <dgm:spPr/>
      <dgm:t>
        <a:bodyPr/>
        <a:lstStyle/>
        <a:p>
          <a:endParaRPr lang="en-US"/>
        </a:p>
      </dgm:t>
    </dgm:pt>
    <dgm:pt modelId="{66BB04D3-C95C-4EC3-9EDE-0D6CC1BABCBA}">
      <dgm:prSet/>
      <dgm:spPr/>
      <dgm:t>
        <a:bodyPr/>
        <a:lstStyle/>
        <a:p>
          <a:r>
            <a:rPr lang="en-US"/>
            <a:t>Another for backups</a:t>
          </a:r>
        </a:p>
      </dgm:t>
    </dgm:pt>
    <dgm:pt modelId="{DC30241F-75C7-4BB7-A157-945F39FFF67D}" type="parTrans" cxnId="{57DBD448-0BFB-4CB8-BD76-BE422EAFB6EA}">
      <dgm:prSet/>
      <dgm:spPr/>
      <dgm:t>
        <a:bodyPr/>
        <a:lstStyle/>
        <a:p>
          <a:endParaRPr lang="en-US"/>
        </a:p>
      </dgm:t>
    </dgm:pt>
    <dgm:pt modelId="{BF51F465-6218-4F47-B199-9664C68A774D}" type="sibTrans" cxnId="{57DBD448-0BFB-4CB8-BD76-BE422EAFB6EA}">
      <dgm:prSet/>
      <dgm:spPr/>
      <dgm:t>
        <a:bodyPr/>
        <a:lstStyle/>
        <a:p>
          <a:endParaRPr lang="en-US"/>
        </a:p>
      </dgm:t>
    </dgm:pt>
    <dgm:pt modelId="{C84EDAFA-00AA-45A2-B680-6435A2DA2F56}">
      <dgm:prSet/>
      <dgm:spPr/>
      <dgm:t>
        <a:bodyPr/>
        <a:lstStyle/>
        <a:p>
          <a:r>
            <a:rPr lang="en-US"/>
            <a:t>A third for machine learning</a:t>
          </a:r>
        </a:p>
      </dgm:t>
    </dgm:pt>
    <dgm:pt modelId="{8F01DB4D-55A0-4D88-A65E-E5DF7960A5F0}" type="parTrans" cxnId="{A395FD28-EB24-4BA3-8B61-721E03DFEAAB}">
      <dgm:prSet/>
      <dgm:spPr/>
      <dgm:t>
        <a:bodyPr/>
        <a:lstStyle/>
        <a:p>
          <a:endParaRPr lang="en-US"/>
        </a:p>
      </dgm:t>
    </dgm:pt>
    <dgm:pt modelId="{348C2EBB-B340-41C1-A56D-762F7A1EC9A3}" type="sibTrans" cxnId="{A395FD28-EB24-4BA3-8B61-721E03DFEAAB}">
      <dgm:prSet/>
      <dgm:spPr/>
      <dgm:t>
        <a:bodyPr/>
        <a:lstStyle/>
        <a:p>
          <a:endParaRPr lang="en-US"/>
        </a:p>
      </dgm:t>
    </dgm:pt>
    <dgm:pt modelId="{ABF39E49-B803-4FC8-A7F8-D846E829FEB8}">
      <dgm:prSet/>
      <dgm:spPr/>
      <dgm:t>
        <a:bodyPr/>
        <a:lstStyle/>
        <a:p>
          <a:r>
            <a:rPr lang="en-US"/>
            <a:t>Data may or may not move between clouds.</a:t>
          </a:r>
        </a:p>
      </dgm:t>
    </dgm:pt>
    <dgm:pt modelId="{D1976496-D961-4CED-9ACF-0A3CC17FC67C}" type="parTrans" cxnId="{53B23616-EEEA-49A2-957A-7406E88F240A}">
      <dgm:prSet/>
      <dgm:spPr/>
      <dgm:t>
        <a:bodyPr/>
        <a:lstStyle/>
        <a:p>
          <a:endParaRPr lang="en-US"/>
        </a:p>
      </dgm:t>
    </dgm:pt>
    <dgm:pt modelId="{27F19140-D393-4EB0-8970-9431AE1BC4C2}" type="sibTrans" cxnId="{53B23616-EEEA-49A2-957A-7406E88F240A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6B72B76C-FC7D-406B-8F1A-EAF97E45E9A5}" type="pres">
      <dgm:prSet presAssocID="{785F2905-4557-408D-A484-31C912241BE6}" presName="Name0" presStyleCnt="0">
        <dgm:presLayoutVars>
          <dgm:animLvl val="lvl"/>
          <dgm:resizeHandles val="exact"/>
        </dgm:presLayoutVars>
      </dgm:prSet>
      <dgm:spPr/>
    </dgm:pt>
    <dgm:pt modelId="{5A29DFEC-4569-4606-92F0-E5BEBBC4CCD0}" type="pres">
      <dgm:prSet presAssocID="{A5E3BB61-3BCC-416F-886B-B57BB19843C5}" presName="compositeNode" presStyleCnt="0">
        <dgm:presLayoutVars>
          <dgm:bulletEnabled val="1"/>
        </dgm:presLayoutVars>
      </dgm:prSet>
      <dgm:spPr/>
    </dgm:pt>
    <dgm:pt modelId="{62C7714D-6BC6-45F9-9C0E-A11C029DAF7D}" type="pres">
      <dgm:prSet presAssocID="{A5E3BB61-3BCC-416F-886B-B57BB19843C5}" presName="bgRect" presStyleLbl="alignNode1" presStyleIdx="0" presStyleCnt="3"/>
      <dgm:spPr/>
    </dgm:pt>
    <dgm:pt modelId="{7BC0DD29-4ABD-49FD-A5B6-F1252AB2DA58}" type="pres">
      <dgm:prSet presAssocID="{8AB3B0E3-3974-44A9-8AC8-D2F26428F46C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884AC0E-EF27-444E-8E44-F9A672D01C46}" type="pres">
      <dgm:prSet presAssocID="{A5E3BB61-3BCC-416F-886B-B57BB19843C5}" presName="nodeRect" presStyleLbl="alignNode1" presStyleIdx="0" presStyleCnt="3">
        <dgm:presLayoutVars>
          <dgm:bulletEnabled val="1"/>
        </dgm:presLayoutVars>
      </dgm:prSet>
      <dgm:spPr/>
    </dgm:pt>
    <dgm:pt modelId="{68BA262E-3DBB-45B4-A3B4-B1F2323BE72E}" type="pres">
      <dgm:prSet presAssocID="{8AB3B0E3-3974-44A9-8AC8-D2F26428F46C}" presName="sibTrans" presStyleCnt="0"/>
      <dgm:spPr/>
    </dgm:pt>
    <dgm:pt modelId="{06DA7B2E-BFEE-4509-9CB0-B826BE35EF95}" type="pres">
      <dgm:prSet presAssocID="{3BCB38EF-DD9C-4EBF-AE10-46A1A8F54988}" presName="compositeNode" presStyleCnt="0">
        <dgm:presLayoutVars>
          <dgm:bulletEnabled val="1"/>
        </dgm:presLayoutVars>
      </dgm:prSet>
      <dgm:spPr/>
    </dgm:pt>
    <dgm:pt modelId="{FB735AF0-1D49-44C3-B5D0-7EAF0CF63251}" type="pres">
      <dgm:prSet presAssocID="{3BCB38EF-DD9C-4EBF-AE10-46A1A8F54988}" presName="bgRect" presStyleLbl="alignNode1" presStyleIdx="1" presStyleCnt="3"/>
      <dgm:spPr/>
    </dgm:pt>
    <dgm:pt modelId="{68FC943A-C703-4E23-8D7C-64F4EEE7F692}" type="pres">
      <dgm:prSet presAssocID="{EDCFA274-0A43-4D6C-AFC3-0DC935C8B752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A1084F81-4C93-4CC9-8999-71A83BAD61B9}" type="pres">
      <dgm:prSet presAssocID="{3BCB38EF-DD9C-4EBF-AE10-46A1A8F54988}" presName="nodeRect" presStyleLbl="alignNode1" presStyleIdx="1" presStyleCnt="3">
        <dgm:presLayoutVars>
          <dgm:bulletEnabled val="1"/>
        </dgm:presLayoutVars>
      </dgm:prSet>
      <dgm:spPr/>
    </dgm:pt>
    <dgm:pt modelId="{04839D21-94D8-4B4C-9230-32E656CCA534}" type="pres">
      <dgm:prSet presAssocID="{EDCFA274-0A43-4D6C-AFC3-0DC935C8B752}" presName="sibTrans" presStyleCnt="0"/>
      <dgm:spPr/>
    </dgm:pt>
    <dgm:pt modelId="{A15FC40D-2A22-47CC-B0F9-A54CDD77636C}" type="pres">
      <dgm:prSet presAssocID="{ABF39E49-B803-4FC8-A7F8-D846E829FEB8}" presName="compositeNode" presStyleCnt="0">
        <dgm:presLayoutVars>
          <dgm:bulletEnabled val="1"/>
        </dgm:presLayoutVars>
      </dgm:prSet>
      <dgm:spPr/>
    </dgm:pt>
    <dgm:pt modelId="{2EABA628-29F0-48E0-B9DA-888D59A693F8}" type="pres">
      <dgm:prSet presAssocID="{ABF39E49-B803-4FC8-A7F8-D846E829FEB8}" presName="bgRect" presStyleLbl="alignNode1" presStyleIdx="2" presStyleCnt="3"/>
      <dgm:spPr/>
    </dgm:pt>
    <dgm:pt modelId="{B5F0D178-04D0-4E20-9E3F-AE9CC3F0A208}" type="pres">
      <dgm:prSet presAssocID="{27F19140-D393-4EB0-8970-9431AE1BC4C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A3F867E1-5DC2-4606-BDD7-A23644F469E6}" type="pres">
      <dgm:prSet presAssocID="{ABF39E49-B803-4FC8-A7F8-D846E829FEB8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31F09704-9921-497B-97B3-CBE67439D2B4}" type="presOf" srcId="{3BCB38EF-DD9C-4EBF-AE10-46A1A8F54988}" destId="{A1084F81-4C93-4CC9-8999-71A83BAD61B9}" srcOrd="1" destOrd="0" presId="urn:microsoft.com/office/officeart/2016/7/layout/LinearBlockProcessNumbered"/>
    <dgm:cxn modelId="{D08FA70E-6826-49DB-AEC5-857B3C22CED6}" type="presOf" srcId="{66BB04D3-C95C-4EC3-9EDE-0D6CC1BABCBA}" destId="{A1084F81-4C93-4CC9-8999-71A83BAD61B9}" srcOrd="0" destOrd="2" presId="urn:microsoft.com/office/officeart/2016/7/layout/LinearBlockProcessNumbered"/>
    <dgm:cxn modelId="{53B23616-EEEA-49A2-957A-7406E88F240A}" srcId="{785F2905-4557-408D-A484-31C912241BE6}" destId="{ABF39E49-B803-4FC8-A7F8-D846E829FEB8}" srcOrd="2" destOrd="0" parTransId="{D1976496-D961-4CED-9ACF-0A3CC17FC67C}" sibTransId="{27F19140-D393-4EB0-8970-9431AE1BC4C2}"/>
    <dgm:cxn modelId="{A395FD28-EB24-4BA3-8B61-721E03DFEAAB}" srcId="{3BCB38EF-DD9C-4EBF-AE10-46A1A8F54988}" destId="{C84EDAFA-00AA-45A2-B680-6435A2DA2F56}" srcOrd="2" destOrd="0" parTransId="{8F01DB4D-55A0-4D88-A65E-E5DF7960A5F0}" sibTransId="{348C2EBB-B340-41C1-A56D-762F7A1EC9A3}"/>
    <dgm:cxn modelId="{BBE26F3B-F079-4097-BFAA-D8ECCD7B1994}" type="presOf" srcId="{EDCFA274-0A43-4D6C-AFC3-0DC935C8B752}" destId="{68FC943A-C703-4E23-8D7C-64F4EEE7F692}" srcOrd="0" destOrd="0" presId="urn:microsoft.com/office/officeart/2016/7/layout/LinearBlockProcessNumbered"/>
    <dgm:cxn modelId="{2D8AF35F-E41E-435D-83A2-9A37996373AB}" type="presOf" srcId="{27F19140-D393-4EB0-8970-9431AE1BC4C2}" destId="{B5F0D178-04D0-4E20-9E3F-AE9CC3F0A208}" srcOrd="0" destOrd="0" presId="urn:microsoft.com/office/officeart/2016/7/layout/LinearBlockProcessNumbered"/>
    <dgm:cxn modelId="{1AF4F465-B647-4ABD-BF61-8B6C23022D85}" type="presOf" srcId="{785F2905-4557-408D-A484-31C912241BE6}" destId="{6B72B76C-FC7D-406B-8F1A-EAF97E45E9A5}" srcOrd="0" destOrd="0" presId="urn:microsoft.com/office/officeart/2016/7/layout/LinearBlockProcessNumbered"/>
    <dgm:cxn modelId="{0CE09048-B229-4E4F-892E-78699AE7C1CC}" type="presOf" srcId="{A5E3BB61-3BCC-416F-886B-B57BB19843C5}" destId="{62C7714D-6BC6-45F9-9C0E-A11C029DAF7D}" srcOrd="0" destOrd="0" presId="urn:microsoft.com/office/officeart/2016/7/layout/LinearBlockProcessNumbered"/>
    <dgm:cxn modelId="{57DBD448-0BFB-4CB8-BD76-BE422EAFB6EA}" srcId="{3BCB38EF-DD9C-4EBF-AE10-46A1A8F54988}" destId="{66BB04D3-C95C-4EC3-9EDE-0D6CC1BABCBA}" srcOrd="1" destOrd="0" parTransId="{DC30241F-75C7-4BB7-A157-945F39FFF67D}" sibTransId="{BF51F465-6218-4F47-B199-9664C68A774D}"/>
    <dgm:cxn modelId="{ECAB3353-D57B-4A15-B2D4-5D45D1E8B7B1}" type="presOf" srcId="{982815F5-1B34-47DE-A45A-91E26EEDCD96}" destId="{A1084F81-4C93-4CC9-8999-71A83BAD61B9}" srcOrd="0" destOrd="1" presId="urn:microsoft.com/office/officeart/2016/7/layout/LinearBlockProcessNumbered"/>
    <dgm:cxn modelId="{168C0D78-CA31-4DF0-8583-FFE0458E3B2B}" type="presOf" srcId="{A5E3BB61-3BCC-416F-886B-B57BB19843C5}" destId="{F884AC0E-EF27-444E-8E44-F9A672D01C46}" srcOrd="1" destOrd="0" presId="urn:microsoft.com/office/officeart/2016/7/layout/LinearBlockProcessNumbered"/>
    <dgm:cxn modelId="{C2997F90-A0EB-4885-8700-470F7DD9591D}" srcId="{785F2905-4557-408D-A484-31C912241BE6}" destId="{3BCB38EF-DD9C-4EBF-AE10-46A1A8F54988}" srcOrd="1" destOrd="0" parTransId="{5668458A-4946-4FE2-93F9-A22488C5ACED}" sibTransId="{EDCFA274-0A43-4D6C-AFC3-0DC935C8B752}"/>
    <dgm:cxn modelId="{532DD59E-0C72-4BF4-876D-11388CAA4410}" type="presOf" srcId="{C84EDAFA-00AA-45A2-B680-6435A2DA2F56}" destId="{A1084F81-4C93-4CC9-8999-71A83BAD61B9}" srcOrd="0" destOrd="3" presId="urn:microsoft.com/office/officeart/2016/7/layout/LinearBlockProcessNumbered"/>
    <dgm:cxn modelId="{FF4918BE-91FD-4371-AFD7-1A8ED9D2088E}" type="presOf" srcId="{ABF39E49-B803-4FC8-A7F8-D846E829FEB8}" destId="{A3F867E1-5DC2-4606-BDD7-A23644F469E6}" srcOrd="1" destOrd="0" presId="urn:microsoft.com/office/officeart/2016/7/layout/LinearBlockProcessNumbered"/>
    <dgm:cxn modelId="{3AB9DFBF-F64C-417F-88E3-594C6B06C728}" type="presOf" srcId="{ABF39E49-B803-4FC8-A7F8-D846E829FEB8}" destId="{2EABA628-29F0-48E0-B9DA-888D59A693F8}" srcOrd="0" destOrd="0" presId="urn:microsoft.com/office/officeart/2016/7/layout/LinearBlockProcessNumbered"/>
    <dgm:cxn modelId="{1115A5C3-C36B-4FB8-B3E3-53610979BA70}" type="presOf" srcId="{3BCB38EF-DD9C-4EBF-AE10-46A1A8F54988}" destId="{FB735AF0-1D49-44C3-B5D0-7EAF0CF63251}" srcOrd="0" destOrd="0" presId="urn:microsoft.com/office/officeart/2016/7/layout/LinearBlockProcessNumbered"/>
    <dgm:cxn modelId="{1DC565E0-FAAC-4DA8-AB93-C3D451BB6399}" type="presOf" srcId="{8AB3B0E3-3974-44A9-8AC8-D2F26428F46C}" destId="{7BC0DD29-4ABD-49FD-A5B6-F1252AB2DA58}" srcOrd="0" destOrd="0" presId="urn:microsoft.com/office/officeart/2016/7/layout/LinearBlockProcessNumbered"/>
    <dgm:cxn modelId="{C7836AEC-CBB5-4142-B13C-3EF3704CE019}" srcId="{3BCB38EF-DD9C-4EBF-AE10-46A1A8F54988}" destId="{982815F5-1B34-47DE-A45A-91E26EEDCD96}" srcOrd="0" destOrd="0" parTransId="{56114223-8AFA-40B5-8BDF-525E3E9E4205}" sibTransId="{D88AE07A-0D7C-442E-9E40-5C0F5111F87F}"/>
    <dgm:cxn modelId="{341291FE-876E-47F7-9469-080B3BA27A07}" srcId="{785F2905-4557-408D-A484-31C912241BE6}" destId="{A5E3BB61-3BCC-416F-886B-B57BB19843C5}" srcOrd="0" destOrd="0" parTransId="{CFB98FA6-683B-454F-B5B8-1A10B9B44A1A}" sibTransId="{8AB3B0E3-3974-44A9-8AC8-D2F26428F46C}"/>
    <dgm:cxn modelId="{6EDC027C-4717-4089-BE7E-85306BEA6E50}" type="presParOf" srcId="{6B72B76C-FC7D-406B-8F1A-EAF97E45E9A5}" destId="{5A29DFEC-4569-4606-92F0-E5BEBBC4CCD0}" srcOrd="0" destOrd="0" presId="urn:microsoft.com/office/officeart/2016/7/layout/LinearBlockProcessNumbered"/>
    <dgm:cxn modelId="{B5CA38B2-27B1-409B-AC3C-15F599C5E960}" type="presParOf" srcId="{5A29DFEC-4569-4606-92F0-E5BEBBC4CCD0}" destId="{62C7714D-6BC6-45F9-9C0E-A11C029DAF7D}" srcOrd="0" destOrd="0" presId="urn:microsoft.com/office/officeart/2016/7/layout/LinearBlockProcessNumbered"/>
    <dgm:cxn modelId="{38B77217-6948-4266-A009-B95360C854E6}" type="presParOf" srcId="{5A29DFEC-4569-4606-92F0-E5BEBBC4CCD0}" destId="{7BC0DD29-4ABD-49FD-A5B6-F1252AB2DA58}" srcOrd="1" destOrd="0" presId="urn:microsoft.com/office/officeart/2016/7/layout/LinearBlockProcessNumbered"/>
    <dgm:cxn modelId="{2FD3F893-9502-40C2-9712-739DBFB80B9E}" type="presParOf" srcId="{5A29DFEC-4569-4606-92F0-E5BEBBC4CCD0}" destId="{F884AC0E-EF27-444E-8E44-F9A672D01C46}" srcOrd="2" destOrd="0" presId="urn:microsoft.com/office/officeart/2016/7/layout/LinearBlockProcessNumbered"/>
    <dgm:cxn modelId="{B837968B-6F63-4059-92EB-33E3014FCEC8}" type="presParOf" srcId="{6B72B76C-FC7D-406B-8F1A-EAF97E45E9A5}" destId="{68BA262E-3DBB-45B4-A3B4-B1F2323BE72E}" srcOrd="1" destOrd="0" presId="urn:microsoft.com/office/officeart/2016/7/layout/LinearBlockProcessNumbered"/>
    <dgm:cxn modelId="{A23EF237-4DF2-4B36-B2A4-4DE7F5107573}" type="presParOf" srcId="{6B72B76C-FC7D-406B-8F1A-EAF97E45E9A5}" destId="{06DA7B2E-BFEE-4509-9CB0-B826BE35EF95}" srcOrd="2" destOrd="0" presId="urn:microsoft.com/office/officeart/2016/7/layout/LinearBlockProcessNumbered"/>
    <dgm:cxn modelId="{5D233093-9F77-4998-9BCA-0FA9E21ED48D}" type="presParOf" srcId="{06DA7B2E-BFEE-4509-9CB0-B826BE35EF95}" destId="{FB735AF0-1D49-44C3-B5D0-7EAF0CF63251}" srcOrd="0" destOrd="0" presId="urn:microsoft.com/office/officeart/2016/7/layout/LinearBlockProcessNumbered"/>
    <dgm:cxn modelId="{EB685890-0B98-4421-A126-CF0E4FABBF6E}" type="presParOf" srcId="{06DA7B2E-BFEE-4509-9CB0-B826BE35EF95}" destId="{68FC943A-C703-4E23-8D7C-64F4EEE7F692}" srcOrd="1" destOrd="0" presId="urn:microsoft.com/office/officeart/2016/7/layout/LinearBlockProcessNumbered"/>
    <dgm:cxn modelId="{CE406BDF-8A8C-4F46-869E-A0FFCB0C9FC1}" type="presParOf" srcId="{06DA7B2E-BFEE-4509-9CB0-B826BE35EF95}" destId="{A1084F81-4C93-4CC9-8999-71A83BAD61B9}" srcOrd="2" destOrd="0" presId="urn:microsoft.com/office/officeart/2016/7/layout/LinearBlockProcessNumbered"/>
    <dgm:cxn modelId="{D6141AE8-DAD7-4E34-A007-4516DB0060EA}" type="presParOf" srcId="{6B72B76C-FC7D-406B-8F1A-EAF97E45E9A5}" destId="{04839D21-94D8-4B4C-9230-32E656CCA534}" srcOrd="3" destOrd="0" presId="urn:microsoft.com/office/officeart/2016/7/layout/LinearBlockProcessNumbered"/>
    <dgm:cxn modelId="{9A1F0F7C-0313-46D7-87C1-1553DF2D7876}" type="presParOf" srcId="{6B72B76C-FC7D-406B-8F1A-EAF97E45E9A5}" destId="{A15FC40D-2A22-47CC-B0F9-A54CDD77636C}" srcOrd="4" destOrd="0" presId="urn:microsoft.com/office/officeart/2016/7/layout/LinearBlockProcessNumbered"/>
    <dgm:cxn modelId="{84251A2D-2463-4221-BFE9-E32F46C6F9D5}" type="presParOf" srcId="{A15FC40D-2A22-47CC-B0F9-A54CDD77636C}" destId="{2EABA628-29F0-48E0-B9DA-888D59A693F8}" srcOrd="0" destOrd="0" presId="urn:microsoft.com/office/officeart/2016/7/layout/LinearBlockProcessNumbered"/>
    <dgm:cxn modelId="{A8D2FCF6-7F21-405D-B363-7F47526143D6}" type="presParOf" srcId="{A15FC40D-2A22-47CC-B0F9-A54CDD77636C}" destId="{B5F0D178-04D0-4E20-9E3F-AE9CC3F0A208}" srcOrd="1" destOrd="0" presId="urn:microsoft.com/office/officeart/2016/7/layout/LinearBlockProcessNumbered"/>
    <dgm:cxn modelId="{C93046AF-41A1-4B90-9F88-A328A70EE603}" type="presParOf" srcId="{A15FC40D-2A22-47CC-B0F9-A54CDD77636C}" destId="{A3F867E1-5DC2-4606-BDD7-A23644F469E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0A8E349-C438-43C8-9C60-FB6D695CF3DE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AE5BB0F-03F3-4510-87BB-817348DAC801}">
      <dgm:prSet/>
      <dgm:spPr/>
      <dgm:t>
        <a:bodyPr/>
        <a:lstStyle/>
        <a:p>
          <a:r>
            <a:rPr lang="en-US"/>
            <a:t>A media company uses:</a:t>
          </a:r>
        </a:p>
      </dgm:t>
    </dgm:pt>
    <dgm:pt modelId="{22C80715-098A-46A6-A8F0-09F42F3EFB00}" type="parTrans" cxnId="{6D3BBFE8-076A-4FAD-A78F-E6594EDF1512}">
      <dgm:prSet/>
      <dgm:spPr/>
      <dgm:t>
        <a:bodyPr/>
        <a:lstStyle/>
        <a:p>
          <a:endParaRPr lang="en-US"/>
        </a:p>
      </dgm:t>
    </dgm:pt>
    <dgm:pt modelId="{65922D3B-9790-4F38-90FB-8169C721CB0D}" type="sibTrans" cxnId="{6D3BBFE8-076A-4FAD-A78F-E6594EDF1512}">
      <dgm:prSet/>
      <dgm:spPr/>
      <dgm:t>
        <a:bodyPr/>
        <a:lstStyle/>
        <a:p>
          <a:endParaRPr lang="en-US"/>
        </a:p>
      </dgm:t>
    </dgm:pt>
    <dgm:pt modelId="{773A4044-4C83-42DD-B7CF-E25B0E1486B4}">
      <dgm:prSet/>
      <dgm:spPr/>
      <dgm:t>
        <a:bodyPr/>
        <a:lstStyle/>
        <a:p>
          <a:r>
            <a:rPr lang="en-US"/>
            <a:t>One cloud to store and edit videos</a:t>
          </a:r>
        </a:p>
      </dgm:t>
    </dgm:pt>
    <dgm:pt modelId="{22836070-7341-4B61-AA30-44A015084C87}" type="parTrans" cxnId="{FD0206C3-2A7D-4150-BC9C-073275DA6127}">
      <dgm:prSet/>
      <dgm:spPr/>
      <dgm:t>
        <a:bodyPr/>
        <a:lstStyle/>
        <a:p>
          <a:endParaRPr lang="en-US"/>
        </a:p>
      </dgm:t>
    </dgm:pt>
    <dgm:pt modelId="{CE6D9156-B00D-47AE-BF54-701978DB8F06}" type="sibTrans" cxnId="{FD0206C3-2A7D-4150-BC9C-073275DA6127}">
      <dgm:prSet/>
      <dgm:spPr/>
      <dgm:t>
        <a:bodyPr/>
        <a:lstStyle/>
        <a:p>
          <a:endParaRPr lang="en-US"/>
        </a:p>
      </dgm:t>
    </dgm:pt>
    <dgm:pt modelId="{F8FB054B-9C6B-42E8-80D6-0D107CE6DB40}">
      <dgm:prSet/>
      <dgm:spPr/>
      <dgm:t>
        <a:bodyPr/>
        <a:lstStyle/>
        <a:p>
          <a:r>
            <a:rPr lang="en-US"/>
            <a:t>Another cloud to run video streaming</a:t>
          </a:r>
        </a:p>
      </dgm:t>
    </dgm:pt>
    <dgm:pt modelId="{B006F3EB-FF16-4173-B1D6-0F734D2C2352}" type="parTrans" cxnId="{844D2F5B-4417-42E8-B75C-CAC265480D41}">
      <dgm:prSet/>
      <dgm:spPr/>
      <dgm:t>
        <a:bodyPr/>
        <a:lstStyle/>
        <a:p>
          <a:endParaRPr lang="en-US"/>
        </a:p>
      </dgm:t>
    </dgm:pt>
    <dgm:pt modelId="{90561ABC-070A-422C-9F8C-F85C15F9E5D3}" type="sibTrans" cxnId="{844D2F5B-4417-42E8-B75C-CAC265480D41}">
      <dgm:prSet/>
      <dgm:spPr/>
      <dgm:t>
        <a:bodyPr/>
        <a:lstStyle/>
        <a:p>
          <a:endParaRPr lang="en-US"/>
        </a:p>
      </dgm:t>
    </dgm:pt>
    <dgm:pt modelId="{442AA4F7-2523-4411-A4A6-AC5E58F5708D}">
      <dgm:prSet/>
      <dgm:spPr/>
      <dgm:t>
        <a:bodyPr/>
        <a:lstStyle/>
        <a:p>
          <a:r>
            <a:rPr lang="en-US"/>
            <a:t>A third cloud for global content delivery</a:t>
          </a:r>
        </a:p>
      </dgm:t>
    </dgm:pt>
    <dgm:pt modelId="{7CE9993F-9796-4A1B-A6F0-9A98D1D4E9A5}" type="parTrans" cxnId="{B772E7D7-A99C-4AFE-A10A-69069B3AC526}">
      <dgm:prSet/>
      <dgm:spPr/>
      <dgm:t>
        <a:bodyPr/>
        <a:lstStyle/>
        <a:p>
          <a:endParaRPr lang="en-US"/>
        </a:p>
      </dgm:t>
    </dgm:pt>
    <dgm:pt modelId="{CDB3C460-DFFE-4008-8A1A-07E12EF9332E}" type="sibTrans" cxnId="{B772E7D7-A99C-4AFE-A10A-69069B3AC526}">
      <dgm:prSet/>
      <dgm:spPr/>
      <dgm:t>
        <a:bodyPr/>
        <a:lstStyle/>
        <a:p>
          <a:endParaRPr lang="en-US"/>
        </a:p>
      </dgm:t>
    </dgm:pt>
    <dgm:pt modelId="{A255E015-31C6-47BE-8E39-3A710FC2694E}">
      <dgm:prSet/>
      <dgm:spPr/>
      <dgm:t>
        <a:bodyPr/>
        <a:lstStyle/>
        <a:p>
          <a:r>
            <a:rPr lang="en-US"/>
            <a:t>This setup ensures high performance, avoids being locked into one provider, and uses the best tool for each job.</a:t>
          </a:r>
        </a:p>
      </dgm:t>
    </dgm:pt>
    <dgm:pt modelId="{8C18813B-A279-47E3-8D9A-F62A2A3FFFBE}" type="parTrans" cxnId="{EDE603AB-155B-4E2F-B885-4C1509518628}">
      <dgm:prSet/>
      <dgm:spPr/>
      <dgm:t>
        <a:bodyPr/>
        <a:lstStyle/>
        <a:p>
          <a:endParaRPr lang="en-US"/>
        </a:p>
      </dgm:t>
    </dgm:pt>
    <dgm:pt modelId="{1D383A84-3B18-40C4-B340-A655C9C0DBC3}" type="sibTrans" cxnId="{EDE603AB-155B-4E2F-B885-4C1509518628}">
      <dgm:prSet/>
      <dgm:spPr/>
      <dgm:t>
        <a:bodyPr/>
        <a:lstStyle/>
        <a:p>
          <a:endParaRPr lang="en-US"/>
        </a:p>
      </dgm:t>
    </dgm:pt>
    <dgm:pt modelId="{4478EA06-5F15-449A-BB1C-74D7442B164C}" type="pres">
      <dgm:prSet presAssocID="{00A8E349-C438-43C8-9C60-FB6D695CF3DE}" presName="outerComposite" presStyleCnt="0">
        <dgm:presLayoutVars>
          <dgm:chMax val="5"/>
          <dgm:dir/>
          <dgm:resizeHandles val="exact"/>
        </dgm:presLayoutVars>
      </dgm:prSet>
      <dgm:spPr/>
    </dgm:pt>
    <dgm:pt modelId="{1FDD4B76-E290-4B16-8FDC-A46E76A2326C}" type="pres">
      <dgm:prSet presAssocID="{00A8E349-C438-43C8-9C60-FB6D695CF3DE}" presName="dummyMaxCanvas" presStyleCnt="0">
        <dgm:presLayoutVars/>
      </dgm:prSet>
      <dgm:spPr/>
    </dgm:pt>
    <dgm:pt modelId="{CB5A913B-B12F-4504-AB3B-13967C2E01CB}" type="pres">
      <dgm:prSet presAssocID="{00A8E349-C438-43C8-9C60-FB6D695CF3DE}" presName="FiveNodes_1" presStyleLbl="node1" presStyleIdx="0" presStyleCnt="5">
        <dgm:presLayoutVars>
          <dgm:bulletEnabled val="1"/>
        </dgm:presLayoutVars>
      </dgm:prSet>
      <dgm:spPr/>
    </dgm:pt>
    <dgm:pt modelId="{16B4ECB2-BDC8-40AF-8609-7158A009F56D}" type="pres">
      <dgm:prSet presAssocID="{00A8E349-C438-43C8-9C60-FB6D695CF3DE}" presName="FiveNodes_2" presStyleLbl="node1" presStyleIdx="1" presStyleCnt="5">
        <dgm:presLayoutVars>
          <dgm:bulletEnabled val="1"/>
        </dgm:presLayoutVars>
      </dgm:prSet>
      <dgm:spPr/>
    </dgm:pt>
    <dgm:pt modelId="{EBC8AAE2-655B-4724-9C75-7C884044522F}" type="pres">
      <dgm:prSet presAssocID="{00A8E349-C438-43C8-9C60-FB6D695CF3DE}" presName="FiveNodes_3" presStyleLbl="node1" presStyleIdx="2" presStyleCnt="5">
        <dgm:presLayoutVars>
          <dgm:bulletEnabled val="1"/>
        </dgm:presLayoutVars>
      </dgm:prSet>
      <dgm:spPr/>
    </dgm:pt>
    <dgm:pt modelId="{1C86BFD2-D1C6-4A0F-8299-CECA59A42CD6}" type="pres">
      <dgm:prSet presAssocID="{00A8E349-C438-43C8-9C60-FB6D695CF3DE}" presName="FiveNodes_4" presStyleLbl="node1" presStyleIdx="3" presStyleCnt="5">
        <dgm:presLayoutVars>
          <dgm:bulletEnabled val="1"/>
        </dgm:presLayoutVars>
      </dgm:prSet>
      <dgm:spPr/>
    </dgm:pt>
    <dgm:pt modelId="{00DAD3E7-EDB9-46B4-ABB1-DD4E18866E83}" type="pres">
      <dgm:prSet presAssocID="{00A8E349-C438-43C8-9C60-FB6D695CF3DE}" presName="FiveNodes_5" presStyleLbl="node1" presStyleIdx="4" presStyleCnt="5">
        <dgm:presLayoutVars>
          <dgm:bulletEnabled val="1"/>
        </dgm:presLayoutVars>
      </dgm:prSet>
      <dgm:spPr/>
    </dgm:pt>
    <dgm:pt modelId="{200E01D6-20DC-48F1-A38F-9AC76A3F6B4E}" type="pres">
      <dgm:prSet presAssocID="{00A8E349-C438-43C8-9C60-FB6D695CF3DE}" presName="FiveConn_1-2" presStyleLbl="fgAccFollowNode1" presStyleIdx="0" presStyleCnt="4">
        <dgm:presLayoutVars>
          <dgm:bulletEnabled val="1"/>
        </dgm:presLayoutVars>
      </dgm:prSet>
      <dgm:spPr/>
    </dgm:pt>
    <dgm:pt modelId="{2B65207F-5E07-4DBA-86CC-C181255410B0}" type="pres">
      <dgm:prSet presAssocID="{00A8E349-C438-43C8-9C60-FB6D695CF3DE}" presName="FiveConn_2-3" presStyleLbl="fgAccFollowNode1" presStyleIdx="1" presStyleCnt="4">
        <dgm:presLayoutVars>
          <dgm:bulletEnabled val="1"/>
        </dgm:presLayoutVars>
      </dgm:prSet>
      <dgm:spPr/>
    </dgm:pt>
    <dgm:pt modelId="{E7594498-872B-47F1-8B82-348D43A93C4D}" type="pres">
      <dgm:prSet presAssocID="{00A8E349-C438-43C8-9C60-FB6D695CF3DE}" presName="FiveConn_3-4" presStyleLbl="fgAccFollowNode1" presStyleIdx="2" presStyleCnt="4">
        <dgm:presLayoutVars>
          <dgm:bulletEnabled val="1"/>
        </dgm:presLayoutVars>
      </dgm:prSet>
      <dgm:spPr/>
    </dgm:pt>
    <dgm:pt modelId="{76D16BB1-852A-4EE8-93BF-CD1C0DBFE5C4}" type="pres">
      <dgm:prSet presAssocID="{00A8E349-C438-43C8-9C60-FB6D695CF3DE}" presName="FiveConn_4-5" presStyleLbl="fgAccFollowNode1" presStyleIdx="3" presStyleCnt="4">
        <dgm:presLayoutVars>
          <dgm:bulletEnabled val="1"/>
        </dgm:presLayoutVars>
      </dgm:prSet>
      <dgm:spPr/>
    </dgm:pt>
    <dgm:pt modelId="{ABFD1CF1-A906-421D-AFFE-E13CAFBE0688}" type="pres">
      <dgm:prSet presAssocID="{00A8E349-C438-43C8-9C60-FB6D695CF3DE}" presName="FiveNodes_1_text" presStyleLbl="node1" presStyleIdx="4" presStyleCnt="5">
        <dgm:presLayoutVars>
          <dgm:bulletEnabled val="1"/>
        </dgm:presLayoutVars>
      </dgm:prSet>
      <dgm:spPr/>
    </dgm:pt>
    <dgm:pt modelId="{83E30490-FD56-447F-8397-F93C04CED28D}" type="pres">
      <dgm:prSet presAssocID="{00A8E349-C438-43C8-9C60-FB6D695CF3DE}" presName="FiveNodes_2_text" presStyleLbl="node1" presStyleIdx="4" presStyleCnt="5">
        <dgm:presLayoutVars>
          <dgm:bulletEnabled val="1"/>
        </dgm:presLayoutVars>
      </dgm:prSet>
      <dgm:spPr/>
    </dgm:pt>
    <dgm:pt modelId="{B27FF880-481B-4A47-A559-DD1A720322CB}" type="pres">
      <dgm:prSet presAssocID="{00A8E349-C438-43C8-9C60-FB6D695CF3DE}" presName="FiveNodes_3_text" presStyleLbl="node1" presStyleIdx="4" presStyleCnt="5">
        <dgm:presLayoutVars>
          <dgm:bulletEnabled val="1"/>
        </dgm:presLayoutVars>
      </dgm:prSet>
      <dgm:spPr/>
    </dgm:pt>
    <dgm:pt modelId="{E42DC294-4F49-442A-AF84-E5BCAA25FF43}" type="pres">
      <dgm:prSet presAssocID="{00A8E349-C438-43C8-9C60-FB6D695CF3DE}" presName="FiveNodes_4_text" presStyleLbl="node1" presStyleIdx="4" presStyleCnt="5">
        <dgm:presLayoutVars>
          <dgm:bulletEnabled val="1"/>
        </dgm:presLayoutVars>
      </dgm:prSet>
      <dgm:spPr/>
    </dgm:pt>
    <dgm:pt modelId="{D0D9CD6A-C2FE-4F34-A66A-6C4096EFEB02}" type="pres">
      <dgm:prSet presAssocID="{00A8E349-C438-43C8-9C60-FB6D695CF3D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ED1CE1D-17D7-459F-8270-563DB5B313C6}" type="presOf" srcId="{773A4044-4C83-42DD-B7CF-E25B0E1486B4}" destId="{83E30490-FD56-447F-8397-F93C04CED28D}" srcOrd="1" destOrd="0" presId="urn:microsoft.com/office/officeart/2005/8/layout/vProcess5"/>
    <dgm:cxn modelId="{BFB72527-2D43-49DE-9574-150FC53B63EC}" type="presOf" srcId="{442AA4F7-2523-4411-A4A6-AC5E58F5708D}" destId="{E42DC294-4F49-442A-AF84-E5BCAA25FF43}" srcOrd="1" destOrd="0" presId="urn:microsoft.com/office/officeart/2005/8/layout/vProcess5"/>
    <dgm:cxn modelId="{BE5B3E2D-7421-455F-AF85-41461B969A21}" type="presOf" srcId="{3AE5BB0F-03F3-4510-87BB-817348DAC801}" destId="{CB5A913B-B12F-4504-AB3B-13967C2E01CB}" srcOrd="0" destOrd="0" presId="urn:microsoft.com/office/officeart/2005/8/layout/vProcess5"/>
    <dgm:cxn modelId="{3DF4062F-02C8-4E6F-9FD8-C0C0F57F46C1}" type="presOf" srcId="{773A4044-4C83-42DD-B7CF-E25B0E1486B4}" destId="{16B4ECB2-BDC8-40AF-8609-7158A009F56D}" srcOrd="0" destOrd="0" presId="urn:microsoft.com/office/officeart/2005/8/layout/vProcess5"/>
    <dgm:cxn modelId="{91933F3E-2955-41DE-97E7-31CD4230A273}" type="presOf" srcId="{00A8E349-C438-43C8-9C60-FB6D695CF3DE}" destId="{4478EA06-5F15-449A-BB1C-74D7442B164C}" srcOrd="0" destOrd="0" presId="urn:microsoft.com/office/officeart/2005/8/layout/vProcess5"/>
    <dgm:cxn modelId="{844D2F5B-4417-42E8-B75C-CAC265480D41}" srcId="{00A8E349-C438-43C8-9C60-FB6D695CF3DE}" destId="{F8FB054B-9C6B-42E8-80D6-0D107CE6DB40}" srcOrd="2" destOrd="0" parTransId="{B006F3EB-FF16-4173-B1D6-0F734D2C2352}" sibTransId="{90561ABC-070A-422C-9F8C-F85C15F9E5D3}"/>
    <dgm:cxn modelId="{84500065-7F14-4A6B-88E5-A2519D005188}" type="presOf" srcId="{65922D3B-9790-4F38-90FB-8169C721CB0D}" destId="{200E01D6-20DC-48F1-A38F-9AC76A3F6B4E}" srcOrd="0" destOrd="0" presId="urn:microsoft.com/office/officeart/2005/8/layout/vProcess5"/>
    <dgm:cxn modelId="{77A80346-D5F0-48CA-AE1B-88696C807CDA}" type="presOf" srcId="{A255E015-31C6-47BE-8E39-3A710FC2694E}" destId="{D0D9CD6A-C2FE-4F34-A66A-6C4096EFEB02}" srcOrd="1" destOrd="0" presId="urn:microsoft.com/office/officeart/2005/8/layout/vProcess5"/>
    <dgm:cxn modelId="{A48FF04B-1FC2-4818-8953-69B489AF73D0}" type="presOf" srcId="{CE6D9156-B00D-47AE-BF54-701978DB8F06}" destId="{2B65207F-5E07-4DBA-86CC-C181255410B0}" srcOrd="0" destOrd="0" presId="urn:microsoft.com/office/officeart/2005/8/layout/vProcess5"/>
    <dgm:cxn modelId="{7330BB93-C02F-4C86-9141-E602177E2580}" type="presOf" srcId="{A255E015-31C6-47BE-8E39-3A710FC2694E}" destId="{00DAD3E7-EDB9-46B4-ABB1-DD4E18866E83}" srcOrd="0" destOrd="0" presId="urn:microsoft.com/office/officeart/2005/8/layout/vProcess5"/>
    <dgm:cxn modelId="{EDE603AB-155B-4E2F-B885-4C1509518628}" srcId="{00A8E349-C438-43C8-9C60-FB6D695CF3DE}" destId="{A255E015-31C6-47BE-8E39-3A710FC2694E}" srcOrd="4" destOrd="0" parTransId="{8C18813B-A279-47E3-8D9A-F62A2A3FFFBE}" sibTransId="{1D383A84-3B18-40C4-B340-A655C9C0DBC3}"/>
    <dgm:cxn modelId="{64D7FCB0-683A-4C80-B7FD-0613E4548052}" type="presOf" srcId="{3AE5BB0F-03F3-4510-87BB-817348DAC801}" destId="{ABFD1CF1-A906-421D-AFFE-E13CAFBE0688}" srcOrd="1" destOrd="0" presId="urn:microsoft.com/office/officeart/2005/8/layout/vProcess5"/>
    <dgm:cxn modelId="{CA3E07B1-B852-4CD2-8DDE-5E67EF62CFC8}" type="presOf" srcId="{90561ABC-070A-422C-9F8C-F85C15F9E5D3}" destId="{E7594498-872B-47F1-8B82-348D43A93C4D}" srcOrd="0" destOrd="0" presId="urn:microsoft.com/office/officeart/2005/8/layout/vProcess5"/>
    <dgm:cxn modelId="{803579BB-33E6-4C13-9405-E98AC484C344}" type="presOf" srcId="{442AA4F7-2523-4411-A4A6-AC5E58F5708D}" destId="{1C86BFD2-D1C6-4A0F-8299-CECA59A42CD6}" srcOrd="0" destOrd="0" presId="urn:microsoft.com/office/officeart/2005/8/layout/vProcess5"/>
    <dgm:cxn modelId="{995072BC-FFFD-44A6-B8DD-CE4FFEBAFA90}" type="presOf" srcId="{F8FB054B-9C6B-42E8-80D6-0D107CE6DB40}" destId="{B27FF880-481B-4A47-A559-DD1A720322CB}" srcOrd="1" destOrd="0" presId="urn:microsoft.com/office/officeart/2005/8/layout/vProcess5"/>
    <dgm:cxn modelId="{FD0206C3-2A7D-4150-BC9C-073275DA6127}" srcId="{00A8E349-C438-43C8-9C60-FB6D695CF3DE}" destId="{773A4044-4C83-42DD-B7CF-E25B0E1486B4}" srcOrd="1" destOrd="0" parTransId="{22836070-7341-4B61-AA30-44A015084C87}" sibTransId="{CE6D9156-B00D-47AE-BF54-701978DB8F06}"/>
    <dgm:cxn modelId="{B772E7D7-A99C-4AFE-A10A-69069B3AC526}" srcId="{00A8E349-C438-43C8-9C60-FB6D695CF3DE}" destId="{442AA4F7-2523-4411-A4A6-AC5E58F5708D}" srcOrd="3" destOrd="0" parTransId="{7CE9993F-9796-4A1B-A6F0-9A98D1D4E9A5}" sibTransId="{CDB3C460-DFFE-4008-8A1A-07E12EF9332E}"/>
    <dgm:cxn modelId="{756B7AE5-B8AF-406F-9D44-B232ACD30AF3}" type="presOf" srcId="{F8FB054B-9C6B-42E8-80D6-0D107CE6DB40}" destId="{EBC8AAE2-655B-4724-9C75-7C884044522F}" srcOrd="0" destOrd="0" presId="urn:microsoft.com/office/officeart/2005/8/layout/vProcess5"/>
    <dgm:cxn modelId="{6D3BBFE8-076A-4FAD-A78F-E6594EDF1512}" srcId="{00A8E349-C438-43C8-9C60-FB6D695CF3DE}" destId="{3AE5BB0F-03F3-4510-87BB-817348DAC801}" srcOrd="0" destOrd="0" parTransId="{22C80715-098A-46A6-A8F0-09F42F3EFB00}" sibTransId="{65922D3B-9790-4F38-90FB-8169C721CB0D}"/>
    <dgm:cxn modelId="{74EBD1F4-C41F-49DC-B91E-D959B2E51D66}" type="presOf" srcId="{CDB3C460-DFFE-4008-8A1A-07E12EF9332E}" destId="{76D16BB1-852A-4EE8-93BF-CD1C0DBFE5C4}" srcOrd="0" destOrd="0" presId="urn:microsoft.com/office/officeart/2005/8/layout/vProcess5"/>
    <dgm:cxn modelId="{135B7FFA-B056-4FB4-BBAB-816879349717}" type="presParOf" srcId="{4478EA06-5F15-449A-BB1C-74D7442B164C}" destId="{1FDD4B76-E290-4B16-8FDC-A46E76A2326C}" srcOrd="0" destOrd="0" presId="urn:microsoft.com/office/officeart/2005/8/layout/vProcess5"/>
    <dgm:cxn modelId="{828C9399-3C44-4B6D-9A25-97146E15E384}" type="presParOf" srcId="{4478EA06-5F15-449A-BB1C-74D7442B164C}" destId="{CB5A913B-B12F-4504-AB3B-13967C2E01CB}" srcOrd="1" destOrd="0" presId="urn:microsoft.com/office/officeart/2005/8/layout/vProcess5"/>
    <dgm:cxn modelId="{F4346D08-E99A-4FB2-BC51-3EB686213F6D}" type="presParOf" srcId="{4478EA06-5F15-449A-BB1C-74D7442B164C}" destId="{16B4ECB2-BDC8-40AF-8609-7158A009F56D}" srcOrd="2" destOrd="0" presId="urn:microsoft.com/office/officeart/2005/8/layout/vProcess5"/>
    <dgm:cxn modelId="{4D6DCCA2-D67C-4E96-9366-814C13EECCDA}" type="presParOf" srcId="{4478EA06-5F15-449A-BB1C-74D7442B164C}" destId="{EBC8AAE2-655B-4724-9C75-7C884044522F}" srcOrd="3" destOrd="0" presId="urn:microsoft.com/office/officeart/2005/8/layout/vProcess5"/>
    <dgm:cxn modelId="{40FC4D05-9512-4041-B0FD-5E2A74DD5FE0}" type="presParOf" srcId="{4478EA06-5F15-449A-BB1C-74D7442B164C}" destId="{1C86BFD2-D1C6-4A0F-8299-CECA59A42CD6}" srcOrd="4" destOrd="0" presId="urn:microsoft.com/office/officeart/2005/8/layout/vProcess5"/>
    <dgm:cxn modelId="{4E8A33DF-0EE9-42A9-BB11-3367185FC0B0}" type="presParOf" srcId="{4478EA06-5F15-449A-BB1C-74D7442B164C}" destId="{00DAD3E7-EDB9-46B4-ABB1-DD4E18866E83}" srcOrd="5" destOrd="0" presId="urn:microsoft.com/office/officeart/2005/8/layout/vProcess5"/>
    <dgm:cxn modelId="{14E62B52-7D45-463F-AB96-C0BF7F70C674}" type="presParOf" srcId="{4478EA06-5F15-449A-BB1C-74D7442B164C}" destId="{200E01D6-20DC-48F1-A38F-9AC76A3F6B4E}" srcOrd="6" destOrd="0" presId="urn:microsoft.com/office/officeart/2005/8/layout/vProcess5"/>
    <dgm:cxn modelId="{2D732439-AF6D-4C85-8083-C5797FD1BE92}" type="presParOf" srcId="{4478EA06-5F15-449A-BB1C-74D7442B164C}" destId="{2B65207F-5E07-4DBA-86CC-C181255410B0}" srcOrd="7" destOrd="0" presId="urn:microsoft.com/office/officeart/2005/8/layout/vProcess5"/>
    <dgm:cxn modelId="{584FF29D-77CF-4D16-ABFF-ED78A075E833}" type="presParOf" srcId="{4478EA06-5F15-449A-BB1C-74D7442B164C}" destId="{E7594498-872B-47F1-8B82-348D43A93C4D}" srcOrd="8" destOrd="0" presId="urn:microsoft.com/office/officeart/2005/8/layout/vProcess5"/>
    <dgm:cxn modelId="{6D3C27EF-ADD8-414A-A877-EF6DF3CF95A3}" type="presParOf" srcId="{4478EA06-5F15-449A-BB1C-74D7442B164C}" destId="{76D16BB1-852A-4EE8-93BF-CD1C0DBFE5C4}" srcOrd="9" destOrd="0" presId="urn:microsoft.com/office/officeart/2005/8/layout/vProcess5"/>
    <dgm:cxn modelId="{8797CCD0-217A-4F03-94B6-F5754B0B0506}" type="presParOf" srcId="{4478EA06-5F15-449A-BB1C-74D7442B164C}" destId="{ABFD1CF1-A906-421D-AFFE-E13CAFBE0688}" srcOrd="10" destOrd="0" presId="urn:microsoft.com/office/officeart/2005/8/layout/vProcess5"/>
    <dgm:cxn modelId="{71A5F146-E478-411A-800F-8C463CB312EC}" type="presParOf" srcId="{4478EA06-5F15-449A-BB1C-74D7442B164C}" destId="{83E30490-FD56-447F-8397-F93C04CED28D}" srcOrd="11" destOrd="0" presId="urn:microsoft.com/office/officeart/2005/8/layout/vProcess5"/>
    <dgm:cxn modelId="{ADFB8986-0448-4539-BBEE-B37766DEC333}" type="presParOf" srcId="{4478EA06-5F15-449A-BB1C-74D7442B164C}" destId="{B27FF880-481B-4A47-A559-DD1A720322CB}" srcOrd="12" destOrd="0" presId="urn:microsoft.com/office/officeart/2005/8/layout/vProcess5"/>
    <dgm:cxn modelId="{2052AEAF-A6C8-4709-A683-D276B4605DCA}" type="presParOf" srcId="{4478EA06-5F15-449A-BB1C-74D7442B164C}" destId="{E42DC294-4F49-442A-AF84-E5BCAA25FF43}" srcOrd="13" destOrd="0" presId="urn:microsoft.com/office/officeart/2005/8/layout/vProcess5"/>
    <dgm:cxn modelId="{78C699E9-6F02-4BA5-8255-935D31FCD7FE}" type="presParOf" srcId="{4478EA06-5F15-449A-BB1C-74D7442B164C}" destId="{D0D9CD6A-C2FE-4F34-A66A-6C4096EFEB0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32A1EC4-839D-422A-AD4D-A1C72A5BFA3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90C899-BED2-4D6A-93BB-457263FCA246}">
      <dgm:prSet/>
      <dgm:spPr/>
      <dgm:t>
        <a:bodyPr/>
        <a:lstStyle/>
        <a:p>
          <a:r>
            <a:rPr lang="en-US"/>
            <a:t>Multicloud is like shopping at multiple stores.</a:t>
          </a:r>
        </a:p>
      </dgm:t>
    </dgm:pt>
    <dgm:pt modelId="{6758C5C1-6447-43F0-9312-AF6F1F0759D3}" type="parTrans" cxnId="{7E1EEB73-0987-4308-B936-9B7946AF5D62}">
      <dgm:prSet/>
      <dgm:spPr/>
      <dgm:t>
        <a:bodyPr/>
        <a:lstStyle/>
        <a:p>
          <a:endParaRPr lang="en-US"/>
        </a:p>
      </dgm:t>
    </dgm:pt>
    <dgm:pt modelId="{2E624AA6-FCD7-4B31-828E-154CE7EFCEFC}" type="sibTrans" cxnId="{7E1EEB73-0987-4308-B936-9B7946AF5D62}">
      <dgm:prSet/>
      <dgm:spPr/>
      <dgm:t>
        <a:bodyPr/>
        <a:lstStyle/>
        <a:p>
          <a:endParaRPr lang="en-US"/>
        </a:p>
      </dgm:t>
    </dgm:pt>
    <dgm:pt modelId="{B2533805-C602-4CC6-9526-676B342C3363}">
      <dgm:prSet/>
      <dgm:spPr/>
      <dgm:t>
        <a:bodyPr/>
        <a:lstStyle/>
        <a:p>
          <a:r>
            <a:rPr lang="en-US"/>
            <a:t>You buy clothes from one, groceries from another, and electronics from a third — based on what each one does best.</a:t>
          </a:r>
        </a:p>
      </dgm:t>
    </dgm:pt>
    <dgm:pt modelId="{DDAF8C78-03F5-4894-87EA-9B115DFB518B}" type="parTrans" cxnId="{720571F4-F012-4CC7-A983-08BDC6121234}">
      <dgm:prSet/>
      <dgm:spPr/>
      <dgm:t>
        <a:bodyPr/>
        <a:lstStyle/>
        <a:p>
          <a:endParaRPr lang="en-US"/>
        </a:p>
      </dgm:t>
    </dgm:pt>
    <dgm:pt modelId="{C18FB60B-C422-48F1-87A6-72E835C9C848}" type="sibTrans" cxnId="{720571F4-F012-4CC7-A983-08BDC6121234}">
      <dgm:prSet/>
      <dgm:spPr/>
      <dgm:t>
        <a:bodyPr/>
        <a:lstStyle/>
        <a:p>
          <a:endParaRPr lang="en-US"/>
        </a:p>
      </dgm:t>
    </dgm:pt>
    <dgm:pt modelId="{116EF3A1-E94D-412E-AEFF-964781DB8248}">
      <dgm:prSet/>
      <dgm:spPr/>
      <dgm:t>
        <a:bodyPr/>
        <a:lstStyle/>
        <a:p>
          <a:r>
            <a:rPr lang="en-US"/>
            <a:t>You’re not limited to just one place.</a:t>
          </a:r>
        </a:p>
      </dgm:t>
    </dgm:pt>
    <dgm:pt modelId="{CCE7A543-27D4-4060-8619-C0EE436DF3FF}" type="parTrans" cxnId="{A431B460-05CE-4468-B54B-194F6505144C}">
      <dgm:prSet/>
      <dgm:spPr/>
      <dgm:t>
        <a:bodyPr/>
        <a:lstStyle/>
        <a:p>
          <a:endParaRPr lang="en-US"/>
        </a:p>
      </dgm:t>
    </dgm:pt>
    <dgm:pt modelId="{F55D7868-A54C-4C8A-8F26-6DF7151BC0B5}" type="sibTrans" cxnId="{A431B460-05CE-4468-B54B-194F6505144C}">
      <dgm:prSet/>
      <dgm:spPr/>
      <dgm:t>
        <a:bodyPr/>
        <a:lstStyle/>
        <a:p>
          <a:endParaRPr lang="en-US"/>
        </a:p>
      </dgm:t>
    </dgm:pt>
    <dgm:pt modelId="{743BBA87-6928-4489-9624-ECB3BB30361A}" type="pres">
      <dgm:prSet presAssocID="{132A1EC4-839D-422A-AD4D-A1C72A5BFA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A1EB93-6F91-4173-BEB6-D99E3F5C3F67}" type="pres">
      <dgm:prSet presAssocID="{4F90C899-BED2-4D6A-93BB-457263FCA246}" presName="hierRoot1" presStyleCnt="0"/>
      <dgm:spPr/>
    </dgm:pt>
    <dgm:pt modelId="{CDC5E6B7-1873-4A5B-A325-9636DFFA4B4F}" type="pres">
      <dgm:prSet presAssocID="{4F90C899-BED2-4D6A-93BB-457263FCA246}" presName="composite" presStyleCnt="0"/>
      <dgm:spPr/>
    </dgm:pt>
    <dgm:pt modelId="{A607ADE5-F164-4890-A008-DF5353BE75FE}" type="pres">
      <dgm:prSet presAssocID="{4F90C899-BED2-4D6A-93BB-457263FCA246}" presName="background" presStyleLbl="node0" presStyleIdx="0" presStyleCnt="3"/>
      <dgm:spPr/>
    </dgm:pt>
    <dgm:pt modelId="{7A52801A-7A0F-4084-825F-35AD41D0AC07}" type="pres">
      <dgm:prSet presAssocID="{4F90C899-BED2-4D6A-93BB-457263FCA246}" presName="text" presStyleLbl="fgAcc0" presStyleIdx="0" presStyleCnt="3">
        <dgm:presLayoutVars>
          <dgm:chPref val="3"/>
        </dgm:presLayoutVars>
      </dgm:prSet>
      <dgm:spPr/>
    </dgm:pt>
    <dgm:pt modelId="{32365319-168A-4655-8387-35FF5F97EBF2}" type="pres">
      <dgm:prSet presAssocID="{4F90C899-BED2-4D6A-93BB-457263FCA246}" presName="hierChild2" presStyleCnt="0"/>
      <dgm:spPr/>
    </dgm:pt>
    <dgm:pt modelId="{87895D46-1EBF-4FDD-A08C-945D3A1B746A}" type="pres">
      <dgm:prSet presAssocID="{B2533805-C602-4CC6-9526-676B342C3363}" presName="hierRoot1" presStyleCnt="0"/>
      <dgm:spPr/>
    </dgm:pt>
    <dgm:pt modelId="{F07AC12B-B014-4792-9FF0-88899BFCC958}" type="pres">
      <dgm:prSet presAssocID="{B2533805-C602-4CC6-9526-676B342C3363}" presName="composite" presStyleCnt="0"/>
      <dgm:spPr/>
    </dgm:pt>
    <dgm:pt modelId="{F3CB166E-B9F5-421E-B43A-1BBA6FA4A177}" type="pres">
      <dgm:prSet presAssocID="{B2533805-C602-4CC6-9526-676B342C3363}" presName="background" presStyleLbl="node0" presStyleIdx="1" presStyleCnt="3"/>
      <dgm:spPr/>
    </dgm:pt>
    <dgm:pt modelId="{821ED0A0-88C6-46B3-AFD4-E2CD44489DF2}" type="pres">
      <dgm:prSet presAssocID="{B2533805-C602-4CC6-9526-676B342C3363}" presName="text" presStyleLbl="fgAcc0" presStyleIdx="1" presStyleCnt="3">
        <dgm:presLayoutVars>
          <dgm:chPref val="3"/>
        </dgm:presLayoutVars>
      </dgm:prSet>
      <dgm:spPr/>
    </dgm:pt>
    <dgm:pt modelId="{53E76F7C-8E41-4B1B-AE6C-D7EF2F4733DA}" type="pres">
      <dgm:prSet presAssocID="{B2533805-C602-4CC6-9526-676B342C3363}" presName="hierChild2" presStyleCnt="0"/>
      <dgm:spPr/>
    </dgm:pt>
    <dgm:pt modelId="{5C4C88E2-3ACF-427A-B374-7DFEAE55743A}" type="pres">
      <dgm:prSet presAssocID="{116EF3A1-E94D-412E-AEFF-964781DB8248}" presName="hierRoot1" presStyleCnt="0"/>
      <dgm:spPr/>
    </dgm:pt>
    <dgm:pt modelId="{21938082-9351-420F-ADFD-125A36B3754C}" type="pres">
      <dgm:prSet presAssocID="{116EF3A1-E94D-412E-AEFF-964781DB8248}" presName="composite" presStyleCnt="0"/>
      <dgm:spPr/>
    </dgm:pt>
    <dgm:pt modelId="{199E9332-7548-4951-855E-9D25AF9C97BE}" type="pres">
      <dgm:prSet presAssocID="{116EF3A1-E94D-412E-AEFF-964781DB8248}" presName="background" presStyleLbl="node0" presStyleIdx="2" presStyleCnt="3"/>
      <dgm:spPr/>
    </dgm:pt>
    <dgm:pt modelId="{21C9349E-C268-4A18-A90E-B3A595C0F15A}" type="pres">
      <dgm:prSet presAssocID="{116EF3A1-E94D-412E-AEFF-964781DB8248}" presName="text" presStyleLbl="fgAcc0" presStyleIdx="2" presStyleCnt="3">
        <dgm:presLayoutVars>
          <dgm:chPref val="3"/>
        </dgm:presLayoutVars>
      </dgm:prSet>
      <dgm:spPr/>
    </dgm:pt>
    <dgm:pt modelId="{944D9266-03BA-42B3-88C1-489045A26C23}" type="pres">
      <dgm:prSet presAssocID="{116EF3A1-E94D-412E-AEFF-964781DB8248}" presName="hierChild2" presStyleCnt="0"/>
      <dgm:spPr/>
    </dgm:pt>
  </dgm:ptLst>
  <dgm:cxnLst>
    <dgm:cxn modelId="{A431B460-05CE-4468-B54B-194F6505144C}" srcId="{132A1EC4-839D-422A-AD4D-A1C72A5BFA31}" destId="{116EF3A1-E94D-412E-AEFF-964781DB8248}" srcOrd="2" destOrd="0" parTransId="{CCE7A543-27D4-4060-8619-C0EE436DF3FF}" sibTransId="{F55D7868-A54C-4C8A-8F26-6DF7151BC0B5}"/>
    <dgm:cxn modelId="{C7276247-8DA0-4BB2-8087-57D8CAB4EA66}" type="presOf" srcId="{B2533805-C602-4CC6-9526-676B342C3363}" destId="{821ED0A0-88C6-46B3-AFD4-E2CD44489DF2}" srcOrd="0" destOrd="0" presId="urn:microsoft.com/office/officeart/2005/8/layout/hierarchy1"/>
    <dgm:cxn modelId="{7E1EEB73-0987-4308-B936-9B7946AF5D62}" srcId="{132A1EC4-839D-422A-AD4D-A1C72A5BFA31}" destId="{4F90C899-BED2-4D6A-93BB-457263FCA246}" srcOrd="0" destOrd="0" parTransId="{6758C5C1-6447-43F0-9312-AF6F1F0759D3}" sibTransId="{2E624AA6-FCD7-4B31-828E-154CE7EFCEFC}"/>
    <dgm:cxn modelId="{81B7587F-961E-4B08-91E1-D9A8E47A9147}" type="presOf" srcId="{116EF3A1-E94D-412E-AEFF-964781DB8248}" destId="{21C9349E-C268-4A18-A90E-B3A595C0F15A}" srcOrd="0" destOrd="0" presId="urn:microsoft.com/office/officeart/2005/8/layout/hierarchy1"/>
    <dgm:cxn modelId="{862643BB-0FBE-409C-921D-F88E11353D5F}" type="presOf" srcId="{132A1EC4-839D-422A-AD4D-A1C72A5BFA31}" destId="{743BBA87-6928-4489-9624-ECB3BB30361A}" srcOrd="0" destOrd="0" presId="urn:microsoft.com/office/officeart/2005/8/layout/hierarchy1"/>
    <dgm:cxn modelId="{241E3CF2-8A53-4DFE-BE34-DEAA63C3260A}" type="presOf" srcId="{4F90C899-BED2-4D6A-93BB-457263FCA246}" destId="{7A52801A-7A0F-4084-825F-35AD41D0AC07}" srcOrd="0" destOrd="0" presId="urn:microsoft.com/office/officeart/2005/8/layout/hierarchy1"/>
    <dgm:cxn modelId="{720571F4-F012-4CC7-A983-08BDC6121234}" srcId="{132A1EC4-839D-422A-AD4D-A1C72A5BFA31}" destId="{B2533805-C602-4CC6-9526-676B342C3363}" srcOrd="1" destOrd="0" parTransId="{DDAF8C78-03F5-4894-87EA-9B115DFB518B}" sibTransId="{C18FB60B-C422-48F1-87A6-72E835C9C848}"/>
    <dgm:cxn modelId="{9BAA7AB1-3120-4528-8581-4F76E689FA3E}" type="presParOf" srcId="{743BBA87-6928-4489-9624-ECB3BB30361A}" destId="{CAA1EB93-6F91-4173-BEB6-D99E3F5C3F67}" srcOrd="0" destOrd="0" presId="urn:microsoft.com/office/officeart/2005/8/layout/hierarchy1"/>
    <dgm:cxn modelId="{356F335A-B891-4814-A0B2-67A1B366C9D0}" type="presParOf" srcId="{CAA1EB93-6F91-4173-BEB6-D99E3F5C3F67}" destId="{CDC5E6B7-1873-4A5B-A325-9636DFFA4B4F}" srcOrd="0" destOrd="0" presId="urn:microsoft.com/office/officeart/2005/8/layout/hierarchy1"/>
    <dgm:cxn modelId="{761EC585-0F3F-4BC8-A7D8-29752E88F41F}" type="presParOf" srcId="{CDC5E6B7-1873-4A5B-A325-9636DFFA4B4F}" destId="{A607ADE5-F164-4890-A008-DF5353BE75FE}" srcOrd="0" destOrd="0" presId="urn:microsoft.com/office/officeart/2005/8/layout/hierarchy1"/>
    <dgm:cxn modelId="{B75A6187-E93F-4E9C-92EA-AC6BDD5AAE18}" type="presParOf" srcId="{CDC5E6B7-1873-4A5B-A325-9636DFFA4B4F}" destId="{7A52801A-7A0F-4084-825F-35AD41D0AC07}" srcOrd="1" destOrd="0" presId="urn:microsoft.com/office/officeart/2005/8/layout/hierarchy1"/>
    <dgm:cxn modelId="{4BB3A9E7-C7AB-4F18-8B15-F126AC009BB2}" type="presParOf" srcId="{CAA1EB93-6F91-4173-BEB6-D99E3F5C3F67}" destId="{32365319-168A-4655-8387-35FF5F97EBF2}" srcOrd="1" destOrd="0" presId="urn:microsoft.com/office/officeart/2005/8/layout/hierarchy1"/>
    <dgm:cxn modelId="{2494851D-3E34-4492-83D8-9E43DA5D53DD}" type="presParOf" srcId="{743BBA87-6928-4489-9624-ECB3BB30361A}" destId="{87895D46-1EBF-4FDD-A08C-945D3A1B746A}" srcOrd="1" destOrd="0" presId="urn:microsoft.com/office/officeart/2005/8/layout/hierarchy1"/>
    <dgm:cxn modelId="{113F19A2-9E35-44F5-A0B3-69C3A07C9C82}" type="presParOf" srcId="{87895D46-1EBF-4FDD-A08C-945D3A1B746A}" destId="{F07AC12B-B014-4792-9FF0-88899BFCC958}" srcOrd="0" destOrd="0" presId="urn:microsoft.com/office/officeart/2005/8/layout/hierarchy1"/>
    <dgm:cxn modelId="{D7D08EF8-A141-4850-9151-824B6EC6C167}" type="presParOf" srcId="{F07AC12B-B014-4792-9FF0-88899BFCC958}" destId="{F3CB166E-B9F5-421E-B43A-1BBA6FA4A177}" srcOrd="0" destOrd="0" presId="urn:microsoft.com/office/officeart/2005/8/layout/hierarchy1"/>
    <dgm:cxn modelId="{CC89DF9A-34FC-4545-9ED2-5F22019AC660}" type="presParOf" srcId="{F07AC12B-B014-4792-9FF0-88899BFCC958}" destId="{821ED0A0-88C6-46B3-AFD4-E2CD44489DF2}" srcOrd="1" destOrd="0" presId="urn:microsoft.com/office/officeart/2005/8/layout/hierarchy1"/>
    <dgm:cxn modelId="{AA683C42-A4F6-471F-B7D1-C68AD4EBE437}" type="presParOf" srcId="{87895D46-1EBF-4FDD-A08C-945D3A1B746A}" destId="{53E76F7C-8E41-4B1B-AE6C-D7EF2F4733DA}" srcOrd="1" destOrd="0" presId="urn:microsoft.com/office/officeart/2005/8/layout/hierarchy1"/>
    <dgm:cxn modelId="{BF938DC4-DBC6-44CF-85DF-E62837CC5C55}" type="presParOf" srcId="{743BBA87-6928-4489-9624-ECB3BB30361A}" destId="{5C4C88E2-3ACF-427A-B374-7DFEAE55743A}" srcOrd="2" destOrd="0" presId="urn:microsoft.com/office/officeart/2005/8/layout/hierarchy1"/>
    <dgm:cxn modelId="{652308F4-97DB-4ADA-85D9-E7393E26D445}" type="presParOf" srcId="{5C4C88E2-3ACF-427A-B374-7DFEAE55743A}" destId="{21938082-9351-420F-ADFD-125A36B3754C}" srcOrd="0" destOrd="0" presId="urn:microsoft.com/office/officeart/2005/8/layout/hierarchy1"/>
    <dgm:cxn modelId="{C513A833-8CDE-47F8-B976-213584AD834D}" type="presParOf" srcId="{21938082-9351-420F-ADFD-125A36B3754C}" destId="{199E9332-7548-4951-855E-9D25AF9C97BE}" srcOrd="0" destOrd="0" presId="urn:microsoft.com/office/officeart/2005/8/layout/hierarchy1"/>
    <dgm:cxn modelId="{C65ECD1B-F742-408D-9F61-F9BD81271F71}" type="presParOf" srcId="{21938082-9351-420F-ADFD-125A36B3754C}" destId="{21C9349E-C268-4A18-A90E-B3A595C0F15A}" srcOrd="1" destOrd="0" presId="urn:microsoft.com/office/officeart/2005/8/layout/hierarchy1"/>
    <dgm:cxn modelId="{7FD654BA-5767-49FB-91BC-1AE88AFE2213}" type="presParOf" srcId="{5C4C88E2-3ACF-427A-B374-7DFEAE55743A}" destId="{944D9266-03BA-42B3-88C1-489045A26C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88DA7D2-60E1-41BB-9773-04C8FA425D8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279F285-2CD2-4283-94A6-74AF96EB6928}">
      <dgm:prSet/>
      <dgm:spPr/>
      <dgm:t>
        <a:bodyPr/>
        <a:lstStyle/>
        <a:p>
          <a:r>
            <a:rPr lang="en-US"/>
            <a:t>Public clouds offer scalability and cost-effectiveness but have less control over security and customization. </a:t>
          </a:r>
        </a:p>
      </dgm:t>
    </dgm:pt>
    <dgm:pt modelId="{FE8BB2D1-0A94-42F2-A58F-AFF01747566B}" type="parTrans" cxnId="{8F6093AC-3DF3-4297-91BB-D25BA4EE4268}">
      <dgm:prSet/>
      <dgm:spPr/>
      <dgm:t>
        <a:bodyPr/>
        <a:lstStyle/>
        <a:p>
          <a:endParaRPr lang="en-US"/>
        </a:p>
      </dgm:t>
    </dgm:pt>
    <dgm:pt modelId="{C8E9396D-9FC0-4CD8-A7DA-FD32DD5E47CD}" type="sibTrans" cxnId="{8F6093AC-3DF3-4297-91BB-D25BA4EE4268}">
      <dgm:prSet/>
      <dgm:spPr/>
      <dgm:t>
        <a:bodyPr/>
        <a:lstStyle/>
        <a:p>
          <a:endParaRPr lang="en-US"/>
        </a:p>
      </dgm:t>
    </dgm:pt>
    <dgm:pt modelId="{4FA802C3-0AE2-4460-824C-4FDE7680094F}">
      <dgm:prSet/>
      <dgm:spPr/>
      <dgm:t>
        <a:bodyPr/>
        <a:lstStyle/>
        <a:p>
          <a:r>
            <a:rPr lang="en-US"/>
            <a:t>Private clouds provide high security and customization but come with higher costs and limited scalability. </a:t>
          </a:r>
        </a:p>
      </dgm:t>
    </dgm:pt>
    <dgm:pt modelId="{5186BBB0-7FEC-40B6-B769-907F99BC4397}" type="parTrans" cxnId="{BC06E990-7BD2-4533-B720-DA462A31F916}">
      <dgm:prSet/>
      <dgm:spPr/>
      <dgm:t>
        <a:bodyPr/>
        <a:lstStyle/>
        <a:p>
          <a:endParaRPr lang="en-US"/>
        </a:p>
      </dgm:t>
    </dgm:pt>
    <dgm:pt modelId="{0CC1A63C-47E9-4F53-963D-5379DEA1A798}" type="sibTrans" cxnId="{BC06E990-7BD2-4533-B720-DA462A31F916}">
      <dgm:prSet/>
      <dgm:spPr/>
      <dgm:t>
        <a:bodyPr/>
        <a:lstStyle/>
        <a:p>
          <a:endParaRPr lang="en-US"/>
        </a:p>
      </dgm:t>
    </dgm:pt>
    <dgm:pt modelId="{83E49348-62FC-41FD-8B33-F5BF34FC4B2F}">
      <dgm:prSet/>
      <dgm:spPr/>
      <dgm:t>
        <a:bodyPr/>
        <a:lstStyle/>
        <a:p>
          <a:r>
            <a:rPr lang="en-US"/>
            <a:t>Hybrid clouds combine the benefits of public and private clouds, allowing for cost optimization and workload balancing.</a:t>
          </a:r>
        </a:p>
      </dgm:t>
    </dgm:pt>
    <dgm:pt modelId="{0EC73B67-A022-401E-9D0D-8D59A2528B93}" type="parTrans" cxnId="{45BE5894-1502-4846-8E1B-729E7707D6C3}">
      <dgm:prSet/>
      <dgm:spPr/>
      <dgm:t>
        <a:bodyPr/>
        <a:lstStyle/>
        <a:p>
          <a:endParaRPr lang="en-US"/>
        </a:p>
      </dgm:t>
    </dgm:pt>
    <dgm:pt modelId="{24849185-43DF-4C7D-A157-C41AF5C8DB67}" type="sibTrans" cxnId="{45BE5894-1502-4846-8E1B-729E7707D6C3}">
      <dgm:prSet/>
      <dgm:spPr/>
      <dgm:t>
        <a:bodyPr/>
        <a:lstStyle/>
        <a:p>
          <a:endParaRPr lang="en-US"/>
        </a:p>
      </dgm:t>
    </dgm:pt>
    <dgm:pt modelId="{DAB9F2B5-EBED-4701-93D5-D8F6ADC8AFD3}" type="pres">
      <dgm:prSet presAssocID="{B88DA7D2-60E1-41BB-9773-04C8FA425D8E}" presName="vert0" presStyleCnt="0">
        <dgm:presLayoutVars>
          <dgm:dir/>
          <dgm:animOne val="branch"/>
          <dgm:animLvl val="lvl"/>
        </dgm:presLayoutVars>
      </dgm:prSet>
      <dgm:spPr/>
    </dgm:pt>
    <dgm:pt modelId="{0E7FDF3D-F999-4938-AA29-DA795FD9A786}" type="pres">
      <dgm:prSet presAssocID="{6279F285-2CD2-4283-94A6-74AF96EB6928}" presName="thickLine" presStyleLbl="alignNode1" presStyleIdx="0" presStyleCnt="3"/>
      <dgm:spPr/>
    </dgm:pt>
    <dgm:pt modelId="{7528F039-3697-4EC5-A7DB-C735AB8C8DEB}" type="pres">
      <dgm:prSet presAssocID="{6279F285-2CD2-4283-94A6-74AF96EB6928}" presName="horz1" presStyleCnt="0"/>
      <dgm:spPr/>
    </dgm:pt>
    <dgm:pt modelId="{4360895C-4C39-4178-8DD7-1DAD1937CBE1}" type="pres">
      <dgm:prSet presAssocID="{6279F285-2CD2-4283-94A6-74AF96EB6928}" presName="tx1" presStyleLbl="revTx" presStyleIdx="0" presStyleCnt="3"/>
      <dgm:spPr/>
    </dgm:pt>
    <dgm:pt modelId="{880E926B-A090-46DC-822C-7CD62DE368CA}" type="pres">
      <dgm:prSet presAssocID="{6279F285-2CD2-4283-94A6-74AF96EB6928}" presName="vert1" presStyleCnt="0"/>
      <dgm:spPr/>
    </dgm:pt>
    <dgm:pt modelId="{963B5CC6-08BE-490A-98B7-0DD6732CEC50}" type="pres">
      <dgm:prSet presAssocID="{4FA802C3-0AE2-4460-824C-4FDE7680094F}" presName="thickLine" presStyleLbl="alignNode1" presStyleIdx="1" presStyleCnt="3"/>
      <dgm:spPr/>
    </dgm:pt>
    <dgm:pt modelId="{EBEF99B0-21C6-4490-8EF0-200EB82DF66E}" type="pres">
      <dgm:prSet presAssocID="{4FA802C3-0AE2-4460-824C-4FDE7680094F}" presName="horz1" presStyleCnt="0"/>
      <dgm:spPr/>
    </dgm:pt>
    <dgm:pt modelId="{BE95D274-0FC4-4141-9897-56BAFA36A79C}" type="pres">
      <dgm:prSet presAssocID="{4FA802C3-0AE2-4460-824C-4FDE7680094F}" presName="tx1" presStyleLbl="revTx" presStyleIdx="1" presStyleCnt="3"/>
      <dgm:spPr/>
    </dgm:pt>
    <dgm:pt modelId="{46A5A067-B832-4F18-9C9F-F1A5C4E023AA}" type="pres">
      <dgm:prSet presAssocID="{4FA802C3-0AE2-4460-824C-4FDE7680094F}" presName="vert1" presStyleCnt="0"/>
      <dgm:spPr/>
    </dgm:pt>
    <dgm:pt modelId="{F304CE7E-BB92-436F-B03E-0A8AEDD1FE47}" type="pres">
      <dgm:prSet presAssocID="{83E49348-62FC-41FD-8B33-F5BF34FC4B2F}" presName="thickLine" presStyleLbl="alignNode1" presStyleIdx="2" presStyleCnt="3"/>
      <dgm:spPr/>
    </dgm:pt>
    <dgm:pt modelId="{9A4796D7-E808-4190-BF66-5500641D8239}" type="pres">
      <dgm:prSet presAssocID="{83E49348-62FC-41FD-8B33-F5BF34FC4B2F}" presName="horz1" presStyleCnt="0"/>
      <dgm:spPr/>
    </dgm:pt>
    <dgm:pt modelId="{1AF82F00-0F3F-4E4F-9C12-24DBE2687E03}" type="pres">
      <dgm:prSet presAssocID="{83E49348-62FC-41FD-8B33-F5BF34FC4B2F}" presName="tx1" presStyleLbl="revTx" presStyleIdx="2" presStyleCnt="3"/>
      <dgm:spPr/>
    </dgm:pt>
    <dgm:pt modelId="{B0EE3120-1F2C-4E4D-A173-C60C6D67EFED}" type="pres">
      <dgm:prSet presAssocID="{83E49348-62FC-41FD-8B33-F5BF34FC4B2F}" presName="vert1" presStyleCnt="0"/>
      <dgm:spPr/>
    </dgm:pt>
  </dgm:ptLst>
  <dgm:cxnLst>
    <dgm:cxn modelId="{046BCE42-61F4-46FA-882E-958144853E3B}" type="presOf" srcId="{B88DA7D2-60E1-41BB-9773-04C8FA425D8E}" destId="{DAB9F2B5-EBED-4701-93D5-D8F6ADC8AFD3}" srcOrd="0" destOrd="0" presId="urn:microsoft.com/office/officeart/2008/layout/LinedList"/>
    <dgm:cxn modelId="{CCD34846-549D-41D8-BA13-06D393DF54FB}" type="presOf" srcId="{6279F285-2CD2-4283-94A6-74AF96EB6928}" destId="{4360895C-4C39-4178-8DD7-1DAD1937CBE1}" srcOrd="0" destOrd="0" presId="urn:microsoft.com/office/officeart/2008/layout/LinedList"/>
    <dgm:cxn modelId="{BC06E990-7BD2-4533-B720-DA462A31F916}" srcId="{B88DA7D2-60E1-41BB-9773-04C8FA425D8E}" destId="{4FA802C3-0AE2-4460-824C-4FDE7680094F}" srcOrd="1" destOrd="0" parTransId="{5186BBB0-7FEC-40B6-B769-907F99BC4397}" sibTransId="{0CC1A63C-47E9-4F53-963D-5379DEA1A798}"/>
    <dgm:cxn modelId="{45BE5894-1502-4846-8E1B-729E7707D6C3}" srcId="{B88DA7D2-60E1-41BB-9773-04C8FA425D8E}" destId="{83E49348-62FC-41FD-8B33-F5BF34FC4B2F}" srcOrd="2" destOrd="0" parTransId="{0EC73B67-A022-401E-9D0D-8D59A2528B93}" sibTransId="{24849185-43DF-4C7D-A157-C41AF5C8DB67}"/>
    <dgm:cxn modelId="{F21704A9-5A53-4C29-B55F-BBB4D1DF1D70}" type="presOf" srcId="{83E49348-62FC-41FD-8B33-F5BF34FC4B2F}" destId="{1AF82F00-0F3F-4E4F-9C12-24DBE2687E03}" srcOrd="0" destOrd="0" presId="urn:microsoft.com/office/officeart/2008/layout/LinedList"/>
    <dgm:cxn modelId="{8F6093AC-3DF3-4297-91BB-D25BA4EE4268}" srcId="{B88DA7D2-60E1-41BB-9773-04C8FA425D8E}" destId="{6279F285-2CD2-4283-94A6-74AF96EB6928}" srcOrd="0" destOrd="0" parTransId="{FE8BB2D1-0A94-42F2-A58F-AFF01747566B}" sibTransId="{C8E9396D-9FC0-4CD8-A7DA-FD32DD5E47CD}"/>
    <dgm:cxn modelId="{AFF26CDC-346A-4DEF-93CD-1BD16CC379DC}" type="presOf" srcId="{4FA802C3-0AE2-4460-824C-4FDE7680094F}" destId="{BE95D274-0FC4-4141-9897-56BAFA36A79C}" srcOrd="0" destOrd="0" presId="urn:microsoft.com/office/officeart/2008/layout/LinedList"/>
    <dgm:cxn modelId="{E2403AD4-38D5-4A93-B318-29D57F5002B9}" type="presParOf" srcId="{DAB9F2B5-EBED-4701-93D5-D8F6ADC8AFD3}" destId="{0E7FDF3D-F999-4938-AA29-DA795FD9A786}" srcOrd="0" destOrd="0" presId="urn:microsoft.com/office/officeart/2008/layout/LinedList"/>
    <dgm:cxn modelId="{56556E53-3FB8-4B49-B9F9-69A053D955F8}" type="presParOf" srcId="{DAB9F2B5-EBED-4701-93D5-D8F6ADC8AFD3}" destId="{7528F039-3697-4EC5-A7DB-C735AB8C8DEB}" srcOrd="1" destOrd="0" presId="urn:microsoft.com/office/officeart/2008/layout/LinedList"/>
    <dgm:cxn modelId="{A82C6D0E-8DB8-4871-B006-90018C44ADD3}" type="presParOf" srcId="{7528F039-3697-4EC5-A7DB-C735AB8C8DEB}" destId="{4360895C-4C39-4178-8DD7-1DAD1937CBE1}" srcOrd="0" destOrd="0" presId="urn:microsoft.com/office/officeart/2008/layout/LinedList"/>
    <dgm:cxn modelId="{1A860D96-DA64-4CD0-96EA-F78F2F4C2E59}" type="presParOf" srcId="{7528F039-3697-4EC5-A7DB-C735AB8C8DEB}" destId="{880E926B-A090-46DC-822C-7CD62DE368CA}" srcOrd="1" destOrd="0" presId="urn:microsoft.com/office/officeart/2008/layout/LinedList"/>
    <dgm:cxn modelId="{4EC35BE1-DD8C-471F-AFD0-E137CB8D10AE}" type="presParOf" srcId="{DAB9F2B5-EBED-4701-93D5-D8F6ADC8AFD3}" destId="{963B5CC6-08BE-490A-98B7-0DD6732CEC50}" srcOrd="2" destOrd="0" presId="urn:microsoft.com/office/officeart/2008/layout/LinedList"/>
    <dgm:cxn modelId="{F48B11E7-DA7E-4AEB-8C25-B4B5829BDB39}" type="presParOf" srcId="{DAB9F2B5-EBED-4701-93D5-D8F6ADC8AFD3}" destId="{EBEF99B0-21C6-4490-8EF0-200EB82DF66E}" srcOrd="3" destOrd="0" presId="urn:microsoft.com/office/officeart/2008/layout/LinedList"/>
    <dgm:cxn modelId="{6639C33C-11FA-439B-A69B-2AD98F4EF351}" type="presParOf" srcId="{EBEF99B0-21C6-4490-8EF0-200EB82DF66E}" destId="{BE95D274-0FC4-4141-9897-56BAFA36A79C}" srcOrd="0" destOrd="0" presId="urn:microsoft.com/office/officeart/2008/layout/LinedList"/>
    <dgm:cxn modelId="{2AAC2CE1-084D-450A-B446-68C902FB69C4}" type="presParOf" srcId="{EBEF99B0-21C6-4490-8EF0-200EB82DF66E}" destId="{46A5A067-B832-4F18-9C9F-F1A5C4E023AA}" srcOrd="1" destOrd="0" presId="urn:microsoft.com/office/officeart/2008/layout/LinedList"/>
    <dgm:cxn modelId="{806731FE-AC83-4721-BB71-2844C5019B87}" type="presParOf" srcId="{DAB9F2B5-EBED-4701-93D5-D8F6ADC8AFD3}" destId="{F304CE7E-BB92-436F-B03E-0A8AEDD1FE47}" srcOrd="4" destOrd="0" presId="urn:microsoft.com/office/officeart/2008/layout/LinedList"/>
    <dgm:cxn modelId="{B98317B4-70E9-45A0-99C5-32BA4D2728AD}" type="presParOf" srcId="{DAB9F2B5-EBED-4701-93D5-D8F6ADC8AFD3}" destId="{9A4796D7-E808-4190-BF66-5500641D8239}" srcOrd="5" destOrd="0" presId="urn:microsoft.com/office/officeart/2008/layout/LinedList"/>
    <dgm:cxn modelId="{58F96530-42AA-4C16-81EA-CB30FDD1AB87}" type="presParOf" srcId="{9A4796D7-E808-4190-BF66-5500641D8239}" destId="{1AF82F00-0F3F-4E4F-9C12-24DBE2687E03}" srcOrd="0" destOrd="0" presId="urn:microsoft.com/office/officeart/2008/layout/LinedList"/>
    <dgm:cxn modelId="{6F18D6F2-F1EE-4D9B-8DB0-5686B1EB7874}" type="presParOf" srcId="{9A4796D7-E808-4190-BF66-5500641D8239}" destId="{B0EE3120-1F2C-4E4D-A173-C60C6D67EFE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E4BE6-AC32-423A-9649-F1B0A2F9D94C}">
      <dsp:nvSpPr>
        <dsp:cNvPr id="0" name=""/>
        <dsp:cNvSpPr/>
      </dsp:nvSpPr>
      <dsp:spPr>
        <a:xfrm>
          <a:off x="205" y="343183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High Security</a:t>
          </a:r>
          <a:r>
            <a:rPr lang="en-US" sz="1700" kern="1200"/>
            <a:t>: Your data is completely private — no sharing with other customers.</a:t>
          </a:r>
        </a:p>
      </dsp:txBody>
      <dsp:txXfrm>
        <a:off x="205" y="1533581"/>
        <a:ext cx="2479997" cy="1785598"/>
      </dsp:txXfrm>
    </dsp:sp>
    <dsp:sp modelId="{F750BEFE-4536-41A2-904D-9DC08AF46835}">
      <dsp:nvSpPr>
        <dsp:cNvPr id="0" name=""/>
        <dsp:cNvSpPr/>
      </dsp:nvSpPr>
      <dsp:spPr>
        <a:xfrm>
          <a:off x="205" y="343183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01</a:t>
          </a:r>
        </a:p>
      </dsp:txBody>
      <dsp:txXfrm>
        <a:off x="205" y="343183"/>
        <a:ext cx="2479997" cy="1190398"/>
      </dsp:txXfrm>
    </dsp:sp>
    <dsp:sp modelId="{0689FB66-A271-4379-A02F-4DBD0DF1B83E}">
      <dsp:nvSpPr>
        <dsp:cNvPr id="0" name=""/>
        <dsp:cNvSpPr/>
      </dsp:nvSpPr>
      <dsp:spPr>
        <a:xfrm>
          <a:off x="2678602" y="343183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Customizable</a:t>
          </a:r>
          <a:r>
            <a:rPr lang="en-US" sz="1700" kern="1200"/>
            <a:t>: You can tailor the setup to your exact needs.</a:t>
          </a:r>
        </a:p>
      </dsp:txBody>
      <dsp:txXfrm>
        <a:off x="2678602" y="1533581"/>
        <a:ext cx="2479997" cy="1785598"/>
      </dsp:txXfrm>
    </dsp:sp>
    <dsp:sp modelId="{09C3A5E1-B055-484B-B423-C812DFC5DAF9}">
      <dsp:nvSpPr>
        <dsp:cNvPr id="0" name=""/>
        <dsp:cNvSpPr/>
      </dsp:nvSpPr>
      <dsp:spPr>
        <a:xfrm>
          <a:off x="2678602" y="343183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02</a:t>
          </a:r>
        </a:p>
      </dsp:txBody>
      <dsp:txXfrm>
        <a:off x="2678602" y="343183"/>
        <a:ext cx="2479997" cy="1190398"/>
      </dsp:txXfrm>
    </dsp:sp>
    <dsp:sp modelId="{440E53F4-B1B4-49AC-9133-C8779377B01E}">
      <dsp:nvSpPr>
        <dsp:cNvPr id="0" name=""/>
        <dsp:cNvSpPr/>
      </dsp:nvSpPr>
      <dsp:spPr>
        <a:xfrm>
          <a:off x="5356999" y="343183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Compliance</a:t>
          </a:r>
          <a:r>
            <a:rPr lang="en-US" sz="1700" kern="1200"/>
            <a:t>: Perfect for businesses with strict rules about data privacy and protection.</a:t>
          </a:r>
        </a:p>
      </dsp:txBody>
      <dsp:txXfrm>
        <a:off x="5356999" y="1533581"/>
        <a:ext cx="2479997" cy="1785598"/>
      </dsp:txXfrm>
    </dsp:sp>
    <dsp:sp modelId="{DD3D0784-1946-41A7-818E-F959D9966CB9}">
      <dsp:nvSpPr>
        <dsp:cNvPr id="0" name=""/>
        <dsp:cNvSpPr/>
      </dsp:nvSpPr>
      <dsp:spPr>
        <a:xfrm>
          <a:off x="5356999" y="343183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03</a:t>
          </a:r>
        </a:p>
      </dsp:txBody>
      <dsp:txXfrm>
        <a:off x="5356999" y="343183"/>
        <a:ext cx="2479997" cy="1190398"/>
      </dsp:txXfrm>
    </dsp:sp>
    <dsp:sp modelId="{86577730-B97D-4765-B584-EC6A832D761B}">
      <dsp:nvSpPr>
        <dsp:cNvPr id="0" name=""/>
        <dsp:cNvSpPr/>
      </dsp:nvSpPr>
      <dsp:spPr>
        <a:xfrm>
          <a:off x="8035397" y="343183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Full Control</a:t>
          </a:r>
          <a:r>
            <a:rPr lang="en-US" sz="1700" kern="1200"/>
            <a:t>: You manage access, performance, and security — just how you want it.</a:t>
          </a:r>
        </a:p>
      </dsp:txBody>
      <dsp:txXfrm>
        <a:off x="8035397" y="1533581"/>
        <a:ext cx="2479997" cy="1785598"/>
      </dsp:txXfrm>
    </dsp:sp>
    <dsp:sp modelId="{CEC40647-0C4D-4676-804D-F95C4E9560EF}">
      <dsp:nvSpPr>
        <dsp:cNvPr id="0" name=""/>
        <dsp:cNvSpPr/>
      </dsp:nvSpPr>
      <dsp:spPr>
        <a:xfrm>
          <a:off x="8035397" y="343183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04</a:t>
          </a:r>
        </a:p>
      </dsp:txBody>
      <dsp:txXfrm>
        <a:off x="8035397" y="343183"/>
        <a:ext cx="2479997" cy="1190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A5CE2-8D7F-492D-BE74-38066CE7B0C9}">
      <dsp:nvSpPr>
        <dsp:cNvPr id="0" name=""/>
        <dsp:cNvSpPr/>
      </dsp:nvSpPr>
      <dsp:spPr>
        <a:xfrm>
          <a:off x="0" y="2756854"/>
          <a:ext cx="10515600" cy="904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Your IT team (or a trusted provider) sets up and manages the system.</a:t>
          </a:r>
        </a:p>
      </dsp:txBody>
      <dsp:txXfrm>
        <a:off x="0" y="2756854"/>
        <a:ext cx="10515600" cy="904861"/>
      </dsp:txXfrm>
    </dsp:sp>
    <dsp:sp modelId="{FED3CFF5-20A5-4F04-9A9A-6E9F97B18989}">
      <dsp:nvSpPr>
        <dsp:cNvPr id="0" name=""/>
        <dsp:cNvSpPr/>
      </dsp:nvSpPr>
      <dsp:spPr>
        <a:xfrm rot="10800000">
          <a:off x="0" y="1378750"/>
          <a:ext cx="10515600" cy="139167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Resources (servers, storage, software) are </a:t>
          </a:r>
          <a:r>
            <a:rPr lang="en-US" sz="2500" b="0" kern="1200" dirty="0"/>
            <a:t>not shared.</a:t>
          </a:r>
        </a:p>
      </dsp:txBody>
      <dsp:txXfrm rot="10800000">
        <a:off x="0" y="1378750"/>
        <a:ext cx="10515600" cy="904269"/>
      </dsp:txXfrm>
    </dsp:sp>
    <dsp:sp modelId="{3D3AA78E-E478-40A7-9385-6C2C7AE90881}">
      <dsp:nvSpPr>
        <dsp:cNvPr id="0" name=""/>
        <dsp:cNvSpPr/>
      </dsp:nvSpPr>
      <dsp:spPr>
        <a:xfrm rot="10800000">
          <a:off x="0" y="647"/>
          <a:ext cx="10515600" cy="139167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cloud is built </a:t>
          </a:r>
          <a:r>
            <a:rPr lang="en-US" sz="2500" b="0" kern="1200" dirty="0"/>
            <a:t>for just one organization</a:t>
          </a:r>
          <a:r>
            <a:rPr lang="en-US" sz="2500" kern="1200" dirty="0"/>
            <a:t>.</a:t>
          </a:r>
        </a:p>
      </dsp:txBody>
      <dsp:txXfrm rot="10800000">
        <a:off x="0" y="647"/>
        <a:ext cx="10515600" cy="9042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5214B-6134-4B38-9F69-3D17DA3F18BB}">
      <dsp:nvSpPr>
        <dsp:cNvPr id="0" name=""/>
        <dsp:cNvSpPr/>
      </dsp:nvSpPr>
      <dsp:spPr>
        <a:xfrm>
          <a:off x="0" y="612"/>
          <a:ext cx="4977904" cy="1433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BB0AC-9F26-45CB-A269-02BD8C84D239}">
      <dsp:nvSpPr>
        <dsp:cNvPr id="0" name=""/>
        <dsp:cNvSpPr/>
      </dsp:nvSpPr>
      <dsp:spPr>
        <a:xfrm>
          <a:off x="433512" y="323060"/>
          <a:ext cx="788205" cy="788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5618B-B715-4919-9A8A-0E5B711E3C2A}">
      <dsp:nvSpPr>
        <dsp:cNvPr id="0" name=""/>
        <dsp:cNvSpPr/>
      </dsp:nvSpPr>
      <dsp:spPr>
        <a:xfrm>
          <a:off x="1655230" y="612"/>
          <a:ext cx="3322674" cy="143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0" tIns="151670" rIns="151670" bIns="1516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university wants to keep student records, exam data, and research secure and private.</a:t>
          </a:r>
        </a:p>
      </dsp:txBody>
      <dsp:txXfrm>
        <a:off x="1655230" y="612"/>
        <a:ext cx="3322674" cy="1433100"/>
      </dsp:txXfrm>
    </dsp:sp>
    <dsp:sp modelId="{CE4C1B18-7D7B-4470-902E-669AB4897DAE}">
      <dsp:nvSpPr>
        <dsp:cNvPr id="0" name=""/>
        <dsp:cNvSpPr/>
      </dsp:nvSpPr>
      <dsp:spPr>
        <a:xfrm>
          <a:off x="0" y="1791987"/>
          <a:ext cx="4977904" cy="1433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82E57-F857-4047-B8AA-8A59E0E5C182}">
      <dsp:nvSpPr>
        <dsp:cNvPr id="0" name=""/>
        <dsp:cNvSpPr/>
      </dsp:nvSpPr>
      <dsp:spPr>
        <a:xfrm>
          <a:off x="433512" y="2114435"/>
          <a:ext cx="788205" cy="788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94516-F9F0-4E08-803D-AB64EF3A8D4C}">
      <dsp:nvSpPr>
        <dsp:cNvPr id="0" name=""/>
        <dsp:cNvSpPr/>
      </dsp:nvSpPr>
      <dsp:spPr>
        <a:xfrm>
          <a:off x="1655230" y="1791987"/>
          <a:ext cx="3322674" cy="143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0" tIns="151670" rIns="151670" bIns="1516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They set up a private cloud that only their staff can access.</a:t>
          </a:r>
        </a:p>
      </dsp:txBody>
      <dsp:txXfrm>
        <a:off x="1655230" y="1791987"/>
        <a:ext cx="3322674" cy="1433100"/>
      </dsp:txXfrm>
    </dsp:sp>
    <dsp:sp modelId="{2293667C-4C57-46B2-A1F8-1E1921C1561B}">
      <dsp:nvSpPr>
        <dsp:cNvPr id="0" name=""/>
        <dsp:cNvSpPr/>
      </dsp:nvSpPr>
      <dsp:spPr>
        <a:xfrm>
          <a:off x="0" y="3583363"/>
          <a:ext cx="4977904" cy="14331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B8AE8-0E3B-410D-87C8-EECD996EA517}">
      <dsp:nvSpPr>
        <dsp:cNvPr id="0" name=""/>
        <dsp:cNvSpPr/>
      </dsp:nvSpPr>
      <dsp:spPr>
        <a:xfrm>
          <a:off x="433512" y="3905810"/>
          <a:ext cx="788205" cy="788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0355B-7A06-4D55-91E4-298E3AD6BD1B}">
      <dsp:nvSpPr>
        <dsp:cNvPr id="0" name=""/>
        <dsp:cNvSpPr/>
      </dsp:nvSpPr>
      <dsp:spPr>
        <a:xfrm>
          <a:off x="1655230" y="3583363"/>
          <a:ext cx="3322674" cy="143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0" tIns="151670" rIns="151670" bIns="1516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helps them meet education privacy laws and ensures full control over how data is used.</a:t>
          </a:r>
        </a:p>
      </dsp:txBody>
      <dsp:txXfrm>
        <a:off x="1655230" y="3583363"/>
        <a:ext cx="3322674" cy="14331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7CDFA-60C3-4F5A-8BFE-B67733842A3E}">
      <dsp:nvSpPr>
        <dsp:cNvPr id="0" name=""/>
        <dsp:cNvSpPr/>
      </dsp:nvSpPr>
      <dsp:spPr>
        <a:xfrm>
          <a:off x="3303" y="1224611"/>
          <a:ext cx="2358419" cy="149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CBCCB-0D8F-421C-B05E-1297B307E122}">
      <dsp:nvSpPr>
        <dsp:cNvPr id="0" name=""/>
        <dsp:cNvSpPr/>
      </dsp:nvSpPr>
      <dsp:spPr>
        <a:xfrm>
          <a:off x="265349" y="1473555"/>
          <a:ext cx="2358419" cy="149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private cloud is like owning your own house:</a:t>
          </a:r>
        </a:p>
      </dsp:txBody>
      <dsp:txXfrm>
        <a:off x="309212" y="1517418"/>
        <a:ext cx="2270693" cy="1409870"/>
      </dsp:txXfrm>
    </dsp:sp>
    <dsp:sp modelId="{C7E785A9-A63F-4F83-9A2D-1ECCBB7A879C}">
      <dsp:nvSpPr>
        <dsp:cNvPr id="0" name=""/>
        <dsp:cNvSpPr/>
      </dsp:nvSpPr>
      <dsp:spPr>
        <a:xfrm>
          <a:off x="2885816" y="1224611"/>
          <a:ext cx="2358419" cy="149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F3900-BCAD-4C5F-9D4F-81B6EF911815}">
      <dsp:nvSpPr>
        <dsp:cNvPr id="0" name=""/>
        <dsp:cNvSpPr/>
      </dsp:nvSpPr>
      <dsp:spPr>
        <a:xfrm>
          <a:off x="3147862" y="1473555"/>
          <a:ext cx="2358419" cy="149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You have full control over it.</a:t>
          </a:r>
        </a:p>
      </dsp:txBody>
      <dsp:txXfrm>
        <a:off x="3191725" y="1517418"/>
        <a:ext cx="2270693" cy="1409870"/>
      </dsp:txXfrm>
    </dsp:sp>
    <dsp:sp modelId="{9C67F41F-A9C0-4279-956D-4D63ACFCC3F5}">
      <dsp:nvSpPr>
        <dsp:cNvPr id="0" name=""/>
        <dsp:cNvSpPr/>
      </dsp:nvSpPr>
      <dsp:spPr>
        <a:xfrm>
          <a:off x="5768329" y="1224611"/>
          <a:ext cx="2358419" cy="149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0465D-CD50-449E-9D3E-4D26FFCFC1FE}">
      <dsp:nvSpPr>
        <dsp:cNvPr id="0" name=""/>
        <dsp:cNvSpPr/>
      </dsp:nvSpPr>
      <dsp:spPr>
        <a:xfrm>
          <a:off x="6030375" y="1473555"/>
          <a:ext cx="2358419" cy="149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You decide who can enter.</a:t>
          </a:r>
        </a:p>
      </dsp:txBody>
      <dsp:txXfrm>
        <a:off x="6074238" y="1517418"/>
        <a:ext cx="2270693" cy="1409870"/>
      </dsp:txXfrm>
    </dsp:sp>
    <dsp:sp modelId="{F3794D3C-9D2B-4FB5-8F57-D37465198BE9}">
      <dsp:nvSpPr>
        <dsp:cNvPr id="0" name=""/>
        <dsp:cNvSpPr/>
      </dsp:nvSpPr>
      <dsp:spPr>
        <a:xfrm>
          <a:off x="8650842" y="1224611"/>
          <a:ext cx="2358419" cy="149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E524B-8D5D-4EBF-A142-673C9E89299E}">
      <dsp:nvSpPr>
        <dsp:cNvPr id="0" name=""/>
        <dsp:cNvSpPr/>
      </dsp:nvSpPr>
      <dsp:spPr>
        <a:xfrm>
          <a:off x="8912889" y="1473555"/>
          <a:ext cx="2358419" cy="149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You can upgrade, secure, or customize it anytime.</a:t>
          </a:r>
        </a:p>
      </dsp:txBody>
      <dsp:txXfrm>
        <a:off x="8956752" y="1517418"/>
        <a:ext cx="2270693" cy="14098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CF2ED-E1C2-44F0-AA54-526A72864A17}">
      <dsp:nvSpPr>
        <dsp:cNvPr id="0" name=""/>
        <dsp:cNvSpPr/>
      </dsp:nvSpPr>
      <dsp:spPr>
        <a:xfrm>
          <a:off x="0" y="73608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50979-324C-4814-9BE9-726F8DD76516}">
      <dsp:nvSpPr>
        <dsp:cNvPr id="0" name=""/>
        <dsp:cNvSpPr/>
      </dsp:nvSpPr>
      <dsp:spPr>
        <a:xfrm>
          <a:off x="328612" y="104826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 organization runs secure apps (like finance or HR) in a private cloud.</a:t>
          </a:r>
        </a:p>
      </dsp:txBody>
      <dsp:txXfrm>
        <a:off x="383617" y="1103267"/>
        <a:ext cx="2847502" cy="1768010"/>
      </dsp:txXfrm>
    </dsp:sp>
    <dsp:sp modelId="{753E4AB4-1F8E-40F8-B95E-4878A047EBA9}">
      <dsp:nvSpPr>
        <dsp:cNvPr id="0" name=""/>
        <dsp:cNvSpPr/>
      </dsp:nvSpPr>
      <dsp:spPr>
        <a:xfrm>
          <a:off x="3614737" y="73608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31842-A19A-4792-82A1-A63828145F9C}">
      <dsp:nvSpPr>
        <dsp:cNvPr id="0" name=""/>
        <dsp:cNvSpPr/>
      </dsp:nvSpPr>
      <dsp:spPr>
        <a:xfrm>
          <a:off x="3943350" y="104826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At the same time, it uses the public cloud for things like websites or customer services.</a:t>
          </a:r>
        </a:p>
      </dsp:txBody>
      <dsp:txXfrm>
        <a:off x="3998355" y="1103267"/>
        <a:ext cx="2847502" cy="1768010"/>
      </dsp:txXfrm>
    </dsp:sp>
    <dsp:sp modelId="{2DE29765-F17C-445D-89F6-0EC14D2BA316}">
      <dsp:nvSpPr>
        <dsp:cNvPr id="0" name=""/>
        <dsp:cNvSpPr/>
      </dsp:nvSpPr>
      <dsp:spPr>
        <a:xfrm>
          <a:off x="7229475" y="73608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E7D98-835B-4834-8FE9-0EA37A435D59}">
      <dsp:nvSpPr>
        <dsp:cNvPr id="0" name=""/>
        <dsp:cNvSpPr/>
      </dsp:nvSpPr>
      <dsp:spPr>
        <a:xfrm>
          <a:off x="7558087" y="104826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secure connection allows the two clouds to communicate and share data when needed.</a:t>
          </a:r>
        </a:p>
      </dsp:txBody>
      <dsp:txXfrm>
        <a:off x="7613092" y="1103267"/>
        <a:ext cx="2847502" cy="17680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79E36A-C799-4308-9239-125A87F8FA96}">
      <dsp:nvSpPr>
        <dsp:cNvPr id="0" name=""/>
        <dsp:cNvSpPr/>
      </dsp:nvSpPr>
      <dsp:spPr>
        <a:xfrm>
          <a:off x="1283" y="16286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69050-BCD8-48D4-B738-8AADA11AA753}">
      <dsp:nvSpPr>
        <dsp:cNvPr id="0" name=""/>
        <dsp:cNvSpPr/>
      </dsp:nvSpPr>
      <dsp:spPr>
        <a:xfrm>
          <a:off x="501904" y="638452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retail company stores customer payment info in a private cloud for security.</a:t>
          </a:r>
          <a:br>
            <a:rPr lang="en-US" sz="2500" kern="1200"/>
          </a:br>
          <a:r>
            <a:rPr lang="en-US" sz="2500" kern="1200"/>
            <a:t>Meanwhile, it runs its online store and promotions in the public cloud to handle high web traffic.</a:t>
          </a:r>
        </a:p>
      </dsp:txBody>
      <dsp:txXfrm>
        <a:off x="585701" y="722249"/>
        <a:ext cx="4337991" cy="2693452"/>
      </dsp:txXfrm>
    </dsp:sp>
    <dsp:sp modelId="{E23CDC70-9B27-4E65-AEAD-6F50E3976BF2}">
      <dsp:nvSpPr>
        <dsp:cNvPr id="0" name=""/>
        <dsp:cNvSpPr/>
      </dsp:nvSpPr>
      <dsp:spPr>
        <a:xfrm>
          <a:off x="5508110" y="16286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CB4A1-B8BD-4220-A418-F7BCD6C15EFB}">
      <dsp:nvSpPr>
        <dsp:cNvPr id="0" name=""/>
        <dsp:cNvSpPr/>
      </dsp:nvSpPr>
      <dsp:spPr>
        <a:xfrm>
          <a:off x="6008730" y="638452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sales spike during a holiday, the public cloud scales up quickly.</a:t>
          </a:r>
          <a:br>
            <a:rPr lang="en-US" sz="2500" kern="1200"/>
          </a:br>
          <a:r>
            <a:rPr lang="en-US" sz="2500" kern="1200"/>
            <a:t>But customer data stays safe in the private cloud.</a:t>
          </a:r>
        </a:p>
      </dsp:txBody>
      <dsp:txXfrm>
        <a:off x="6092527" y="722249"/>
        <a:ext cx="4337991" cy="26934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C5979-853C-4F54-8E6D-747FD2DBAA8C}">
      <dsp:nvSpPr>
        <dsp:cNvPr id="0" name=""/>
        <dsp:cNvSpPr/>
      </dsp:nvSpPr>
      <dsp:spPr>
        <a:xfrm>
          <a:off x="39802" y="259160"/>
          <a:ext cx="1482081" cy="14820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D9DF03-55EF-407D-AAED-3E964E7C7AB5}">
      <dsp:nvSpPr>
        <dsp:cNvPr id="0" name=""/>
        <dsp:cNvSpPr/>
      </dsp:nvSpPr>
      <dsp:spPr>
        <a:xfrm>
          <a:off x="351039" y="570397"/>
          <a:ext cx="859607" cy="8596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18D36-E00A-4B20-A554-3A90E491B148}">
      <dsp:nvSpPr>
        <dsp:cNvPr id="0" name=""/>
        <dsp:cNvSpPr/>
      </dsp:nvSpPr>
      <dsp:spPr>
        <a:xfrm>
          <a:off x="1839472" y="259160"/>
          <a:ext cx="3493477" cy="148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hybrid cloud is like owning a house with extra storage rented nearby.</a:t>
          </a:r>
        </a:p>
      </dsp:txBody>
      <dsp:txXfrm>
        <a:off x="1839472" y="259160"/>
        <a:ext cx="3493477" cy="1482081"/>
      </dsp:txXfrm>
    </dsp:sp>
    <dsp:sp modelId="{482D87C4-F785-424F-A687-A92DC63DC189}">
      <dsp:nvSpPr>
        <dsp:cNvPr id="0" name=""/>
        <dsp:cNvSpPr/>
      </dsp:nvSpPr>
      <dsp:spPr>
        <a:xfrm>
          <a:off x="5941662" y="259160"/>
          <a:ext cx="1482081" cy="14820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A37E0-308B-4657-B4E5-4D532C8A70F2}">
      <dsp:nvSpPr>
        <dsp:cNvPr id="0" name=""/>
        <dsp:cNvSpPr/>
      </dsp:nvSpPr>
      <dsp:spPr>
        <a:xfrm>
          <a:off x="6252899" y="570397"/>
          <a:ext cx="859607" cy="8596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C1F7A-3E1C-40E1-9689-DCA498B6F6B4}">
      <dsp:nvSpPr>
        <dsp:cNvPr id="0" name=""/>
        <dsp:cNvSpPr/>
      </dsp:nvSpPr>
      <dsp:spPr>
        <a:xfrm>
          <a:off x="7741332" y="259160"/>
          <a:ext cx="3493477" cy="148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 keep valuables at home (private cloud).</a:t>
          </a:r>
        </a:p>
      </dsp:txBody>
      <dsp:txXfrm>
        <a:off x="7741332" y="259160"/>
        <a:ext cx="3493477" cy="1482081"/>
      </dsp:txXfrm>
    </dsp:sp>
    <dsp:sp modelId="{AFA71C8F-85E9-49A5-B66C-2CDB58AAB514}">
      <dsp:nvSpPr>
        <dsp:cNvPr id="0" name=""/>
        <dsp:cNvSpPr/>
      </dsp:nvSpPr>
      <dsp:spPr>
        <a:xfrm>
          <a:off x="39802" y="2454521"/>
          <a:ext cx="1482081" cy="14820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13657-909D-42BD-9301-F929E3F519EE}">
      <dsp:nvSpPr>
        <dsp:cNvPr id="0" name=""/>
        <dsp:cNvSpPr/>
      </dsp:nvSpPr>
      <dsp:spPr>
        <a:xfrm>
          <a:off x="351039" y="2765758"/>
          <a:ext cx="859607" cy="8596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CDBC5-4B12-4D93-B8AE-A11E54325D18}">
      <dsp:nvSpPr>
        <dsp:cNvPr id="0" name=""/>
        <dsp:cNvSpPr/>
      </dsp:nvSpPr>
      <dsp:spPr>
        <a:xfrm>
          <a:off x="1839472" y="2454521"/>
          <a:ext cx="3493477" cy="148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 use the rented storage (public cloud) when you have extra stuff or guests.</a:t>
          </a:r>
        </a:p>
      </dsp:txBody>
      <dsp:txXfrm>
        <a:off x="1839472" y="2454521"/>
        <a:ext cx="3493477" cy="1482081"/>
      </dsp:txXfrm>
    </dsp:sp>
    <dsp:sp modelId="{F55CCE85-5CC8-4E6D-BBB9-7E840B43D9E3}">
      <dsp:nvSpPr>
        <dsp:cNvPr id="0" name=""/>
        <dsp:cNvSpPr/>
      </dsp:nvSpPr>
      <dsp:spPr>
        <a:xfrm>
          <a:off x="5941662" y="2454521"/>
          <a:ext cx="1482081" cy="14820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7BA92-25D0-478A-A610-F8F76B807EC7}">
      <dsp:nvSpPr>
        <dsp:cNvPr id="0" name=""/>
        <dsp:cNvSpPr/>
      </dsp:nvSpPr>
      <dsp:spPr>
        <a:xfrm>
          <a:off x="6252899" y="2765758"/>
          <a:ext cx="859607" cy="8596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359A4-4A51-45F7-A2C8-D306B04108C4}">
      <dsp:nvSpPr>
        <dsp:cNvPr id="0" name=""/>
        <dsp:cNvSpPr/>
      </dsp:nvSpPr>
      <dsp:spPr>
        <a:xfrm>
          <a:off x="7741332" y="2454521"/>
          <a:ext cx="3493477" cy="148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 choose what stays where — it’s your call</a:t>
          </a:r>
        </a:p>
      </dsp:txBody>
      <dsp:txXfrm>
        <a:off x="7741332" y="2454521"/>
        <a:ext cx="3493477" cy="14820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1AC31-4D6B-442D-8DEB-222DB3A66C51}">
      <dsp:nvSpPr>
        <dsp:cNvPr id="0" name=""/>
        <dsp:cNvSpPr/>
      </dsp:nvSpPr>
      <dsp:spPr>
        <a:xfrm>
          <a:off x="0" y="1015"/>
          <a:ext cx="5867022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Multicloud means using two or more different cloud providers at the same time.</a:t>
          </a:r>
        </a:p>
      </dsp:txBody>
      <dsp:txXfrm>
        <a:off x="61741" y="62756"/>
        <a:ext cx="5743540" cy="1141288"/>
      </dsp:txXfrm>
    </dsp:sp>
    <dsp:sp modelId="{B87B1A70-000D-4D20-BD5D-8F9610104DB7}">
      <dsp:nvSpPr>
        <dsp:cNvPr id="0" name=""/>
        <dsp:cNvSpPr/>
      </dsp:nvSpPr>
      <dsp:spPr>
        <a:xfrm>
          <a:off x="0" y="1332025"/>
          <a:ext cx="5867022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 example, a company might use one cloud for storage and another for data analytics.</a:t>
          </a:r>
        </a:p>
      </dsp:txBody>
      <dsp:txXfrm>
        <a:off x="61741" y="1393766"/>
        <a:ext cx="5743540" cy="1141288"/>
      </dsp:txXfrm>
    </dsp:sp>
    <dsp:sp modelId="{956DE2D3-16D4-4406-9D8D-E50D55FC10ED}">
      <dsp:nvSpPr>
        <dsp:cNvPr id="0" name=""/>
        <dsp:cNvSpPr/>
      </dsp:nvSpPr>
      <dsp:spPr>
        <a:xfrm>
          <a:off x="0" y="2663036"/>
          <a:ext cx="5867022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Each cloud provider is separate, and services are chosen based on strengths.</a:t>
          </a:r>
        </a:p>
      </dsp:txBody>
      <dsp:txXfrm>
        <a:off x="61741" y="2724777"/>
        <a:ext cx="5743540" cy="11412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09BE5-0B81-4CDE-9385-B78DFA2FFBA4}">
      <dsp:nvSpPr>
        <dsp:cNvPr id="0" name=""/>
        <dsp:cNvSpPr/>
      </dsp:nvSpPr>
      <dsp:spPr>
        <a:xfrm>
          <a:off x="2254922" y="1936"/>
          <a:ext cx="9019689" cy="10028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007" tIns="254723" rIns="175007" bIns="2547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Best Features: Choose the best tools and services from different providers.</a:t>
          </a:r>
        </a:p>
      </dsp:txBody>
      <dsp:txXfrm>
        <a:off x="2254922" y="1936"/>
        <a:ext cx="9019689" cy="1002844"/>
      </dsp:txXfrm>
    </dsp:sp>
    <dsp:sp modelId="{94996B87-56D4-4FBC-B49F-D61353AE5021}">
      <dsp:nvSpPr>
        <dsp:cNvPr id="0" name=""/>
        <dsp:cNvSpPr/>
      </dsp:nvSpPr>
      <dsp:spPr>
        <a:xfrm>
          <a:off x="0" y="1936"/>
          <a:ext cx="2254922" cy="1002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23" tIns="99059" rIns="119323" bIns="9905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Choose</a:t>
          </a:r>
        </a:p>
      </dsp:txBody>
      <dsp:txXfrm>
        <a:off x="0" y="1936"/>
        <a:ext cx="2254922" cy="1002844"/>
      </dsp:txXfrm>
    </dsp:sp>
    <dsp:sp modelId="{F15B2CC7-7997-46D3-AC45-44F357C94FEE}">
      <dsp:nvSpPr>
        <dsp:cNvPr id="0" name=""/>
        <dsp:cNvSpPr/>
      </dsp:nvSpPr>
      <dsp:spPr>
        <a:xfrm>
          <a:off x="2254922" y="1064951"/>
          <a:ext cx="9019689" cy="10028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007" tIns="254723" rIns="175007" bIns="2547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Avoid Lock-In: You’re not stuck with just one cloud vendor.</a:t>
          </a:r>
        </a:p>
      </dsp:txBody>
      <dsp:txXfrm>
        <a:off x="2254922" y="1064951"/>
        <a:ext cx="9019689" cy="1002844"/>
      </dsp:txXfrm>
    </dsp:sp>
    <dsp:sp modelId="{7C9C9D5A-A8E2-4051-9854-34D913CC9873}">
      <dsp:nvSpPr>
        <dsp:cNvPr id="0" name=""/>
        <dsp:cNvSpPr/>
      </dsp:nvSpPr>
      <dsp:spPr>
        <a:xfrm>
          <a:off x="0" y="1064951"/>
          <a:ext cx="2254922" cy="1002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23" tIns="99059" rIns="119323" bIns="9905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Avoid</a:t>
          </a:r>
        </a:p>
      </dsp:txBody>
      <dsp:txXfrm>
        <a:off x="0" y="1064951"/>
        <a:ext cx="2254922" cy="1002844"/>
      </dsp:txXfrm>
    </dsp:sp>
    <dsp:sp modelId="{3B92336F-F99F-4660-9E00-9409BEFD2F71}">
      <dsp:nvSpPr>
        <dsp:cNvPr id="0" name=""/>
        <dsp:cNvSpPr/>
      </dsp:nvSpPr>
      <dsp:spPr>
        <a:xfrm>
          <a:off x="2254922" y="2127966"/>
          <a:ext cx="9019689" cy="10028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007" tIns="254723" rIns="175007" bIns="2547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Better Reliability: If one provider has an outage, the other still works.</a:t>
          </a:r>
        </a:p>
      </dsp:txBody>
      <dsp:txXfrm>
        <a:off x="2254922" y="2127966"/>
        <a:ext cx="9019689" cy="1002844"/>
      </dsp:txXfrm>
    </dsp:sp>
    <dsp:sp modelId="{0FB09010-E29B-4578-82E8-C5FDC98FF6AE}">
      <dsp:nvSpPr>
        <dsp:cNvPr id="0" name=""/>
        <dsp:cNvSpPr/>
      </dsp:nvSpPr>
      <dsp:spPr>
        <a:xfrm>
          <a:off x="0" y="2127966"/>
          <a:ext cx="2254922" cy="1002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23" tIns="99059" rIns="119323" bIns="9905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Better</a:t>
          </a:r>
        </a:p>
      </dsp:txBody>
      <dsp:txXfrm>
        <a:off x="0" y="2127966"/>
        <a:ext cx="2254922" cy="1002844"/>
      </dsp:txXfrm>
    </dsp:sp>
    <dsp:sp modelId="{F39F4720-A3CE-404F-9E4C-8AFDF6574DD2}">
      <dsp:nvSpPr>
        <dsp:cNvPr id="0" name=""/>
        <dsp:cNvSpPr/>
      </dsp:nvSpPr>
      <dsp:spPr>
        <a:xfrm>
          <a:off x="2254922" y="3190982"/>
          <a:ext cx="9019689" cy="10028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007" tIns="254723" rIns="175007" bIns="2547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Performance Optimization: Use the fastest or closest cloud for each task.</a:t>
          </a:r>
        </a:p>
      </dsp:txBody>
      <dsp:txXfrm>
        <a:off x="2254922" y="3190982"/>
        <a:ext cx="9019689" cy="1002844"/>
      </dsp:txXfrm>
    </dsp:sp>
    <dsp:sp modelId="{86207F42-14A4-4D28-A2B8-113AEFA77C6E}">
      <dsp:nvSpPr>
        <dsp:cNvPr id="0" name=""/>
        <dsp:cNvSpPr/>
      </dsp:nvSpPr>
      <dsp:spPr>
        <a:xfrm>
          <a:off x="0" y="3190982"/>
          <a:ext cx="2254922" cy="10028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23" tIns="99059" rIns="119323" bIns="9905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</a:t>
          </a:r>
        </a:p>
      </dsp:txBody>
      <dsp:txXfrm>
        <a:off x="0" y="3190982"/>
        <a:ext cx="2254922" cy="10028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7714D-6BC6-45F9-9C0E-A11C029DAF7D}">
      <dsp:nvSpPr>
        <dsp:cNvPr id="0" name=""/>
        <dsp:cNvSpPr/>
      </dsp:nvSpPr>
      <dsp:spPr>
        <a:xfrm>
          <a:off x="821" y="0"/>
          <a:ext cx="3327201" cy="36623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 organization signs up for multiple cloud services.</a:t>
          </a:r>
        </a:p>
      </dsp:txBody>
      <dsp:txXfrm>
        <a:off x="821" y="1464945"/>
        <a:ext cx="3327201" cy="2197417"/>
      </dsp:txXfrm>
    </dsp:sp>
    <dsp:sp modelId="{7BC0DD29-4ABD-49FD-A5B6-F1252AB2DA58}">
      <dsp:nvSpPr>
        <dsp:cNvPr id="0" name=""/>
        <dsp:cNvSpPr/>
      </dsp:nvSpPr>
      <dsp:spPr>
        <a:xfrm>
          <a:off x="821" y="0"/>
          <a:ext cx="3327201" cy="14649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0"/>
        <a:ext cx="3327201" cy="1464945"/>
      </dsp:txXfrm>
    </dsp:sp>
    <dsp:sp modelId="{FB735AF0-1D49-44C3-B5D0-7EAF0CF63251}">
      <dsp:nvSpPr>
        <dsp:cNvPr id="0" name=""/>
        <dsp:cNvSpPr/>
      </dsp:nvSpPr>
      <dsp:spPr>
        <a:xfrm>
          <a:off x="3594199" y="0"/>
          <a:ext cx="3327201" cy="3662363"/>
        </a:xfrm>
        <a:prstGeom prst="rect">
          <a:avLst/>
        </a:prstGeom>
        <a:solidFill>
          <a:schemeClr val="accent2">
            <a:hueOff val="-753953"/>
            <a:satOff val="-3531"/>
            <a:lumOff val="1765"/>
            <a:alphaOff val="0"/>
          </a:schemeClr>
        </a:solidFill>
        <a:ln w="12700" cap="flat" cmpd="sng" algn="ctr">
          <a:solidFill>
            <a:schemeClr val="accent2">
              <a:hueOff val="-753953"/>
              <a:satOff val="-3531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uses each one where they’re strongest, like: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One for databases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Another for backups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 third for machine learning</a:t>
          </a:r>
        </a:p>
      </dsp:txBody>
      <dsp:txXfrm>
        <a:off x="3594199" y="1464945"/>
        <a:ext cx="3327201" cy="2197417"/>
      </dsp:txXfrm>
    </dsp:sp>
    <dsp:sp modelId="{68FC943A-C703-4E23-8D7C-64F4EEE7F692}">
      <dsp:nvSpPr>
        <dsp:cNvPr id="0" name=""/>
        <dsp:cNvSpPr/>
      </dsp:nvSpPr>
      <dsp:spPr>
        <a:xfrm>
          <a:off x="3594199" y="0"/>
          <a:ext cx="3327201" cy="14649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0"/>
        <a:ext cx="3327201" cy="1464945"/>
      </dsp:txXfrm>
    </dsp:sp>
    <dsp:sp modelId="{2EABA628-29F0-48E0-B9DA-888D59A693F8}">
      <dsp:nvSpPr>
        <dsp:cNvPr id="0" name=""/>
        <dsp:cNvSpPr/>
      </dsp:nvSpPr>
      <dsp:spPr>
        <a:xfrm>
          <a:off x="7187576" y="0"/>
          <a:ext cx="3327201" cy="3662363"/>
        </a:xfrm>
        <a:prstGeom prst="rect">
          <a:avLst/>
        </a:prstGeom>
        <a:solidFill>
          <a:schemeClr val="accent2">
            <a:hueOff val="-1507906"/>
            <a:satOff val="-7063"/>
            <a:lumOff val="3530"/>
            <a:alphaOff val="0"/>
          </a:schemeClr>
        </a:solidFill>
        <a:ln w="12700" cap="flat" cmpd="sng" algn="ctr">
          <a:solidFill>
            <a:schemeClr val="accent2">
              <a:hueOff val="-1507906"/>
              <a:satOff val="-7063"/>
              <a:lumOff val="35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may or may not move between clouds.</a:t>
          </a:r>
        </a:p>
      </dsp:txBody>
      <dsp:txXfrm>
        <a:off x="7187576" y="1464945"/>
        <a:ext cx="3327201" cy="2197417"/>
      </dsp:txXfrm>
    </dsp:sp>
    <dsp:sp modelId="{B5F0D178-04D0-4E20-9E3F-AE9CC3F0A208}">
      <dsp:nvSpPr>
        <dsp:cNvPr id="0" name=""/>
        <dsp:cNvSpPr/>
      </dsp:nvSpPr>
      <dsp:spPr>
        <a:xfrm>
          <a:off x="7187576" y="0"/>
          <a:ext cx="3327201" cy="14649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0"/>
        <a:ext cx="3327201" cy="146494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A913B-B12F-4504-AB3B-13967C2E01CB}">
      <dsp:nvSpPr>
        <dsp:cNvPr id="0" name=""/>
        <dsp:cNvSpPr/>
      </dsp:nvSpPr>
      <dsp:spPr>
        <a:xfrm>
          <a:off x="0" y="0"/>
          <a:ext cx="8097012" cy="6592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media company uses:</a:t>
          </a:r>
        </a:p>
      </dsp:txBody>
      <dsp:txXfrm>
        <a:off x="19308" y="19308"/>
        <a:ext cx="7308527" cy="620609"/>
      </dsp:txXfrm>
    </dsp:sp>
    <dsp:sp modelId="{16B4ECB2-BDC8-40AF-8609-7158A009F56D}">
      <dsp:nvSpPr>
        <dsp:cNvPr id="0" name=""/>
        <dsp:cNvSpPr/>
      </dsp:nvSpPr>
      <dsp:spPr>
        <a:xfrm>
          <a:off x="604647" y="750784"/>
          <a:ext cx="8097012" cy="6592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cloud to store and edit videos</a:t>
          </a:r>
        </a:p>
      </dsp:txBody>
      <dsp:txXfrm>
        <a:off x="623955" y="770092"/>
        <a:ext cx="7025252" cy="620609"/>
      </dsp:txXfrm>
    </dsp:sp>
    <dsp:sp modelId="{EBC8AAE2-655B-4724-9C75-7C884044522F}">
      <dsp:nvSpPr>
        <dsp:cNvPr id="0" name=""/>
        <dsp:cNvSpPr/>
      </dsp:nvSpPr>
      <dsp:spPr>
        <a:xfrm>
          <a:off x="1209293" y="1501568"/>
          <a:ext cx="8097012" cy="6592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Another cloud to run video streaming</a:t>
          </a:r>
        </a:p>
      </dsp:txBody>
      <dsp:txXfrm>
        <a:off x="1228601" y="1520876"/>
        <a:ext cx="7025252" cy="620609"/>
      </dsp:txXfrm>
    </dsp:sp>
    <dsp:sp modelId="{1C86BFD2-D1C6-4A0F-8299-CECA59A42CD6}">
      <dsp:nvSpPr>
        <dsp:cNvPr id="0" name=""/>
        <dsp:cNvSpPr/>
      </dsp:nvSpPr>
      <dsp:spPr>
        <a:xfrm>
          <a:off x="1813940" y="2252353"/>
          <a:ext cx="8097012" cy="6592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third cloud for global content delivery</a:t>
          </a:r>
        </a:p>
      </dsp:txBody>
      <dsp:txXfrm>
        <a:off x="1833248" y="2271661"/>
        <a:ext cx="7025252" cy="620609"/>
      </dsp:txXfrm>
    </dsp:sp>
    <dsp:sp modelId="{00DAD3E7-EDB9-46B4-ABB1-DD4E18866E83}">
      <dsp:nvSpPr>
        <dsp:cNvPr id="0" name=""/>
        <dsp:cNvSpPr/>
      </dsp:nvSpPr>
      <dsp:spPr>
        <a:xfrm>
          <a:off x="2418587" y="3003137"/>
          <a:ext cx="8097012" cy="6592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setup ensures high performance, avoids being locked into one provider, and uses the best tool for each job.</a:t>
          </a:r>
        </a:p>
      </dsp:txBody>
      <dsp:txXfrm>
        <a:off x="2437895" y="3022445"/>
        <a:ext cx="7025252" cy="620609"/>
      </dsp:txXfrm>
    </dsp:sp>
    <dsp:sp modelId="{200E01D6-20DC-48F1-A38F-9AC76A3F6B4E}">
      <dsp:nvSpPr>
        <dsp:cNvPr id="0" name=""/>
        <dsp:cNvSpPr/>
      </dsp:nvSpPr>
      <dsp:spPr>
        <a:xfrm>
          <a:off x="7668515" y="481600"/>
          <a:ext cx="428496" cy="42849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764927" y="481600"/>
        <a:ext cx="235672" cy="322443"/>
      </dsp:txXfrm>
    </dsp:sp>
    <dsp:sp modelId="{2B65207F-5E07-4DBA-86CC-C181255410B0}">
      <dsp:nvSpPr>
        <dsp:cNvPr id="0" name=""/>
        <dsp:cNvSpPr/>
      </dsp:nvSpPr>
      <dsp:spPr>
        <a:xfrm>
          <a:off x="8273162" y="1232385"/>
          <a:ext cx="428496" cy="42849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369574" y="1232385"/>
        <a:ext cx="235672" cy="322443"/>
      </dsp:txXfrm>
    </dsp:sp>
    <dsp:sp modelId="{E7594498-872B-47F1-8B82-348D43A93C4D}">
      <dsp:nvSpPr>
        <dsp:cNvPr id="0" name=""/>
        <dsp:cNvSpPr/>
      </dsp:nvSpPr>
      <dsp:spPr>
        <a:xfrm>
          <a:off x="8877809" y="1972182"/>
          <a:ext cx="428496" cy="42849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974221" y="1972182"/>
        <a:ext cx="235672" cy="322443"/>
      </dsp:txXfrm>
    </dsp:sp>
    <dsp:sp modelId="{76D16BB1-852A-4EE8-93BF-CD1C0DBFE5C4}">
      <dsp:nvSpPr>
        <dsp:cNvPr id="0" name=""/>
        <dsp:cNvSpPr/>
      </dsp:nvSpPr>
      <dsp:spPr>
        <a:xfrm>
          <a:off x="9482456" y="2730291"/>
          <a:ext cx="428496" cy="42849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578868" y="2730291"/>
        <a:ext cx="235672" cy="3224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7ADE5-F164-4890-A008-DF5353BE75FE}">
      <dsp:nvSpPr>
        <dsp:cNvPr id="0" name=""/>
        <dsp:cNvSpPr/>
      </dsp:nvSpPr>
      <dsp:spPr>
        <a:xfrm>
          <a:off x="0" y="923736"/>
          <a:ext cx="3170984" cy="2013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2801A-7A0F-4084-825F-35AD41D0AC07}">
      <dsp:nvSpPr>
        <dsp:cNvPr id="0" name=""/>
        <dsp:cNvSpPr/>
      </dsp:nvSpPr>
      <dsp:spPr>
        <a:xfrm>
          <a:off x="352331" y="1258451"/>
          <a:ext cx="3170984" cy="2013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Multicloud is like shopping at multiple stores.</a:t>
          </a:r>
        </a:p>
      </dsp:txBody>
      <dsp:txXfrm>
        <a:off x="411307" y="1317427"/>
        <a:ext cx="3053032" cy="1895623"/>
      </dsp:txXfrm>
    </dsp:sp>
    <dsp:sp modelId="{F3CB166E-B9F5-421E-B43A-1BBA6FA4A177}">
      <dsp:nvSpPr>
        <dsp:cNvPr id="0" name=""/>
        <dsp:cNvSpPr/>
      </dsp:nvSpPr>
      <dsp:spPr>
        <a:xfrm>
          <a:off x="3875647" y="923736"/>
          <a:ext cx="3170984" cy="2013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ED0A0-88C6-46B3-AFD4-E2CD44489DF2}">
      <dsp:nvSpPr>
        <dsp:cNvPr id="0" name=""/>
        <dsp:cNvSpPr/>
      </dsp:nvSpPr>
      <dsp:spPr>
        <a:xfrm>
          <a:off x="4227979" y="1258451"/>
          <a:ext cx="3170984" cy="2013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You buy clothes from one, groceries from another, and electronics from a third — based on what each one does best.</a:t>
          </a:r>
        </a:p>
      </dsp:txBody>
      <dsp:txXfrm>
        <a:off x="4286955" y="1317427"/>
        <a:ext cx="3053032" cy="1895623"/>
      </dsp:txXfrm>
    </dsp:sp>
    <dsp:sp modelId="{199E9332-7548-4951-855E-9D25AF9C97BE}">
      <dsp:nvSpPr>
        <dsp:cNvPr id="0" name=""/>
        <dsp:cNvSpPr/>
      </dsp:nvSpPr>
      <dsp:spPr>
        <a:xfrm>
          <a:off x="7751295" y="923736"/>
          <a:ext cx="3170984" cy="2013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9349E-C268-4A18-A90E-B3A595C0F15A}">
      <dsp:nvSpPr>
        <dsp:cNvPr id="0" name=""/>
        <dsp:cNvSpPr/>
      </dsp:nvSpPr>
      <dsp:spPr>
        <a:xfrm>
          <a:off x="8103627" y="1258451"/>
          <a:ext cx="3170984" cy="2013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You’re not limited to just one place.</a:t>
          </a:r>
        </a:p>
      </dsp:txBody>
      <dsp:txXfrm>
        <a:off x="8162603" y="1317427"/>
        <a:ext cx="3053032" cy="189562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FDF3D-F999-4938-AA29-DA795FD9A786}">
      <dsp:nvSpPr>
        <dsp:cNvPr id="0" name=""/>
        <dsp:cNvSpPr/>
      </dsp:nvSpPr>
      <dsp:spPr>
        <a:xfrm>
          <a:off x="0" y="1788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0895C-4C39-4178-8DD7-1DAD1937CBE1}">
      <dsp:nvSpPr>
        <dsp:cNvPr id="0" name=""/>
        <dsp:cNvSpPr/>
      </dsp:nvSpPr>
      <dsp:spPr>
        <a:xfrm>
          <a:off x="0" y="1788"/>
          <a:ext cx="10515600" cy="1219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Public clouds offer scalability and cost-effectiveness but have less control over security and customization. </a:t>
          </a:r>
        </a:p>
      </dsp:txBody>
      <dsp:txXfrm>
        <a:off x="0" y="1788"/>
        <a:ext cx="10515600" cy="1219595"/>
      </dsp:txXfrm>
    </dsp:sp>
    <dsp:sp modelId="{963B5CC6-08BE-490A-98B7-0DD6732CEC50}">
      <dsp:nvSpPr>
        <dsp:cNvPr id="0" name=""/>
        <dsp:cNvSpPr/>
      </dsp:nvSpPr>
      <dsp:spPr>
        <a:xfrm>
          <a:off x="0" y="1221383"/>
          <a:ext cx="10515600" cy="0"/>
        </a:xfrm>
        <a:prstGeom prst="line">
          <a:avLst/>
        </a:prstGeom>
        <a:solidFill>
          <a:schemeClr val="accent2">
            <a:hueOff val="-753953"/>
            <a:satOff val="-3531"/>
            <a:lumOff val="1765"/>
            <a:alphaOff val="0"/>
          </a:schemeClr>
        </a:solidFill>
        <a:ln w="12700" cap="flat" cmpd="sng" algn="ctr">
          <a:solidFill>
            <a:schemeClr val="accent2">
              <a:hueOff val="-753953"/>
              <a:satOff val="-3531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5D274-0FC4-4141-9897-56BAFA36A79C}">
      <dsp:nvSpPr>
        <dsp:cNvPr id="0" name=""/>
        <dsp:cNvSpPr/>
      </dsp:nvSpPr>
      <dsp:spPr>
        <a:xfrm>
          <a:off x="0" y="1221383"/>
          <a:ext cx="10515600" cy="1219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Private clouds provide high security and customization but come with higher costs and limited scalability. </a:t>
          </a:r>
        </a:p>
      </dsp:txBody>
      <dsp:txXfrm>
        <a:off x="0" y="1221383"/>
        <a:ext cx="10515600" cy="1219595"/>
      </dsp:txXfrm>
    </dsp:sp>
    <dsp:sp modelId="{F304CE7E-BB92-436F-B03E-0A8AEDD1FE47}">
      <dsp:nvSpPr>
        <dsp:cNvPr id="0" name=""/>
        <dsp:cNvSpPr/>
      </dsp:nvSpPr>
      <dsp:spPr>
        <a:xfrm>
          <a:off x="0" y="2440979"/>
          <a:ext cx="10515600" cy="0"/>
        </a:xfrm>
        <a:prstGeom prst="line">
          <a:avLst/>
        </a:prstGeom>
        <a:solidFill>
          <a:schemeClr val="accent2">
            <a:hueOff val="-1507906"/>
            <a:satOff val="-7063"/>
            <a:lumOff val="3530"/>
            <a:alphaOff val="0"/>
          </a:schemeClr>
        </a:solidFill>
        <a:ln w="12700" cap="flat" cmpd="sng" algn="ctr">
          <a:solidFill>
            <a:schemeClr val="accent2">
              <a:hueOff val="-1507906"/>
              <a:satOff val="-7063"/>
              <a:lumOff val="35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82F00-0F3F-4E4F-9C12-24DBE2687E03}">
      <dsp:nvSpPr>
        <dsp:cNvPr id="0" name=""/>
        <dsp:cNvSpPr/>
      </dsp:nvSpPr>
      <dsp:spPr>
        <a:xfrm>
          <a:off x="0" y="2440979"/>
          <a:ext cx="10515600" cy="1219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Hybrid clouds combine the benefits of public and private clouds, allowing for cost optimization and workload balancing.</a:t>
          </a:r>
        </a:p>
      </dsp:txBody>
      <dsp:txXfrm>
        <a:off x="0" y="2440979"/>
        <a:ext cx="10515600" cy="1219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9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62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7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0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2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3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5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3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9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9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8.xml"/><Relationship Id="rId5" Type="http://schemas.openxmlformats.org/officeDocument/2006/relationships/image" Target="../media/image32.svg"/><Relationship Id="rId10" Type="http://schemas.microsoft.com/office/2007/relationships/diagramDrawing" Target="../diagrams/drawing8.xml"/><Relationship Id="rId4" Type="http://schemas.openxmlformats.org/officeDocument/2006/relationships/image" Target="../media/image31.png"/><Relationship Id="rId9" Type="http://schemas.openxmlformats.org/officeDocument/2006/relationships/diagramColors" Target="../diagrams/colors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04E49-1735-9EFF-65A4-6A3F7F296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4909"/>
            <a:ext cx="5562600" cy="2607891"/>
          </a:xfrm>
        </p:spPr>
        <p:txBody>
          <a:bodyPr anchor="b">
            <a:normAutofit/>
          </a:bodyPr>
          <a:lstStyle/>
          <a:p>
            <a:pPr algn="l"/>
            <a:r>
              <a:rPr lang="en-US"/>
              <a:t>Cloud Deployment </a:t>
            </a:r>
            <a:r>
              <a:rPr lang="en-US" dirty="0"/>
              <a:t>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9F07E-094D-6E81-A06B-3D132429D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49650"/>
            <a:ext cx="5562599" cy="2670175"/>
          </a:xfrm>
        </p:spPr>
        <p:txBody>
          <a:bodyPr anchor="t">
            <a:normAutofit/>
          </a:bodyPr>
          <a:lstStyle/>
          <a:p>
            <a:pPr algn="l"/>
            <a:r>
              <a:rPr lang="en-US" sz="2400" dirty="0"/>
              <a:t>Public Cloud, Private Cloud, Hybrid Cloud, and Multicloud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96D671-CB09-4A40-87DE-E5042068B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1A0628A-CD3B-450E-BF5A-04678A41E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96386AA-8B39-4EAE-8E84-F62C12CCE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67368BE-5D62-E100-5E52-A1E2CD0268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0000" r="2" b="2"/>
          <a:stretch/>
        </p:blipFill>
        <p:spPr>
          <a:xfrm>
            <a:off x="6671775" y="924596"/>
            <a:ext cx="5046291" cy="5046291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300" y="0"/>
                </a:moveTo>
                <a:cubicBezTo>
                  <a:pt x="3725949" y="0"/>
                  <a:pt x="4800600" y="1074651"/>
                  <a:pt x="4800600" y="2400300"/>
                </a:cubicBezTo>
                <a:cubicBezTo>
                  <a:pt x="4800600" y="3725949"/>
                  <a:pt x="3725949" y="4800600"/>
                  <a:pt x="2400300" y="4800600"/>
                </a:cubicBezTo>
                <a:cubicBezTo>
                  <a:pt x="1074651" y="4800600"/>
                  <a:pt x="0" y="3725949"/>
                  <a:pt x="0" y="2400300"/>
                </a:cubicBezTo>
                <a:cubicBezTo>
                  <a:pt x="0" y="1074651"/>
                  <a:pt x="1074651" y="0"/>
                  <a:pt x="24003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0542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D99899-0F36-F86D-F717-6F5FEAD9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b="1" dirty="0"/>
              <a:t>Public Cloud</a:t>
            </a:r>
            <a:endParaRPr lang="en-US" dirty="0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EDFE9717-9C54-7447-2342-7BFB0C9C3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B996-02F0-9701-52E7-3DEAA7852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Definition:</a:t>
            </a:r>
          </a:p>
          <a:p>
            <a:r>
              <a:rPr lang="en-US" sz="1800" dirty="0"/>
              <a:t>A cloud model where services are delivered over the internet by third-party providers like:</a:t>
            </a:r>
          </a:p>
          <a:p>
            <a:pPr lvl="1"/>
            <a:r>
              <a:rPr lang="en-US" sz="1800" dirty="0"/>
              <a:t>AWS</a:t>
            </a:r>
          </a:p>
          <a:p>
            <a:pPr lvl="1"/>
            <a:r>
              <a:rPr lang="en-US" sz="1800" dirty="0"/>
              <a:t>Microsoft Azure</a:t>
            </a:r>
          </a:p>
          <a:p>
            <a:pPr lvl="1"/>
            <a:r>
              <a:rPr lang="en-US" sz="1800" dirty="0"/>
              <a:t>Google Cloud Platform (GCP)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8547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F828E2-B44C-9D3B-96D1-728F8D3E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b="1" dirty="0"/>
              <a:t>How it works: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877F8F72-3D20-F8DD-124F-0FF61EDAC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773A-AD14-20E6-E7E2-AF566DAA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provider owns and manages the infrastructure.</a:t>
            </a:r>
          </a:p>
          <a:p>
            <a:pPr algn="just"/>
            <a:r>
              <a:rPr lang="en-US" sz="2400" dirty="0"/>
              <a:t>Anyone can use the services by paying only for what they use.</a:t>
            </a:r>
          </a:p>
          <a:p>
            <a:r>
              <a:rPr lang="en-US" sz="2400" dirty="0"/>
              <a:t>Users can access services like:</a:t>
            </a:r>
          </a:p>
          <a:p>
            <a:pPr lvl="1"/>
            <a:r>
              <a:rPr lang="en-US" dirty="0"/>
              <a:t>Virtual machines (VMs)</a:t>
            </a:r>
          </a:p>
          <a:p>
            <a:pPr lvl="1"/>
            <a:r>
              <a:rPr lang="en-US" dirty="0"/>
              <a:t>Storage</a:t>
            </a:r>
          </a:p>
          <a:p>
            <a:pPr lvl="1"/>
            <a:r>
              <a:rPr lang="en-US" dirty="0"/>
              <a:t>Databases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268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B2D34E-AB9A-7C6C-564A-3194B6B8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b="1" dirty="0"/>
              <a:t>Why it’s useful: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Graphic 6" descr="Search">
            <a:extLst>
              <a:ext uri="{FF2B5EF4-FFF2-40B4-BE49-F238E27FC236}">
                <a16:creationId xmlns:a16="http://schemas.microsoft.com/office/drawing/2014/main" id="{11EB161D-66E0-4118-760C-28719BD81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1E08E-6340-184A-FDF7-712FBB254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No need to buy expensive hardware</a:t>
            </a:r>
          </a:p>
          <a:p>
            <a:pPr algn="just"/>
            <a:r>
              <a:rPr lang="en-US" sz="2400" dirty="0"/>
              <a:t>Fast setup and easy to scale when your needs grow</a:t>
            </a:r>
          </a:p>
          <a:p>
            <a:pPr algn="just"/>
            <a:r>
              <a:rPr lang="en-US" sz="2400" dirty="0"/>
              <a:t>Ideal for startups, web apps, and projects with changing demand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730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0D82D56-D377-48D4-8DE9-6A0A8DB5E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" y="-2"/>
            <a:ext cx="2696853" cy="4598233"/>
            <a:chOff x="8059620" y="41922"/>
            <a:chExt cx="3997615" cy="6816077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D8CD235-5DAC-4779-B652-AEF90B984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9048802B-B281-498F-88C5-E240B7443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376628-674C-E5CA-624D-C35B8871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9813"/>
            <a:ext cx="5181599" cy="5612387"/>
          </a:xfrm>
        </p:spPr>
        <p:txBody>
          <a:bodyPr anchor="ctr">
            <a:normAutofit/>
          </a:bodyPr>
          <a:lstStyle/>
          <a:p>
            <a:r>
              <a:rPr lang="en-US" b="1"/>
              <a:t>Real-life example:</a:t>
            </a:r>
            <a:br>
              <a:rPr lang="en-US" b="1"/>
            </a:b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CA422D-5973-9167-5D15-22335C51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0" y="559813"/>
            <a:ext cx="5180106" cy="56123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/>
              <a:t>   Online Learning Platform</a:t>
            </a:r>
          </a:p>
          <a:p>
            <a:r>
              <a:rPr lang="en-US" sz="1800"/>
              <a:t>A small institute wants to offer online classes.</a:t>
            </a:r>
          </a:p>
          <a:p>
            <a:r>
              <a:rPr lang="en-US" sz="1800"/>
              <a:t>Instead of buying and managing servers, </a:t>
            </a:r>
          </a:p>
          <a:p>
            <a:r>
              <a:rPr lang="en-US" sz="1800"/>
              <a:t>they use the public cloud to:</a:t>
            </a:r>
          </a:p>
          <a:p>
            <a:r>
              <a:rPr lang="en-US" sz="1800"/>
              <a:t>Host their website and learning materials</a:t>
            </a:r>
          </a:p>
          <a:p>
            <a:r>
              <a:rPr lang="en-US" sz="1800"/>
              <a:t>Store student data</a:t>
            </a:r>
          </a:p>
          <a:p>
            <a:r>
              <a:rPr lang="en-US" sz="1800"/>
              <a:t>Run tests and assignments</a:t>
            </a:r>
          </a:p>
          <a:p>
            <a:r>
              <a:rPr lang="en-US" sz="1800"/>
              <a:t>As more students join, they can quickly increase storage and computing power, without buying new hardware.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240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8B55EC-8BDC-046F-8A27-E73E44DC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altLang="en-US" b="1" dirty="0"/>
              <a:t>Simple analogy</a:t>
            </a:r>
            <a:endParaRPr lang="en-US" dirty="0"/>
          </a:p>
        </p:txBody>
      </p:sp>
      <p:pic>
        <p:nvPicPr>
          <p:cNvPr id="7" name="Graphic 6" descr="Building">
            <a:extLst>
              <a:ext uri="{FF2B5EF4-FFF2-40B4-BE49-F238E27FC236}">
                <a16:creationId xmlns:a16="http://schemas.microsoft.com/office/drawing/2014/main" id="{F8ACB25E-BF70-E414-C99E-1968A7252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490E2-1069-BD95-EE61-D35571127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en-US" altLang="en-US" sz="1800" dirty="0"/>
              <a:t>Like renting an apartment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You don’t own the building.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You use shared services (like the gym or pool).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The landlord handles maintenance.</a:t>
            </a:r>
          </a:p>
          <a:p>
            <a:pPr marL="0" lvl="0" indent="0" fontAlgn="base">
              <a:spcAft>
                <a:spcPct val="0"/>
              </a:spcAft>
              <a:buNone/>
            </a:pPr>
            <a:r>
              <a:rPr lang="en-US" altLang="en-US" sz="1800" b="1" dirty="0"/>
              <a:t>Similarly,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In the public cloud: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You rent computing resources.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The provider manages hardware and updates.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7484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2ED4E9-04F7-6845-9D19-929E75BF0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sz="4100" b="1"/>
              <a:t>What is Private Cloud?</a:t>
            </a:r>
            <a:br>
              <a:rPr lang="en-US" sz="4100" b="1"/>
            </a:br>
            <a:endParaRPr lang="en-US" sz="4100"/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9B87EE21-4BDC-2997-F311-387DBBB99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FDA424-2C78-D233-A7D2-58BC620D4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A private cloud is a type of cloud computing where the entire cloud environment is dedicated to just one organization.</a:t>
            </a:r>
          </a:p>
          <a:p>
            <a:pPr algn="just"/>
            <a:r>
              <a:rPr lang="en-US" sz="2400" dirty="0"/>
              <a:t>It can be hosted on the company’s own servers or by a provider but not shared with others.</a:t>
            </a:r>
          </a:p>
          <a:p>
            <a:pPr algn="just"/>
            <a:r>
              <a:rPr lang="en-US" sz="2400" dirty="0"/>
              <a:t>Offers cloud features like virtualization and remote access, but with full control and isolation.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644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B2329C-4385-3757-6E30-AFF2A967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b="1"/>
              <a:t>Why is Private Cloud Useful?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402B0F-330F-428A-9FFA-87FE0C5CB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87511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0438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096396-8C81-7B17-B9CE-8D9DA2A7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b="1"/>
              <a:t>How It Works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AB4FA1-C8B5-8614-C08D-374EC43B0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521423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8204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B2F707-EF35-4955-8439-F76145F3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476813-4CEE-408B-852D-3E51E30B1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B3B59-BA08-316B-4C1F-EA5170A7F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20"/>
          <a:stretch>
            <a:fillRect/>
          </a:stretch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8B4370-60B1-5336-C8C0-270DB51B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Real-Life Example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5C754D-F6B0-4E8B-BCBC-51B5E2863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6951981" y="0"/>
            <a:ext cx="5236971" cy="6858001"/>
            <a:chOff x="6951981" y="0"/>
            <a:chExt cx="5236971" cy="685800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6BE34B5-B2D6-49D5-B3B8-6E019E3E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951981" y="692703"/>
              <a:ext cx="5236971" cy="616529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B5FDAC2-DA09-40B0-9B3F-D874ECE96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16200000" flipH="1">
              <a:off x="7618603" y="-373126"/>
              <a:ext cx="4197223" cy="4943475"/>
            </a:xfrm>
            <a:prstGeom prst="rect">
              <a:avLst/>
            </a:prstGeom>
          </p:spPr>
        </p:pic>
      </p:grp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3533784-CE65-5365-33E8-612CE0E75F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95372" y="726538"/>
          <a:ext cx="4977905" cy="5017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93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C245-5F91-3CE7-AA88-835041ED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Analogy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5110C7-7A15-B973-141C-24402BD8DD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8694" y="1949450"/>
          <a:ext cx="11274612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763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22802BC-AFDF-B561-3C2D-265E9DAC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sz="4100" b="1" dirty="0"/>
              <a:t>What is Hybrid Cloud?</a:t>
            </a:r>
            <a:br>
              <a:rPr lang="en-US" sz="4100" b="1" dirty="0"/>
            </a:br>
            <a:endParaRPr lang="en-US" sz="4100" dirty="0"/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47176B7C-53D8-1323-E75D-3BC901E71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B93A615-09D1-3203-9A9D-A796FE654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A hybrid cloud is a combination of public cloud and private cloud working together.</a:t>
            </a:r>
          </a:p>
          <a:p>
            <a:pPr algn="just"/>
            <a:r>
              <a:rPr lang="en-US" sz="2400" dirty="0"/>
              <a:t>Some data and applications are kept private (for security), while others run on the public cloud (for flexibility and cost).</a:t>
            </a:r>
          </a:p>
          <a:p>
            <a:pPr algn="just"/>
            <a:r>
              <a:rPr lang="en-US" sz="2400" dirty="0"/>
              <a:t>It allows you to move data or apps between the two as needed.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0932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5FA224-6BB6-0460-2D82-4E29DBB4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/>
              <a:t>Why is Hybrid Cloud Useful?</a:t>
            </a:r>
            <a:br>
              <a:rPr lang="en-US" sz="3700" b="1"/>
            </a:br>
            <a:endParaRPr lang="en-US" sz="3700"/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41C5D3E2-C8A7-C67B-4847-54E7A1769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5E1CA9A-C9D5-F29F-C11E-AB63ACE6F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60" y="2411653"/>
            <a:ext cx="5867022" cy="3928822"/>
          </a:xfrm>
        </p:spPr>
        <p:txBody>
          <a:bodyPr>
            <a:normAutofit/>
          </a:bodyPr>
          <a:lstStyle/>
          <a:p>
            <a:r>
              <a:rPr lang="en-US" sz="1800" dirty="0"/>
              <a:t> </a:t>
            </a:r>
            <a:r>
              <a:rPr lang="en-US" sz="1800" b="1" dirty="0"/>
              <a:t>Security where needed</a:t>
            </a:r>
            <a:r>
              <a:rPr lang="en-US" sz="1800" dirty="0"/>
              <a:t>: Keep sensitive data safe in private cloud.</a:t>
            </a:r>
          </a:p>
          <a:p>
            <a:r>
              <a:rPr lang="en-US" sz="1800" b="1" dirty="0"/>
              <a:t> Cost savings</a:t>
            </a:r>
            <a:r>
              <a:rPr lang="en-US" sz="1800" dirty="0"/>
              <a:t>: Run less-sensitive services on the cheaper public cloud.</a:t>
            </a:r>
          </a:p>
          <a:p>
            <a:r>
              <a:rPr lang="en-US" sz="1800" dirty="0"/>
              <a:t> </a:t>
            </a:r>
            <a:r>
              <a:rPr lang="en-US" sz="1800" b="1" dirty="0"/>
              <a:t>Flexible</a:t>
            </a:r>
            <a:r>
              <a:rPr lang="en-US" sz="1800" dirty="0"/>
              <a:t>: Use public cloud when you need more resources.</a:t>
            </a:r>
          </a:p>
          <a:p>
            <a:r>
              <a:rPr lang="en-US" sz="1800" dirty="0"/>
              <a:t> </a:t>
            </a:r>
            <a:r>
              <a:rPr lang="en-US" sz="1800" b="1" dirty="0"/>
              <a:t>Customizable</a:t>
            </a:r>
            <a:r>
              <a:rPr lang="en-US" sz="1800" dirty="0"/>
              <a:t>: Choose what stays private and what goes public based on your needs.</a:t>
            </a:r>
          </a:p>
          <a:p>
            <a:r>
              <a:rPr lang="en-US" sz="1800" dirty="0"/>
              <a:t> </a:t>
            </a:r>
            <a:r>
              <a:rPr lang="en-US" sz="1800" b="1" dirty="0"/>
              <a:t>Business continuity</a:t>
            </a:r>
            <a:r>
              <a:rPr lang="en-US" sz="1800" dirty="0"/>
              <a:t>: If one system fails, the other can take over.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2573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B5A6BE-7C35-3F58-A2A8-32F15285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How It Works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DED7FF9D-735A-D9F3-A2A7-615EEB7D3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73900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68157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CC5C43F-B63D-8112-6732-9114DBE3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Real-Life Example</a:t>
            </a:r>
            <a:br>
              <a:rPr lang="en-US" b="1" dirty="0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EB69D1-7142-321F-6384-9296C7E8B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851200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687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3872-11B3-AC64-927A-589369BC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Analogy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5AB080-82F0-B289-643B-7D23D52137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8694" y="1949450"/>
          <a:ext cx="11274612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347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EC10D6-8B93-709F-EBF4-5F59CDBD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586992"/>
            <a:ext cx="5867400" cy="1664573"/>
          </a:xfrm>
        </p:spPr>
        <p:txBody>
          <a:bodyPr>
            <a:normAutofit/>
          </a:bodyPr>
          <a:lstStyle/>
          <a:p>
            <a:r>
              <a:rPr lang="en-US" b="1" dirty="0"/>
              <a:t>What is Multi-cloud?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Graphic 6" descr="Download from cloud">
            <a:extLst>
              <a:ext uri="{FF2B5EF4-FFF2-40B4-BE49-F238E27FC236}">
                <a16:creationId xmlns:a16="http://schemas.microsoft.com/office/drawing/2014/main" id="{8136CDE1-5B71-202B-F6A3-A3F35D578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3AD8A8BF-403B-689A-0F80-E5FEEAF6C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685540"/>
              </p:ext>
            </p:extLst>
          </p:nvPr>
        </p:nvGraphicFramePr>
        <p:xfrm>
          <a:off x="5638860" y="2411653"/>
          <a:ext cx="5867022" cy="3928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01189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DABC-2417-AC02-1953-C51248A5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Why is Multicloud Useful?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2085ED-EBCF-0A92-415A-24AE5D2D09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8694" y="1949450"/>
          <a:ext cx="11274612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7848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7632F1-5DAE-DDB7-2DAF-12CE1A141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b="1"/>
              <a:t>How It Works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F6AA2E31-DB98-5C3E-4CA1-F95F79326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6347176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15001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56932E6-5BA9-4C85-82EA-A307011BB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6EEE2-5DD7-9F43-0A4A-96D8F126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Real-Life Example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84B29E-9F53-9E25-D123-2CD047DD4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526075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7817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FA71-BA83-0DCE-6077-56102F8D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Analogy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C8A046-6324-996C-10E9-0E5763C713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8694" y="1949450"/>
          <a:ext cx="11274612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946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0AC6F-DF63-11C7-5044-147D8AC3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CD527E-8538-A70E-E81D-18028371D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629807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21200370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AnalogousFromRegularSeedLeftStep">
      <a:dk1>
        <a:srgbClr val="000000"/>
      </a:dk1>
      <a:lt1>
        <a:srgbClr val="FFFFFF"/>
      </a:lt1>
      <a:dk2>
        <a:srgbClr val="1E3532"/>
      </a:dk2>
      <a:lt2>
        <a:srgbClr val="E8E4E2"/>
      </a:lt2>
      <a:accent1>
        <a:srgbClr val="49A5C7"/>
      </a:accent1>
      <a:accent2>
        <a:srgbClr val="36B19F"/>
      </a:accent2>
      <a:accent3>
        <a:srgbClr val="43B675"/>
      </a:accent3>
      <a:accent4>
        <a:srgbClr val="37B53A"/>
      </a:accent4>
      <a:accent5>
        <a:srgbClr val="6EB241"/>
      </a:accent5>
      <a:accent6>
        <a:srgbClr val="95AB34"/>
      </a:accent6>
      <a:hlink>
        <a:srgbClr val="BF623F"/>
      </a:hlink>
      <a:folHlink>
        <a:srgbClr val="7F7F7F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1089</Words>
  <Application>Microsoft Office PowerPoint</Application>
  <PresentationFormat>Widescreen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Avenir Next LT Pro</vt:lpstr>
      <vt:lpstr>AvenirNext LT Pro Medium</vt:lpstr>
      <vt:lpstr>Sabon Next LT</vt:lpstr>
      <vt:lpstr>DappledVTI</vt:lpstr>
      <vt:lpstr>Cloud Deployment Models</vt:lpstr>
      <vt:lpstr>Public Cloud</vt:lpstr>
      <vt:lpstr>How it works: </vt:lpstr>
      <vt:lpstr>Why it’s useful: </vt:lpstr>
      <vt:lpstr>Real-life example: </vt:lpstr>
      <vt:lpstr>Simple analogy</vt:lpstr>
      <vt:lpstr>What is Private Cloud? </vt:lpstr>
      <vt:lpstr>Why is Private Cloud Useful? </vt:lpstr>
      <vt:lpstr>How It Works </vt:lpstr>
      <vt:lpstr>Real-Life Example </vt:lpstr>
      <vt:lpstr>Simple Analogy</vt:lpstr>
      <vt:lpstr>What is Hybrid Cloud? </vt:lpstr>
      <vt:lpstr>Why is Hybrid Cloud Useful? </vt:lpstr>
      <vt:lpstr>How It Works </vt:lpstr>
      <vt:lpstr>Real-Life Example </vt:lpstr>
      <vt:lpstr>Simple Analogy </vt:lpstr>
      <vt:lpstr>What is Multi-cloud? </vt:lpstr>
      <vt:lpstr>Why is Multicloud Useful? </vt:lpstr>
      <vt:lpstr>How It Works </vt:lpstr>
      <vt:lpstr>Real-Life Example </vt:lpstr>
      <vt:lpstr>Simple Analogy </vt:lpstr>
      <vt:lpstr>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3</cp:revision>
  <dcterms:created xsi:type="dcterms:W3CDTF">2024-10-02T11:56:29Z</dcterms:created>
  <dcterms:modified xsi:type="dcterms:W3CDTF">2025-05-24T18:16:37Z</dcterms:modified>
</cp:coreProperties>
</file>