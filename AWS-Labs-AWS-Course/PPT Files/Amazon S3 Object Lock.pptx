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2E8FC3-C897-4C9D-B19F-5CAE1BDF212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84865B-BE9E-4F4F-955A-C1ECDC71088C}">
      <dgm:prSet/>
      <dgm:spPr/>
      <dgm:t>
        <a:bodyPr/>
        <a:lstStyle/>
        <a:p>
          <a:r>
            <a:rPr lang="en-US" b="1"/>
            <a:t>Meaning:</a:t>
          </a:r>
          <a:br>
            <a:rPr lang="en-US"/>
          </a:br>
          <a:r>
            <a:rPr lang="en-US"/>
            <a:t>S3 Object Lock only works if </a:t>
          </a:r>
          <a:r>
            <a:rPr lang="en-US" b="1"/>
            <a:t>versioning</a:t>
          </a:r>
          <a:r>
            <a:rPr lang="en-US"/>
            <a:t> is enabled on the bucket.</a:t>
          </a:r>
          <a:br>
            <a:rPr lang="en-US"/>
          </a:br>
          <a:r>
            <a:rPr lang="en-US"/>
            <a:t>Each object has a unique version ID so older versions remain safe even if newer ones are uploaded.</a:t>
          </a:r>
        </a:p>
      </dgm:t>
    </dgm:pt>
    <dgm:pt modelId="{360A7134-37B1-4FE5-9819-28108E16D3DD}" type="parTrans" cxnId="{FB739D0E-4708-468F-831A-BA3D1DE95EFC}">
      <dgm:prSet/>
      <dgm:spPr/>
      <dgm:t>
        <a:bodyPr/>
        <a:lstStyle/>
        <a:p>
          <a:endParaRPr lang="en-US"/>
        </a:p>
      </dgm:t>
    </dgm:pt>
    <dgm:pt modelId="{1F92F962-B434-4154-9AD2-621FF42FFD1A}" type="sibTrans" cxnId="{FB739D0E-4708-468F-831A-BA3D1DE95EFC}">
      <dgm:prSet/>
      <dgm:spPr/>
      <dgm:t>
        <a:bodyPr/>
        <a:lstStyle/>
        <a:p>
          <a:endParaRPr lang="en-US"/>
        </a:p>
      </dgm:t>
    </dgm:pt>
    <dgm:pt modelId="{11C59C58-B8D3-48C1-8678-CA5035605DCC}">
      <dgm:prSet/>
      <dgm:spPr/>
      <dgm:t>
        <a:bodyPr/>
        <a:lstStyle/>
        <a:p>
          <a:r>
            <a:rPr lang="en-US" b="1"/>
            <a:t>Example:</a:t>
          </a:r>
          <a:br>
            <a:rPr lang="en-US"/>
          </a:br>
          <a:r>
            <a:rPr lang="en-US"/>
            <a:t>Bucket: my-bucket</a:t>
          </a:r>
          <a:br>
            <a:rPr lang="en-US"/>
          </a:br>
          <a:r>
            <a:rPr lang="en-US"/>
            <a:t>File: report.pdf</a:t>
          </a:r>
          <a:br>
            <a:rPr lang="en-US"/>
          </a:br>
          <a:r>
            <a:rPr lang="en-US"/>
            <a:t>Versioning enabled → creates versions like v1, v2, v3, etc.</a:t>
          </a:r>
          <a:br>
            <a:rPr lang="en-US"/>
          </a:br>
          <a:r>
            <a:rPr lang="en-US"/>
            <a:t>Object Lock protects these versions from being deleted or overwritten.</a:t>
          </a:r>
        </a:p>
      </dgm:t>
    </dgm:pt>
    <dgm:pt modelId="{FA48CEE9-CAD9-41BB-AA4D-5443ABABE2C3}" type="parTrans" cxnId="{CE769D1B-A7E5-40AC-9BA9-C529D53A7D82}">
      <dgm:prSet/>
      <dgm:spPr/>
      <dgm:t>
        <a:bodyPr/>
        <a:lstStyle/>
        <a:p>
          <a:endParaRPr lang="en-US"/>
        </a:p>
      </dgm:t>
    </dgm:pt>
    <dgm:pt modelId="{7A48AF27-5F6E-4920-8BFF-4BD9E54C7F7B}" type="sibTrans" cxnId="{CE769D1B-A7E5-40AC-9BA9-C529D53A7D82}">
      <dgm:prSet/>
      <dgm:spPr/>
      <dgm:t>
        <a:bodyPr/>
        <a:lstStyle/>
        <a:p>
          <a:endParaRPr lang="en-US"/>
        </a:p>
      </dgm:t>
    </dgm:pt>
    <dgm:pt modelId="{4170600E-D338-456A-86B9-81FDDBF779E2}" type="pres">
      <dgm:prSet presAssocID="{962E8FC3-C897-4C9D-B19F-5CAE1BDF212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A31DFB-8053-4AA1-91B3-BF2F496CE1E8}" type="pres">
      <dgm:prSet presAssocID="{2C84865B-BE9E-4F4F-955A-C1ECDC71088C}" presName="hierRoot1" presStyleCnt="0"/>
      <dgm:spPr/>
    </dgm:pt>
    <dgm:pt modelId="{9A7AB8BE-4074-4567-9F8E-4B95A2406A1E}" type="pres">
      <dgm:prSet presAssocID="{2C84865B-BE9E-4F4F-955A-C1ECDC71088C}" presName="composite" presStyleCnt="0"/>
      <dgm:spPr/>
    </dgm:pt>
    <dgm:pt modelId="{0695B92A-DE2B-4B33-9FAD-280D1DA0D5EC}" type="pres">
      <dgm:prSet presAssocID="{2C84865B-BE9E-4F4F-955A-C1ECDC71088C}" presName="background" presStyleLbl="node0" presStyleIdx="0" presStyleCnt="2"/>
      <dgm:spPr/>
    </dgm:pt>
    <dgm:pt modelId="{0AF74BA2-B79F-4E3B-A438-E443C44D7300}" type="pres">
      <dgm:prSet presAssocID="{2C84865B-BE9E-4F4F-955A-C1ECDC71088C}" presName="text" presStyleLbl="fgAcc0" presStyleIdx="0" presStyleCnt="2">
        <dgm:presLayoutVars>
          <dgm:chPref val="3"/>
        </dgm:presLayoutVars>
      </dgm:prSet>
      <dgm:spPr/>
    </dgm:pt>
    <dgm:pt modelId="{AEE422BF-A325-45D8-AF1C-60FA32B200A4}" type="pres">
      <dgm:prSet presAssocID="{2C84865B-BE9E-4F4F-955A-C1ECDC71088C}" presName="hierChild2" presStyleCnt="0"/>
      <dgm:spPr/>
    </dgm:pt>
    <dgm:pt modelId="{BBC86292-260C-461B-AC14-08CAA9E6C650}" type="pres">
      <dgm:prSet presAssocID="{11C59C58-B8D3-48C1-8678-CA5035605DCC}" presName="hierRoot1" presStyleCnt="0"/>
      <dgm:spPr/>
    </dgm:pt>
    <dgm:pt modelId="{895DC683-27E5-4670-8B35-969884806BC6}" type="pres">
      <dgm:prSet presAssocID="{11C59C58-B8D3-48C1-8678-CA5035605DCC}" presName="composite" presStyleCnt="0"/>
      <dgm:spPr/>
    </dgm:pt>
    <dgm:pt modelId="{2EA18AB7-58DC-4CB2-989D-32BE602AF3A2}" type="pres">
      <dgm:prSet presAssocID="{11C59C58-B8D3-48C1-8678-CA5035605DCC}" presName="background" presStyleLbl="node0" presStyleIdx="1" presStyleCnt="2"/>
      <dgm:spPr/>
    </dgm:pt>
    <dgm:pt modelId="{A1B30AA5-A1B8-4E6B-8862-C2962312AD82}" type="pres">
      <dgm:prSet presAssocID="{11C59C58-B8D3-48C1-8678-CA5035605DCC}" presName="text" presStyleLbl="fgAcc0" presStyleIdx="1" presStyleCnt="2">
        <dgm:presLayoutVars>
          <dgm:chPref val="3"/>
        </dgm:presLayoutVars>
      </dgm:prSet>
      <dgm:spPr/>
    </dgm:pt>
    <dgm:pt modelId="{AAFF873C-785B-4951-8903-833177CDE361}" type="pres">
      <dgm:prSet presAssocID="{11C59C58-B8D3-48C1-8678-CA5035605DCC}" presName="hierChild2" presStyleCnt="0"/>
      <dgm:spPr/>
    </dgm:pt>
  </dgm:ptLst>
  <dgm:cxnLst>
    <dgm:cxn modelId="{FB739D0E-4708-468F-831A-BA3D1DE95EFC}" srcId="{962E8FC3-C897-4C9D-B19F-5CAE1BDF212C}" destId="{2C84865B-BE9E-4F4F-955A-C1ECDC71088C}" srcOrd="0" destOrd="0" parTransId="{360A7134-37B1-4FE5-9819-28108E16D3DD}" sibTransId="{1F92F962-B434-4154-9AD2-621FF42FFD1A}"/>
    <dgm:cxn modelId="{CE769D1B-A7E5-40AC-9BA9-C529D53A7D82}" srcId="{962E8FC3-C897-4C9D-B19F-5CAE1BDF212C}" destId="{11C59C58-B8D3-48C1-8678-CA5035605DCC}" srcOrd="1" destOrd="0" parTransId="{FA48CEE9-CAD9-41BB-AA4D-5443ABABE2C3}" sibTransId="{7A48AF27-5F6E-4920-8BFF-4BD9E54C7F7B}"/>
    <dgm:cxn modelId="{E62A1D25-111C-4F7B-BDD6-48CBB0B218F0}" type="presOf" srcId="{962E8FC3-C897-4C9D-B19F-5CAE1BDF212C}" destId="{4170600E-D338-456A-86B9-81FDDBF779E2}" srcOrd="0" destOrd="0" presId="urn:microsoft.com/office/officeart/2005/8/layout/hierarchy1"/>
    <dgm:cxn modelId="{B0D255BA-DF93-4486-A669-EC60D848A481}" type="presOf" srcId="{2C84865B-BE9E-4F4F-955A-C1ECDC71088C}" destId="{0AF74BA2-B79F-4E3B-A438-E443C44D7300}" srcOrd="0" destOrd="0" presId="urn:microsoft.com/office/officeart/2005/8/layout/hierarchy1"/>
    <dgm:cxn modelId="{C314F7EE-6DB5-4C2F-8853-6C0524680A24}" type="presOf" srcId="{11C59C58-B8D3-48C1-8678-CA5035605DCC}" destId="{A1B30AA5-A1B8-4E6B-8862-C2962312AD82}" srcOrd="0" destOrd="0" presId="urn:microsoft.com/office/officeart/2005/8/layout/hierarchy1"/>
    <dgm:cxn modelId="{8FC585BD-7489-42D6-A2AA-EADDA81EF1C5}" type="presParOf" srcId="{4170600E-D338-456A-86B9-81FDDBF779E2}" destId="{AFA31DFB-8053-4AA1-91B3-BF2F496CE1E8}" srcOrd="0" destOrd="0" presId="urn:microsoft.com/office/officeart/2005/8/layout/hierarchy1"/>
    <dgm:cxn modelId="{BC1C5F77-FBC2-4661-ADC8-A3A1ED1E22E1}" type="presParOf" srcId="{AFA31DFB-8053-4AA1-91B3-BF2F496CE1E8}" destId="{9A7AB8BE-4074-4567-9F8E-4B95A2406A1E}" srcOrd="0" destOrd="0" presId="urn:microsoft.com/office/officeart/2005/8/layout/hierarchy1"/>
    <dgm:cxn modelId="{28599FF7-ABA9-453E-9887-EA91F22C0F96}" type="presParOf" srcId="{9A7AB8BE-4074-4567-9F8E-4B95A2406A1E}" destId="{0695B92A-DE2B-4B33-9FAD-280D1DA0D5EC}" srcOrd="0" destOrd="0" presId="urn:microsoft.com/office/officeart/2005/8/layout/hierarchy1"/>
    <dgm:cxn modelId="{235477D0-D8D1-4BD2-8D8E-045513B3CD7E}" type="presParOf" srcId="{9A7AB8BE-4074-4567-9F8E-4B95A2406A1E}" destId="{0AF74BA2-B79F-4E3B-A438-E443C44D7300}" srcOrd="1" destOrd="0" presId="urn:microsoft.com/office/officeart/2005/8/layout/hierarchy1"/>
    <dgm:cxn modelId="{7D3F9AFC-BC94-430D-B9F6-5D94316F13CB}" type="presParOf" srcId="{AFA31DFB-8053-4AA1-91B3-BF2F496CE1E8}" destId="{AEE422BF-A325-45D8-AF1C-60FA32B200A4}" srcOrd="1" destOrd="0" presId="urn:microsoft.com/office/officeart/2005/8/layout/hierarchy1"/>
    <dgm:cxn modelId="{BD749F5F-93F3-4C82-9BB4-9902FD66F3EA}" type="presParOf" srcId="{4170600E-D338-456A-86B9-81FDDBF779E2}" destId="{BBC86292-260C-461B-AC14-08CAA9E6C650}" srcOrd="1" destOrd="0" presId="urn:microsoft.com/office/officeart/2005/8/layout/hierarchy1"/>
    <dgm:cxn modelId="{B0F30921-BF83-4D15-AAEE-D9B4120ADDDC}" type="presParOf" srcId="{BBC86292-260C-461B-AC14-08CAA9E6C650}" destId="{895DC683-27E5-4670-8B35-969884806BC6}" srcOrd="0" destOrd="0" presId="urn:microsoft.com/office/officeart/2005/8/layout/hierarchy1"/>
    <dgm:cxn modelId="{EC9526B8-EC7D-47DF-9EF6-995F2CDD0E97}" type="presParOf" srcId="{895DC683-27E5-4670-8B35-969884806BC6}" destId="{2EA18AB7-58DC-4CB2-989D-32BE602AF3A2}" srcOrd="0" destOrd="0" presId="urn:microsoft.com/office/officeart/2005/8/layout/hierarchy1"/>
    <dgm:cxn modelId="{CA389586-1399-4E6A-8EBD-B4E1F3BFDC84}" type="presParOf" srcId="{895DC683-27E5-4670-8B35-969884806BC6}" destId="{A1B30AA5-A1B8-4E6B-8862-C2962312AD82}" srcOrd="1" destOrd="0" presId="urn:microsoft.com/office/officeart/2005/8/layout/hierarchy1"/>
    <dgm:cxn modelId="{4F74C684-896B-441D-A45E-FACFB4B7031E}" type="presParOf" srcId="{BBC86292-260C-461B-AC14-08CAA9E6C650}" destId="{AAFF873C-785B-4951-8903-833177CDE3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B057D5-DB4F-4767-BEA2-AC853ACE1E4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121B838-E903-4EA1-8471-2847F6FA7B13}">
      <dgm:prSet/>
      <dgm:spPr/>
      <dgm:t>
        <a:bodyPr/>
        <a:lstStyle/>
        <a:p>
          <a:r>
            <a:rPr lang="en-US" b="1"/>
            <a:t>Meaning:</a:t>
          </a:r>
          <a:br>
            <a:rPr lang="en-US"/>
          </a:br>
          <a:r>
            <a:rPr lang="en-US"/>
            <a:t>You can </a:t>
          </a:r>
          <a:r>
            <a:rPr lang="en-US" b="1"/>
            <a:t>prevent deletion</a:t>
          </a:r>
          <a:r>
            <a:rPr lang="en-US"/>
            <a:t> of an object version for a </a:t>
          </a:r>
          <a:r>
            <a:rPr lang="en-US" b="1"/>
            <a:t>specific time period</a:t>
          </a:r>
          <a:r>
            <a:rPr lang="en-US"/>
            <a:t> (days, months, or years).</a:t>
          </a:r>
        </a:p>
      </dgm:t>
    </dgm:pt>
    <dgm:pt modelId="{56E0D89C-AE4A-4A50-A744-B17F0E07C5A3}" type="parTrans" cxnId="{9D760434-01B7-464B-9D85-C68F74B458AF}">
      <dgm:prSet/>
      <dgm:spPr/>
      <dgm:t>
        <a:bodyPr/>
        <a:lstStyle/>
        <a:p>
          <a:endParaRPr lang="en-US"/>
        </a:p>
      </dgm:t>
    </dgm:pt>
    <dgm:pt modelId="{8FA8B394-51DD-48D5-9A94-CD5055E843AF}" type="sibTrans" cxnId="{9D760434-01B7-464B-9D85-C68F74B458AF}">
      <dgm:prSet/>
      <dgm:spPr/>
      <dgm:t>
        <a:bodyPr/>
        <a:lstStyle/>
        <a:p>
          <a:endParaRPr lang="en-US"/>
        </a:p>
      </dgm:t>
    </dgm:pt>
    <dgm:pt modelId="{ED3F0FE8-0E39-4819-892A-52DD10B30668}">
      <dgm:prSet/>
      <dgm:spPr/>
      <dgm:t>
        <a:bodyPr/>
        <a:lstStyle/>
        <a:p>
          <a:r>
            <a:rPr lang="en-US" b="1"/>
            <a:t>Example:</a:t>
          </a:r>
          <a:br>
            <a:rPr lang="en-US"/>
          </a:br>
          <a:r>
            <a:rPr lang="en-US"/>
            <a:t>File audit2025.csv is locked for </a:t>
          </a:r>
          <a:r>
            <a:rPr lang="en-US" b="1"/>
            <a:t>1 year</a:t>
          </a:r>
          <a:r>
            <a:rPr lang="en-US"/>
            <a:t>.</a:t>
          </a:r>
          <a:br>
            <a:rPr lang="en-US"/>
          </a:br>
          <a:r>
            <a:rPr lang="en-US"/>
            <a:t>During this time, </a:t>
          </a:r>
          <a:r>
            <a:rPr lang="en-US" b="1"/>
            <a:t>no one</a:t>
          </a:r>
          <a:r>
            <a:rPr lang="en-US"/>
            <a:t> can delete that version not even admins.</a:t>
          </a:r>
        </a:p>
      </dgm:t>
    </dgm:pt>
    <dgm:pt modelId="{72957EBF-3A93-4C44-A2F5-E3EF39218963}" type="parTrans" cxnId="{12B7A308-0E27-444A-85A1-62495C52054B}">
      <dgm:prSet/>
      <dgm:spPr/>
      <dgm:t>
        <a:bodyPr/>
        <a:lstStyle/>
        <a:p>
          <a:endParaRPr lang="en-US"/>
        </a:p>
      </dgm:t>
    </dgm:pt>
    <dgm:pt modelId="{84E2FDCD-1D98-4069-A33A-293C6CCCFA1B}" type="sibTrans" cxnId="{12B7A308-0E27-444A-85A1-62495C52054B}">
      <dgm:prSet/>
      <dgm:spPr/>
      <dgm:t>
        <a:bodyPr/>
        <a:lstStyle/>
        <a:p>
          <a:endParaRPr lang="en-US"/>
        </a:p>
      </dgm:t>
    </dgm:pt>
    <dgm:pt modelId="{7ACC43D9-AF31-44D7-AB70-5CC85DA38C3E}" type="pres">
      <dgm:prSet presAssocID="{8BB057D5-DB4F-4767-BEA2-AC853ACE1E4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3B0BB6-901E-41BC-9832-2105395C0607}" type="pres">
      <dgm:prSet presAssocID="{B121B838-E903-4EA1-8471-2847F6FA7B13}" presName="hierRoot1" presStyleCnt="0"/>
      <dgm:spPr/>
    </dgm:pt>
    <dgm:pt modelId="{11FD920C-DAE0-49D4-BDCC-8E9E4AF7A50B}" type="pres">
      <dgm:prSet presAssocID="{B121B838-E903-4EA1-8471-2847F6FA7B13}" presName="composite" presStyleCnt="0"/>
      <dgm:spPr/>
    </dgm:pt>
    <dgm:pt modelId="{B0815686-1952-4E3E-8CB3-7A3FD1DC1EBD}" type="pres">
      <dgm:prSet presAssocID="{B121B838-E903-4EA1-8471-2847F6FA7B13}" presName="background" presStyleLbl="node0" presStyleIdx="0" presStyleCnt="2"/>
      <dgm:spPr/>
    </dgm:pt>
    <dgm:pt modelId="{B96A1899-906A-4A0A-A28B-345CD311E847}" type="pres">
      <dgm:prSet presAssocID="{B121B838-E903-4EA1-8471-2847F6FA7B13}" presName="text" presStyleLbl="fgAcc0" presStyleIdx="0" presStyleCnt="2">
        <dgm:presLayoutVars>
          <dgm:chPref val="3"/>
        </dgm:presLayoutVars>
      </dgm:prSet>
      <dgm:spPr/>
    </dgm:pt>
    <dgm:pt modelId="{3D105B9A-B3E8-4388-B680-7C4EC54535F5}" type="pres">
      <dgm:prSet presAssocID="{B121B838-E903-4EA1-8471-2847F6FA7B13}" presName="hierChild2" presStyleCnt="0"/>
      <dgm:spPr/>
    </dgm:pt>
    <dgm:pt modelId="{7CE0668B-B33A-4FA1-9D82-10A8F807A78D}" type="pres">
      <dgm:prSet presAssocID="{ED3F0FE8-0E39-4819-892A-52DD10B30668}" presName="hierRoot1" presStyleCnt="0"/>
      <dgm:spPr/>
    </dgm:pt>
    <dgm:pt modelId="{08F3EDBE-D485-483F-BC2C-53FD7C3E3F15}" type="pres">
      <dgm:prSet presAssocID="{ED3F0FE8-0E39-4819-892A-52DD10B30668}" presName="composite" presStyleCnt="0"/>
      <dgm:spPr/>
    </dgm:pt>
    <dgm:pt modelId="{861BAC1C-5E6E-4971-872D-A95892D193C6}" type="pres">
      <dgm:prSet presAssocID="{ED3F0FE8-0E39-4819-892A-52DD10B30668}" presName="background" presStyleLbl="node0" presStyleIdx="1" presStyleCnt="2"/>
      <dgm:spPr/>
    </dgm:pt>
    <dgm:pt modelId="{201A1C1C-D3D4-4E02-A4A0-4FA95B481D86}" type="pres">
      <dgm:prSet presAssocID="{ED3F0FE8-0E39-4819-892A-52DD10B30668}" presName="text" presStyleLbl="fgAcc0" presStyleIdx="1" presStyleCnt="2">
        <dgm:presLayoutVars>
          <dgm:chPref val="3"/>
        </dgm:presLayoutVars>
      </dgm:prSet>
      <dgm:spPr/>
    </dgm:pt>
    <dgm:pt modelId="{53245896-C0B5-46A2-BE6E-0CEDD82035C5}" type="pres">
      <dgm:prSet presAssocID="{ED3F0FE8-0E39-4819-892A-52DD10B30668}" presName="hierChild2" presStyleCnt="0"/>
      <dgm:spPr/>
    </dgm:pt>
  </dgm:ptLst>
  <dgm:cxnLst>
    <dgm:cxn modelId="{12B7A308-0E27-444A-85A1-62495C52054B}" srcId="{8BB057D5-DB4F-4767-BEA2-AC853ACE1E4D}" destId="{ED3F0FE8-0E39-4819-892A-52DD10B30668}" srcOrd="1" destOrd="0" parTransId="{72957EBF-3A93-4C44-A2F5-E3EF39218963}" sibTransId="{84E2FDCD-1D98-4069-A33A-293C6CCCFA1B}"/>
    <dgm:cxn modelId="{9D760434-01B7-464B-9D85-C68F74B458AF}" srcId="{8BB057D5-DB4F-4767-BEA2-AC853ACE1E4D}" destId="{B121B838-E903-4EA1-8471-2847F6FA7B13}" srcOrd="0" destOrd="0" parTransId="{56E0D89C-AE4A-4A50-A744-B17F0E07C5A3}" sibTransId="{8FA8B394-51DD-48D5-9A94-CD5055E843AF}"/>
    <dgm:cxn modelId="{B3B4BA34-24E1-4734-82AD-0BCEDA95305B}" type="presOf" srcId="{ED3F0FE8-0E39-4819-892A-52DD10B30668}" destId="{201A1C1C-D3D4-4E02-A4A0-4FA95B481D86}" srcOrd="0" destOrd="0" presId="urn:microsoft.com/office/officeart/2005/8/layout/hierarchy1"/>
    <dgm:cxn modelId="{EFA115BA-0744-4B97-A338-471A6213B2D0}" type="presOf" srcId="{8BB057D5-DB4F-4767-BEA2-AC853ACE1E4D}" destId="{7ACC43D9-AF31-44D7-AB70-5CC85DA38C3E}" srcOrd="0" destOrd="0" presId="urn:microsoft.com/office/officeart/2005/8/layout/hierarchy1"/>
    <dgm:cxn modelId="{9AAA1CE7-B581-4880-A07F-93680BC464ED}" type="presOf" srcId="{B121B838-E903-4EA1-8471-2847F6FA7B13}" destId="{B96A1899-906A-4A0A-A28B-345CD311E847}" srcOrd="0" destOrd="0" presId="urn:microsoft.com/office/officeart/2005/8/layout/hierarchy1"/>
    <dgm:cxn modelId="{D1356E7B-B085-4076-9C81-EA05DAF65B00}" type="presParOf" srcId="{7ACC43D9-AF31-44D7-AB70-5CC85DA38C3E}" destId="{EA3B0BB6-901E-41BC-9832-2105395C0607}" srcOrd="0" destOrd="0" presId="urn:microsoft.com/office/officeart/2005/8/layout/hierarchy1"/>
    <dgm:cxn modelId="{869F2CF6-1414-418F-AAB7-855A55DCC75E}" type="presParOf" srcId="{EA3B0BB6-901E-41BC-9832-2105395C0607}" destId="{11FD920C-DAE0-49D4-BDCC-8E9E4AF7A50B}" srcOrd="0" destOrd="0" presId="urn:microsoft.com/office/officeart/2005/8/layout/hierarchy1"/>
    <dgm:cxn modelId="{C1187C44-A691-4012-BF0E-578D22185BD6}" type="presParOf" srcId="{11FD920C-DAE0-49D4-BDCC-8E9E4AF7A50B}" destId="{B0815686-1952-4E3E-8CB3-7A3FD1DC1EBD}" srcOrd="0" destOrd="0" presId="urn:microsoft.com/office/officeart/2005/8/layout/hierarchy1"/>
    <dgm:cxn modelId="{B1A13FF5-EC6A-452A-BA83-50C23C7A03BA}" type="presParOf" srcId="{11FD920C-DAE0-49D4-BDCC-8E9E4AF7A50B}" destId="{B96A1899-906A-4A0A-A28B-345CD311E847}" srcOrd="1" destOrd="0" presId="urn:microsoft.com/office/officeart/2005/8/layout/hierarchy1"/>
    <dgm:cxn modelId="{E3C519DF-61BD-4EB9-81ED-DAF937B9F79F}" type="presParOf" srcId="{EA3B0BB6-901E-41BC-9832-2105395C0607}" destId="{3D105B9A-B3E8-4388-B680-7C4EC54535F5}" srcOrd="1" destOrd="0" presId="urn:microsoft.com/office/officeart/2005/8/layout/hierarchy1"/>
    <dgm:cxn modelId="{1C5B277D-6BAE-4481-9C83-0E7FB2646BC9}" type="presParOf" srcId="{7ACC43D9-AF31-44D7-AB70-5CC85DA38C3E}" destId="{7CE0668B-B33A-4FA1-9D82-10A8F807A78D}" srcOrd="1" destOrd="0" presId="urn:microsoft.com/office/officeart/2005/8/layout/hierarchy1"/>
    <dgm:cxn modelId="{CB367582-1192-4BE2-A6C2-B0A1F6662995}" type="presParOf" srcId="{7CE0668B-B33A-4FA1-9D82-10A8F807A78D}" destId="{08F3EDBE-D485-483F-BC2C-53FD7C3E3F15}" srcOrd="0" destOrd="0" presId="urn:microsoft.com/office/officeart/2005/8/layout/hierarchy1"/>
    <dgm:cxn modelId="{37034556-1C4F-4C4B-8BD8-0B61498B6B8D}" type="presParOf" srcId="{08F3EDBE-D485-483F-BC2C-53FD7C3E3F15}" destId="{861BAC1C-5E6E-4971-872D-A95892D193C6}" srcOrd="0" destOrd="0" presId="urn:microsoft.com/office/officeart/2005/8/layout/hierarchy1"/>
    <dgm:cxn modelId="{AC6CD333-A9B1-478A-B418-8433A2F9D445}" type="presParOf" srcId="{08F3EDBE-D485-483F-BC2C-53FD7C3E3F15}" destId="{201A1C1C-D3D4-4E02-A4A0-4FA95B481D86}" srcOrd="1" destOrd="0" presId="urn:microsoft.com/office/officeart/2005/8/layout/hierarchy1"/>
    <dgm:cxn modelId="{32C83354-DE44-407B-AE3A-9C229C76137E}" type="presParOf" srcId="{7CE0668B-B33A-4FA1-9D82-10A8F807A78D}" destId="{53245896-C0B5-46A2-BE6E-0CEDD82035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8795BD-1164-4D37-A4C2-E067BB251711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156B1F5-17B6-4075-87C8-7B1CD4D562A5}">
      <dgm:prSet/>
      <dgm:spPr/>
      <dgm:t>
        <a:bodyPr/>
        <a:lstStyle/>
        <a:p>
          <a:r>
            <a:rPr lang="en-US" b="1" dirty="0"/>
            <a:t>Meaning:</a:t>
          </a:r>
          <a:br>
            <a:rPr lang="en-US" dirty="0"/>
          </a:br>
          <a:r>
            <a:rPr lang="en-US" dirty="0"/>
            <a:t>Objects are protected for a </a:t>
          </a:r>
          <a:r>
            <a:rPr lang="en-US" b="1" dirty="0"/>
            <a:t>fixed duration</a:t>
          </a:r>
          <a:r>
            <a:rPr lang="en-US" dirty="0"/>
            <a:t> during this period, deletion or overwrite is not allowed.</a:t>
          </a:r>
          <a:br>
            <a:rPr lang="en-US" dirty="0"/>
          </a:br>
          <a:r>
            <a:rPr lang="en-US" dirty="0"/>
            <a:t>The retention period </a:t>
          </a:r>
          <a:r>
            <a:rPr lang="en-US" b="1" dirty="0"/>
            <a:t>can be extended but</a:t>
          </a:r>
          <a:r>
            <a:rPr lang="en-US" dirty="0"/>
            <a:t> </a:t>
          </a:r>
          <a:r>
            <a:rPr lang="en-US" b="1" dirty="0"/>
            <a:t>cannot be shortened</a:t>
          </a:r>
          <a:r>
            <a:rPr lang="en-US" dirty="0"/>
            <a:t>.</a:t>
          </a:r>
        </a:p>
      </dgm:t>
    </dgm:pt>
    <dgm:pt modelId="{62F8AA2C-E8F5-4626-836E-9BDC5FF25A47}" type="parTrans" cxnId="{42F458B4-58C1-4019-A52B-E446D7A5A4A6}">
      <dgm:prSet/>
      <dgm:spPr/>
      <dgm:t>
        <a:bodyPr/>
        <a:lstStyle/>
        <a:p>
          <a:endParaRPr lang="en-US"/>
        </a:p>
      </dgm:t>
    </dgm:pt>
    <dgm:pt modelId="{9D5C6B31-12B6-47CE-94B5-55E47E2479AC}" type="sibTrans" cxnId="{42F458B4-58C1-4019-A52B-E446D7A5A4A6}">
      <dgm:prSet/>
      <dgm:spPr/>
      <dgm:t>
        <a:bodyPr/>
        <a:lstStyle/>
        <a:p>
          <a:endParaRPr lang="en-US"/>
        </a:p>
      </dgm:t>
    </dgm:pt>
    <dgm:pt modelId="{7BED6AAB-09CA-4772-ABE7-036E1272F55B}">
      <dgm:prSet/>
      <dgm:spPr/>
      <dgm:t>
        <a:bodyPr/>
        <a:lstStyle/>
        <a:p>
          <a:r>
            <a:rPr lang="en-US" b="1"/>
            <a:t>Example:</a:t>
          </a:r>
          <a:endParaRPr lang="en-US"/>
        </a:p>
      </dgm:t>
    </dgm:pt>
    <dgm:pt modelId="{3D2256CB-7256-4793-991E-6330D34BEAEA}" type="parTrans" cxnId="{2535F14C-2688-4D71-A355-8268E57F7E80}">
      <dgm:prSet/>
      <dgm:spPr/>
      <dgm:t>
        <a:bodyPr/>
        <a:lstStyle/>
        <a:p>
          <a:endParaRPr lang="en-US"/>
        </a:p>
      </dgm:t>
    </dgm:pt>
    <dgm:pt modelId="{FBFB451A-E8C0-4389-A4FE-D2A02D809B84}" type="sibTrans" cxnId="{2535F14C-2688-4D71-A355-8268E57F7E80}">
      <dgm:prSet/>
      <dgm:spPr/>
      <dgm:t>
        <a:bodyPr/>
        <a:lstStyle/>
        <a:p>
          <a:endParaRPr lang="en-US"/>
        </a:p>
      </dgm:t>
    </dgm:pt>
    <dgm:pt modelId="{9A186DC5-C666-4E8F-AB71-EC1EFA112AE1}">
      <dgm:prSet/>
      <dgm:spPr/>
      <dgm:t>
        <a:bodyPr/>
        <a:lstStyle/>
        <a:p>
          <a:r>
            <a:rPr lang="en-US"/>
            <a:t>Retention = 90 days</a:t>
          </a:r>
        </a:p>
      </dgm:t>
    </dgm:pt>
    <dgm:pt modelId="{47D51004-86B4-469E-8640-259420FAC761}" type="parTrans" cxnId="{B31EEE06-9FE3-4A41-953C-836C630AF176}">
      <dgm:prSet/>
      <dgm:spPr/>
      <dgm:t>
        <a:bodyPr/>
        <a:lstStyle/>
        <a:p>
          <a:endParaRPr lang="en-US"/>
        </a:p>
      </dgm:t>
    </dgm:pt>
    <dgm:pt modelId="{106112FB-9334-4771-B568-531C26337E6F}" type="sibTrans" cxnId="{B31EEE06-9FE3-4A41-953C-836C630AF176}">
      <dgm:prSet/>
      <dgm:spPr/>
      <dgm:t>
        <a:bodyPr/>
        <a:lstStyle/>
        <a:p>
          <a:endParaRPr lang="en-US"/>
        </a:p>
      </dgm:t>
    </dgm:pt>
    <dgm:pt modelId="{DD8861AE-97B5-4480-A7F7-C9772F9CE109}">
      <dgm:prSet/>
      <dgm:spPr/>
      <dgm:t>
        <a:bodyPr/>
        <a:lstStyle/>
        <a:p>
          <a:r>
            <a:rPr lang="en-US"/>
            <a:t>The file remains protected for 90 days</a:t>
          </a:r>
        </a:p>
      </dgm:t>
    </dgm:pt>
    <dgm:pt modelId="{B67B1702-35CB-4376-AC20-0181AD60D4C5}" type="parTrans" cxnId="{DF0A204F-8F84-480D-9688-4AA4FB85418E}">
      <dgm:prSet/>
      <dgm:spPr/>
      <dgm:t>
        <a:bodyPr/>
        <a:lstStyle/>
        <a:p>
          <a:endParaRPr lang="en-US"/>
        </a:p>
      </dgm:t>
    </dgm:pt>
    <dgm:pt modelId="{8F43B173-6C50-434C-A4F3-6582704D27F1}" type="sibTrans" cxnId="{DF0A204F-8F84-480D-9688-4AA4FB85418E}">
      <dgm:prSet/>
      <dgm:spPr/>
      <dgm:t>
        <a:bodyPr/>
        <a:lstStyle/>
        <a:p>
          <a:endParaRPr lang="en-US"/>
        </a:p>
      </dgm:t>
    </dgm:pt>
    <dgm:pt modelId="{0DDE66E7-9D23-4D8A-B03D-1F5BAE40E779}">
      <dgm:prSet/>
      <dgm:spPr/>
      <dgm:t>
        <a:bodyPr/>
        <a:lstStyle/>
        <a:p>
          <a:r>
            <a:rPr lang="en-US"/>
            <a:t>After 90 days, it can be deleted</a:t>
          </a:r>
        </a:p>
      </dgm:t>
    </dgm:pt>
    <dgm:pt modelId="{10CE94F8-F5E0-4A23-A6F8-858F75C3E40E}" type="parTrans" cxnId="{20DEE440-2C36-44BB-8670-20971BFE9C5A}">
      <dgm:prSet/>
      <dgm:spPr/>
      <dgm:t>
        <a:bodyPr/>
        <a:lstStyle/>
        <a:p>
          <a:endParaRPr lang="en-US"/>
        </a:p>
      </dgm:t>
    </dgm:pt>
    <dgm:pt modelId="{3DF06A49-56F7-42F5-B660-94124E0C2907}" type="sibTrans" cxnId="{20DEE440-2C36-44BB-8670-20971BFE9C5A}">
      <dgm:prSet/>
      <dgm:spPr/>
      <dgm:t>
        <a:bodyPr/>
        <a:lstStyle/>
        <a:p>
          <a:endParaRPr lang="en-US"/>
        </a:p>
      </dgm:t>
    </dgm:pt>
    <dgm:pt modelId="{CD7FE46D-01C8-493D-A06D-82EEF3705491}">
      <dgm:prSet/>
      <dgm:spPr/>
      <dgm:t>
        <a:bodyPr/>
        <a:lstStyle/>
        <a:p>
          <a:r>
            <a:rPr lang="en-US"/>
            <a:t>The retention can be </a:t>
          </a:r>
          <a:r>
            <a:rPr lang="en-US" b="1"/>
            <a:t>extended to 120 days</a:t>
          </a:r>
          <a:r>
            <a:rPr lang="en-US"/>
            <a:t>, but </a:t>
          </a:r>
          <a:r>
            <a:rPr lang="en-US" b="1"/>
            <a:t>not reduced</a:t>
          </a:r>
          <a:endParaRPr lang="en-US"/>
        </a:p>
      </dgm:t>
    </dgm:pt>
    <dgm:pt modelId="{8A5A6272-B8CF-40B3-84E7-1FE2D7AFB543}" type="parTrans" cxnId="{6C50061B-8DB3-4B77-A45A-655511647FF6}">
      <dgm:prSet/>
      <dgm:spPr/>
      <dgm:t>
        <a:bodyPr/>
        <a:lstStyle/>
        <a:p>
          <a:endParaRPr lang="en-US"/>
        </a:p>
      </dgm:t>
    </dgm:pt>
    <dgm:pt modelId="{5136BE99-680D-4CE9-8FAA-189FA7FC61B4}" type="sibTrans" cxnId="{6C50061B-8DB3-4B77-A45A-655511647FF6}">
      <dgm:prSet/>
      <dgm:spPr/>
      <dgm:t>
        <a:bodyPr/>
        <a:lstStyle/>
        <a:p>
          <a:endParaRPr lang="en-US"/>
        </a:p>
      </dgm:t>
    </dgm:pt>
    <dgm:pt modelId="{4E84BCF7-20EB-4388-B6D8-456A84BE44E8}" type="pres">
      <dgm:prSet presAssocID="{458795BD-1164-4D37-A4C2-E067BB251711}" presName="Name0" presStyleCnt="0">
        <dgm:presLayoutVars>
          <dgm:dir/>
          <dgm:animLvl val="lvl"/>
          <dgm:resizeHandles val="exact"/>
        </dgm:presLayoutVars>
      </dgm:prSet>
      <dgm:spPr/>
    </dgm:pt>
    <dgm:pt modelId="{04210D55-DDD6-43A2-B1D2-2604C761A325}" type="pres">
      <dgm:prSet presAssocID="{7BED6AAB-09CA-4772-ABE7-036E1272F55B}" presName="boxAndChildren" presStyleCnt="0"/>
      <dgm:spPr/>
    </dgm:pt>
    <dgm:pt modelId="{5771EE00-8C32-4842-89DD-F1CC50440C62}" type="pres">
      <dgm:prSet presAssocID="{7BED6AAB-09CA-4772-ABE7-036E1272F55B}" presName="parentTextBox" presStyleLbl="node1" presStyleIdx="0" presStyleCnt="2"/>
      <dgm:spPr/>
    </dgm:pt>
    <dgm:pt modelId="{12A9C81E-FE1D-45ED-86C6-D8ACDFDC94AF}" type="pres">
      <dgm:prSet presAssocID="{7BED6AAB-09CA-4772-ABE7-036E1272F55B}" presName="entireBox" presStyleLbl="node1" presStyleIdx="0" presStyleCnt="2"/>
      <dgm:spPr/>
    </dgm:pt>
    <dgm:pt modelId="{5473A72F-C54C-4AA0-A2ED-A0D3CD7D691A}" type="pres">
      <dgm:prSet presAssocID="{7BED6AAB-09CA-4772-ABE7-036E1272F55B}" presName="descendantBox" presStyleCnt="0"/>
      <dgm:spPr/>
    </dgm:pt>
    <dgm:pt modelId="{61D7EDE4-158B-439B-8C3A-8724035B8EE4}" type="pres">
      <dgm:prSet presAssocID="{9A186DC5-C666-4E8F-AB71-EC1EFA112AE1}" presName="childTextBox" presStyleLbl="fgAccFollowNode1" presStyleIdx="0" presStyleCnt="4">
        <dgm:presLayoutVars>
          <dgm:bulletEnabled val="1"/>
        </dgm:presLayoutVars>
      </dgm:prSet>
      <dgm:spPr/>
    </dgm:pt>
    <dgm:pt modelId="{D169CBBA-7FF5-4F0B-8D1E-087B986FFEFD}" type="pres">
      <dgm:prSet presAssocID="{DD8861AE-97B5-4480-A7F7-C9772F9CE109}" presName="childTextBox" presStyleLbl="fgAccFollowNode1" presStyleIdx="1" presStyleCnt="4">
        <dgm:presLayoutVars>
          <dgm:bulletEnabled val="1"/>
        </dgm:presLayoutVars>
      </dgm:prSet>
      <dgm:spPr/>
    </dgm:pt>
    <dgm:pt modelId="{6301206B-57D9-4237-A693-73BD4D467F16}" type="pres">
      <dgm:prSet presAssocID="{0DDE66E7-9D23-4D8A-B03D-1F5BAE40E779}" presName="childTextBox" presStyleLbl="fgAccFollowNode1" presStyleIdx="2" presStyleCnt="4">
        <dgm:presLayoutVars>
          <dgm:bulletEnabled val="1"/>
        </dgm:presLayoutVars>
      </dgm:prSet>
      <dgm:spPr/>
    </dgm:pt>
    <dgm:pt modelId="{73332700-9A60-4CEC-AB88-737D66EBC5E5}" type="pres">
      <dgm:prSet presAssocID="{CD7FE46D-01C8-493D-A06D-82EEF3705491}" presName="childTextBox" presStyleLbl="fgAccFollowNode1" presStyleIdx="3" presStyleCnt="4">
        <dgm:presLayoutVars>
          <dgm:bulletEnabled val="1"/>
        </dgm:presLayoutVars>
      </dgm:prSet>
      <dgm:spPr/>
    </dgm:pt>
    <dgm:pt modelId="{6A8D511A-83EC-4DB4-83BB-A54523A751CE}" type="pres">
      <dgm:prSet presAssocID="{9D5C6B31-12B6-47CE-94B5-55E47E2479AC}" presName="sp" presStyleCnt="0"/>
      <dgm:spPr/>
    </dgm:pt>
    <dgm:pt modelId="{1E1C680B-B96A-4C8A-B145-6847BE5E09BC}" type="pres">
      <dgm:prSet presAssocID="{B156B1F5-17B6-4075-87C8-7B1CD4D562A5}" presName="arrowAndChildren" presStyleCnt="0"/>
      <dgm:spPr/>
    </dgm:pt>
    <dgm:pt modelId="{EC82D47D-E967-4308-A460-5DCBD9178C1D}" type="pres">
      <dgm:prSet presAssocID="{B156B1F5-17B6-4075-87C8-7B1CD4D562A5}" presName="parentTextArrow" presStyleLbl="node1" presStyleIdx="1" presStyleCnt="2"/>
      <dgm:spPr/>
    </dgm:pt>
  </dgm:ptLst>
  <dgm:cxnLst>
    <dgm:cxn modelId="{B31EEE06-9FE3-4A41-953C-836C630AF176}" srcId="{7BED6AAB-09CA-4772-ABE7-036E1272F55B}" destId="{9A186DC5-C666-4E8F-AB71-EC1EFA112AE1}" srcOrd="0" destOrd="0" parTransId="{47D51004-86B4-469E-8640-259420FAC761}" sibTransId="{106112FB-9334-4771-B568-531C26337E6F}"/>
    <dgm:cxn modelId="{CD3EA315-A91B-40A6-B2AF-D43967673C6C}" type="presOf" srcId="{0DDE66E7-9D23-4D8A-B03D-1F5BAE40E779}" destId="{6301206B-57D9-4237-A693-73BD4D467F16}" srcOrd="0" destOrd="0" presId="urn:microsoft.com/office/officeart/2005/8/layout/process4"/>
    <dgm:cxn modelId="{6C50061B-8DB3-4B77-A45A-655511647FF6}" srcId="{7BED6AAB-09CA-4772-ABE7-036E1272F55B}" destId="{CD7FE46D-01C8-493D-A06D-82EEF3705491}" srcOrd="3" destOrd="0" parTransId="{8A5A6272-B8CF-40B3-84E7-1FE2D7AFB543}" sibTransId="{5136BE99-680D-4CE9-8FAA-189FA7FC61B4}"/>
    <dgm:cxn modelId="{20DEE440-2C36-44BB-8670-20971BFE9C5A}" srcId="{7BED6AAB-09CA-4772-ABE7-036E1272F55B}" destId="{0DDE66E7-9D23-4D8A-B03D-1F5BAE40E779}" srcOrd="2" destOrd="0" parTransId="{10CE94F8-F5E0-4A23-A6F8-858F75C3E40E}" sibTransId="{3DF06A49-56F7-42F5-B660-94124E0C2907}"/>
    <dgm:cxn modelId="{BA4A6167-BB9C-481E-8FDA-67CE38AE7345}" type="presOf" srcId="{7BED6AAB-09CA-4772-ABE7-036E1272F55B}" destId="{5771EE00-8C32-4842-89DD-F1CC50440C62}" srcOrd="0" destOrd="0" presId="urn:microsoft.com/office/officeart/2005/8/layout/process4"/>
    <dgm:cxn modelId="{2535F14C-2688-4D71-A355-8268E57F7E80}" srcId="{458795BD-1164-4D37-A4C2-E067BB251711}" destId="{7BED6AAB-09CA-4772-ABE7-036E1272F55B}" srcOrd="1" destOrd="0" parTransId="{3D2256CB-7256-4793-991E-6330D34BEAEA}" sibTransId="{FBFB451A-E8C0-4389-A4FE-D2A02D809B84}"/>
    <dgm:cxn modelId="{004C8F6D-880D-4CB3-ADD9-1917B4843C35}" type="presOf" srcId="{7BED6AAB-09CA-4772-ABE7-036E1272F55B}" destId="{12A9C81E-FE1D-45ED-86C6-D8ACDFDC94AF}" srcOrd="1" destOrd="0" presId="urn:microsoft.com/office/officeart/2005/8/layout/process4"/>
    <dgm:cxn modelId="{DF0A204F-8F84-480D-9688-4AA4FB85418E}" srcId="{7BED6AAB-09CA-4772-ABE7-036E1272F55B}" destId="{DD8861AE-97B5-4480-A7F7-C9772F9CE109}" srcOrd="1" destOrd="0" parTransId="{B67B1702-35CB-4376-AC20-0181AD60D4C5}" sibTransId="{8F43B173-6C50-434C-A4F3-6582704D27F1}"/>
    <dgm:cxn modelId="{927BA676-24CC-42DF-9F6F-764F0E2DDE6B}" type="presOf" srcId="{B156B1F5-17B6-4075-87C8-7B1CD4D562A5}" destId="{EC82D47D-E967-4308-A460-5DCBD9178C1D}" srcOrd="0" destOrd="0" presId="urn:microsoft.com/office/officeart/2005/8/layout/process4"/>
    <dgm:cxn modelId="{FC987685-E677-4DF5-8DAF-B5E9E818B6FB}" type="presOf" srcId="{DD8861AE-97B5-4480-A7F7-C9772F9CE109}" destId="{D169CBBA-7FF5-4F0B-8D1E-087B986FFEFD}" srcOrd="0" destOrd="0" presId="urn:microsoft.com/office/officeart/2005/8/layout/process4"/>
    <dgm:cxn modelId="{42F458B4-58C1-4019-A52B-E446D7A5A4A6}" srcId="{458795BD-1164-4D37-A4C2-E067BB251711}" destId="{B156B1F5-17B6-4075-87C8-7B1CD4D562A5}" srcOrd="0" destOrd="0" parTransId="{62F8AA2C-E8F5-4626-836E-9BDC5FF25A47}" sibTransId="{9D5C6B31-12B6-47CE-94B5-55E47E2479AC}"/>
    <dgm:cxn modelId="{D9D889C4-5111-42C3-9D8E-5A6EBB7C25D8}" type="presOf" srcId="{CD7FE46D-01C8-493D-A06D-82EEF3705491}" destId="{73332700-9A60-4CEC-AB88-737D66EBC5E5}" srcOrd="0" destOrd="0" presId="urn:microsoft.com/office/officeart/2005/8/layout/process4"/>
    <dgm:cxn modelId="{351F13D0-9464-430A-8A16-B451B360ECE2}" type="presOf" srcId="{458795BD-1164-4D37-A4C2-E067BB251711}" destId="{4E84BCF7-20EB-4388-B6D8-456A84BE44E8}" srcOrd="0" destOrd="0" presId="urn:microsoft.com/office/officeart/2005/8/layout/process4"/>
    <dgm:cxn modelId="{4BFAC2F4-78F5-44BE-952A-48478B08DF51}" type="presOf" srcId="{9A186DC5-C666-4E8F-AB71-EC1EFA112AE1}" destId="{61D7EDE4-158B-439B-8C3A-8724035B8EE4}" srcOrd="0" destOrd="0" presId="urn:microsoft.com/office/officeart/2005/8/layout/process4"/>
    <dgm:cxn modelId="{D599B781-FCD0-43F2-B9B0-BAF7769664D3}" type="presParOf" srcId="{4E84BCF7-20EB-4388-B6D8-456A84BE44E8}" destId="{04210D55-DDD6-43A2-B1D2-2604C761A325}" srcOrd="0" destOrd="0" presId="urn:microsoft.com/office/officeart/2005/8/layout/process4"/>
    <dgm:cxn modelId="{29589C00-433E-4AAB-B405-E4BC0E1C1495}" type="presParOf" srcId="{04210D55-DDD6-43A2-B1D2-2604C761A325}" destId="{5771EE00-8C32-4842-89DD-F1CC50440C62}" srcOrd="0" destOrd="0" presId="urn:microsoft.com/office/officeart/2005/8/layout/process4"/>
    <dgm:cxn modelId="{805F6534-2426-4194-AC54-637C39453AC4}" type="presParOf" srcId="{04210D55-DDD6-43A2-B1D2-2604C761A325}" destId="{12A9C81E-FE1D-45ED-86C6-D8ACDFDC94AF}" srcOrd="1" destOrd="0" presId="urn:microsoft.com/office/officeart/2005/8/layout/process4"/>
    <dgm:cxn modelId="{5FC84BD3-753A-4120-86D1-EDAEFCCEE87D}" type="presParOf" srcId="{04210D55-DDD6-43A2-B1D2-2604C761A325}" destId="{5473A72F-C54C-4AA0-A2ED-A0D3CD7D691A}" srcOrd="2" destOrd="0" presId="urn:microsoft.com/office/officeart/2005/8/layout/process4"/>
    <dgm:cxn modelId="{09709EF1-0C47-4FC4-82D3-789151D69678}" type="presParOf" srcId="{5473A72F-C54C-4AA0-A2ED-A0D3CD7D691A}" destId="{61D7EDE4-158B-439B-8C3A-8724035B8EE4}" srcOrd="0" destOrd="0" presId="urn:microsoft.com/office/officeart/2005/8/layout/process4"/>
    <dgm:cxn modelId="{E4ECC65C-6DB4-4090-81AD-E032A4FF6620}" type="presParOf" srcId="{5473A72F-C54C-4AA0-A2ED-A0D3CD7D691A}" destId="{D169CBBA-7FF5-4F0B-8D1E-087B986FFEFD}" srcOrd="1" destOrd="0" presId="urn:microsoft.com/office/officeart/2005/8/layout/process4"/>
    <dgm:cxn modelId="{8848823A-99C5-4C39-B5FC-AFAF4B352BF1}" type="presParOf" srcId="{5473A72F-C54C-4AA0-A2ED-A0D3CD7D691A}" destId="{6301206B-57D9-4237-A693-73BD4D467F16}" srcOrd="2" destOrd="0" presId="urn:microsoft.com/office/officeart/2005/8/layout/process4"/>
    <dgm:cxn modelId="{054911E9-1BE3-4DB9-9340-D3316EBE0CA1}" type="presParOf" srcId="{5473A72F-C54C-4AA0-A2ED-A0D3CD7D691A}" destId="{73332700-9A60-4CEC-AB88-737D66EBC5E5}" srcOrd="3" destOrd="0" presId="urn:microsoft.com/office/officeart/2005/8/layout/process4"/>
    <dgm:cxn modelId="{E26584CD-3F77-402E-8353-CE68EB919D7F}" type="presParOf" srcId="{4E84BCF7-20EB-4388-B6D8-456A84BE44E8}" destId="{6A8D511A-83EC-4DB4-83BB-A54523A751CE}" srcOrd="1" destOrd="0" presId="urn:microsoft.com/office/officeart/2005/8/layout/process4"/>
    <dgm:cxn modelId="{C9963189-D850-408A-9449-D644D72E15FF}" type="presParOf" srcId="{4E84BCF7-20EB-4388-B6D8-456A84BE44E8}" destId="{1E1C680B-B96A-4C8A-B145-6847BE5E09BC}" srcOrd="2" destOrd="0" presId="urn:microsoft.com/office/officeart/2005/8/layout/process4"/>
    <dgm:cxn modelId="{FE40C5CE-C3F8-4668-8586-9A3AACF4FB05}" type="presParOf" srcId="{1E1C680B-B96A-4C8A-B145-6847BE5E09BC}" destId="{EC82D47D-E967-4308-A460-5DCBD9178C1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5B92A-DE2B-4B33-9FAD-280D1DA0D5EC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74BA2-B79F-4E3B-A438-E443C44D7300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Meaning:</a:t>
          </a:r>
          <a:br>
            <a:rPr lang="en-US" sz="2100" kern="1200"/>
          </a:br>
          <a:r>
            <a:rPr lang="en-US" sz="2100" kern="1200"/>
            <a:t>S3 Object Lock only works if </a:t>
          </a:r>
          <a:r>
            <a:rPr lang="en-US" sz="2100" b="1" kern="1200"/>
            <a:t>versioning</a:t>
          </a:r>
          <a:r>
            <a:rPr lang="en-US" sz="2100" kern="1200"/>
            <a:t> is enabled on the bucket.</a:t>
          </a:r>
          <a:br>
            <a:rPr lang="en-US" sz="2100" kern="1200"/>
          </a:br>
          <a:r>
            <a:rPr lang="en-US" sz="2100" kern="1200"/>
            <a:t>Each object has a unique version ID so older versions remain safe even if newer ones are uploaded.</a:t>
          </a:r>
        </a:p>
      </dsp:txBody>
      <dsp:txXfrm>
        <a:off x="696297" y="538547"/>
        <a:ext cx="4171627" cy="2590157"/>
      </dsp:txXfrm>
    </dsp:sp>
    <dsp:sp modelId="{2EA18AB7-58DC-4CB2-989D-32BE602AF3A2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30AA5-A1B8-4E6B-8862-C2962312AD82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Example:</a:t>
          </a:r>
          <a:br>
            <a:rPr lang="en-US" sz="2100" kern="1200"/>
          </a:br>
          <a:r>
            <a:rPr lang="en-US" sz="2100" kern="1200"/>
            <a:t>Bucket: my-bucket</a:t>
          </a:r>
          <a:br>
            <a:rPr lang="en-US" sz="2100" kern="1200"/>
          </a:br>
          <a:r>
            <a:rPr lang="en-US" sz="2100" kern="1200"/>
            <a:t>File: report.pdf</a:t>
          </a:r>
          <a:br>
            <a:rPr lang="en-US" sz="2100" kern="1200"/>
          </a:br>
          <a:r>
            <a:rPr lang="en-US" sz="2100" kern="1200"/>
            <a:t>Versioning enabled → creates versions like v1, v2, v3, etc.</a:t>
          </a:r>
          <a:br>
            <a:rPr lang="en-US" sz="2100" kern="1200"/>
          </a:br>
          <a:r>
            <a:rPr lang="en-US" sz="2100" kern="1200"/>
            <a:t>Object Lock protects these versions from being deleted or overwritten.</a:t>
          </a:r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15686-1952-4E3E-8CB3-7A3FD1DC1EBD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A1899-906A-4A0A-A28B-345CD311E847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Meaning:</a:t>
          </a:r>
          <a:br>
            <a:rPr lang="en-US" sz="3000" kern="1200"/>
          </a:br>
          <a:r>
            <a:rPr lang="en-US" sz="3000" kern="1200"/>
            <a:t>You can </a:t>
          </a:r>
          <a:r>
            <a:rPr lang="en-US" sz="3000" b="1" kern="1200"/>
            <a:t>prevent deletion</a:t>
          </a:r>
          <a:r>
            <a:rPr lang="en-US" sz="3000" kern="1200"/>
            <a:t> of an object version for a </a:t>
          </a:r>
          <a:r>
            <a:rPr lang="en-US" sz="3000" b="1" kern="1200"/>
            <a:t>specific time period</a:t>
          </a:r>
          <a:r>
            <a:rPr lang="en-US" sz="3000" kern="1200"/>
            <a:t> (days, months, or years).</a:t>
          </a:r>
        </a:p>
      </dsp:txBody>
      <dsp:txXfrm>
        <a:off x="608661" y="692298"/>
        <a:ext cx="4508047" cy="2799040"/>
      </dsp:txXfrm>
    </dsp:sp>
    <dsp:sp modelId="{861BAC1C-5E6E-4971-872D-A95892D193C6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A1C1C-D3D4-4E02-A4A0-4FA95B481D86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Example:</a:t>
          </a:r>
          <a:br>
            <a:rPr lang="en-US" sz="3000" kern="1200"/>
          </a:br>
          <a:r>
            <a:rPr lang="en-US" sz="3000" kern="1200"/>
            <a:t>File audit2025.csv is locked for </a:t>
          </a:r>
          <a:r>
            <a:rPr lang="en-US" sz="3000" b="1" kern="1200"/>
            <a:t>1 year</a:t>
          </a:r>
          <a:r>
            <a:rPr lang="en-US" sz="3000" kern="1200"/>
            <a:t>.</a:t>
          </a:r>
          <a:br>
            <a:rPr lang="en-US" sz="3000" kern="1200"/>
          </a:br>
          <a:r>
            <a:rPr lang="en-US" sz="3000" kern="1200"/>
            <a:t>During this time, </a:t>
          </a:r>
          <a:r>
            <a:rPr lang="en-US" sz="3000" b="1" kern="1200"/>
            <a:t>no one</a:t>
          </a:r>
          <a:r>
            <a:rPr lang="en-US" sz="3000" kern="1200"/>
            <a:t> can delete that version not even admins.</a:t>
          </a:r>
        </a:p>
      </dsp:txBody>
      <dsp:txXfrm>
        <a:off x="6331365" y="692298"/>
        <a:ext cx="4508047" cy="2799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9C81E-FE1D-45ED-86C6-D8ACDFDC94AF}">
      <dsp:nvSpPr>
        <dsp:cNvPr id="0" name=""/>
        <dsp:cNvSpPr/>
      </dsp:nvSpPr>
      <dsp:spPr>
        <a:xfrm>
          <a:off x="0" y="2626263"/>
          <a:ext cx="10515600" cy="17231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Example:</a:t>
          </a:r>
          <a:endParaRPr lang="en-US" sz="2400" kern="1200"/>
        </a:p>
      </dsp:txBody>
      <dsp:txXfrm>
        <a:off x="0" y="2626263"/>
        <a:ext cx="10515600" cy="930480"/>
      </dsp:txXfrm>
    </dsp:sp>
    <dsp:sp modelId="{61D7EDE4-158B-439B-8C3A-8724035B8EE4}">
      <dsp:nvSpPr>
        <dsp:cNvPr id="0" name=""/>
        <dsp:cNvSpPr/>
      </dsp:nvSpPr>
      <dsp:spPr>
        <a:xfrm>
          <a:off x="0" y="3522281"/>
          <a:ext cx="2628899" cy="79263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Retention = 90 days</a:t>
          </a:r>
        </a:p>
      </dsp:txBody>
      <dsp:txXfrm>
        <a:off x="0" y="3522281"/>
        <a:ext cx="2628899" cy="792631"/>
      </dsp:txXfrm>
    </dsp:sp>
    <dsp:sp modelId="{D169CBBA-7FF5-4F0B-8D1E-087B986FFEFD}">
      <dsp:nvSpPr>
        <dsp:cNvPr id="0" name=""/>
        <dsp:cNvSpPr/>
      </dsp:nvSpPr>
      <dsp:spPr>
        <a:xfrm>
          <a:off x="2628900" y="3522281"/>
          <a:ext cx="2628899" cy="79263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file remains protected for 90 days</a:t>
          </a:r>
        </a:p>
      </dsp:txBody>
      <dsp:txXfrm>
        <a:off x="2628900" y="3522281"/>
        <a:ext cx="2628899" cy="792631"/>
      </dsp:txXfrm>
    </dsp:sp>
    <dsp:sp modelId="{6301206B-57D9-4237-A693-73BD4D467F16}">
      <dsp:nvSpPr>
        <dsp:cNvPr id="0" name=""/>
        <dsp:cNvSpPr/>
      </dsp:nvSpPr>
      <dsp:spPr>
        <a:xfrm>
          <a:off x="5257800" y="3522281"/>
          <a:ext cx="2628899" cy="79263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After 90 days, it can be deleted</a:t>
          </a:r>
        </a:p>
      </dsp:txBody>
      <dsp:txXfrm>
        <a:off x="5257800" y="3522281"/>
        <a:ext cx="2628899" cy="792631"/>
      </dsp:txXfrm>
    </dsp:sp>
    <dsp:sp modelId="{73332700-9A60-4CEC-AB88-737D66EBC5E5}">
      <dsp:nvSpPr>
        <dsp:cNvPr id="0" name=""/>
        <dsp:cNvSpPr/>
      </dsp:nvSpPr>
      <dsp:spPr>
        <a:xfrm>
          <a:off x="7886700" y="3522281"/>
          <a:ext cx="2628899" cy="79263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retention can be </a:t>
          </a:r>
          <a:r>
            <a:rPr lang="en-US" sz="1700" b="1" kern="1200"/>
            <a:t>extended to 120 days</a:t>
          </a:r>
          <a:r>
            <a:rPr lang="en-US" sz="1700" kern="1200"/>
            <a:t>, but </a:t>
          </a:r>
          <a:r>
            <a:rPr lang="en-US" sz="1700" b="1" kern="1200"/>
            <a:t>not reduced</a:t>
          </a:r>
          <a:endParaRPr lang="en-US" sz="1700" kern="1200"/>
        </a:p>
      </dsp:txBody>
      <dsp:txXfrm>
        <a:off x="7886700" y="3522281"/>
        <a:ext cx="2628899" cy="792631"/>
      </dsp:txXfrm>
    </dsp:sp>
    <dsp:sp modelId="{EC82D47D-E967-4308-A460-5DCBD9178C1D}">
      <dsp:nvSpPr>
        <dsp:cNvPr id="0" name=""/>
        <dsp:cNvSpPr/>
      </dsp:nvSpPr>
      <dsp:spPr>
        <a:xfrm rot="10800000">
          <a:off x="0" y="1962"/>
          <a:ext cx="10515600" cy="2650147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Meaning:</a:t>
          </a:r>
          <a:br>
            <a:rPr lang="en-US" sz="2400" kern="1200" dirty="0"/>
          </a:br>
          <a:r>
            <a:rPr lang="en-US" sz="2400" kern="1200" dirty="0"/>
            <a:t>Objects are protected for a </a:t>
          </a:r>
          <a:r>
            <a:rPr lang="en-US" sz="2400" b="1" kern="1200" dirty="0"/>
            <a:t>fixed duration</a:t>
          </a:r>
          <a:r>
            <a:rPr lang="en-US" sz="2400" kern="1200" dirty="0"/>
            <a:t> during this period, deletion or overwrite is not allowed.</a:t>
          </a:r>
          <a:br>
            <a:rPr lang="en-US" sz="2400" kern="1200" dirty="0"/>
          </a:br>
          <a:r>
            <a:rPr lang="en-US" sz="2400" kern="1200" dirty="0"/>
            <a:t>The retention period </a:t>
          </a:r>
          <a:r>
            <a:rPr lang="en-US" sz="2400" b="1" kern="1200" dirty="0"/>
            <a:t>can be extended but</a:t>
          </a:r>
          <a:r>
            <a:rPr lang="en-US" sz="2400" kern="1200" dirty="0"/>
            <a:t> </a:t>
          </a:r>
          <a:r>
            <a:rPr lang="en-US" sz="2400" b="1" kern="1200" dirty="0"/>
            <a:t>cannot be shortened</a:t>
          </a:r>
          <a:r>
            <a:rPr lang="en-US" sz="2400" kern="1200" dirty="0"/>
            <a:t>.</a:t>
          </a:r>
        </a:p>
      </dsp:txBody>
      <dsp:txXfrm rot="10800000">
        <a:off x="0" y="1962"/>
        <a:ext cx="10515600" cy="1721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618A-B7AE-52BF-BF5A-56E104085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97E6C-006A-3C57-0B38-3036DFB0D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A2528-13FF-954C-1519-8E5B86D5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01D6-328F-A370-B206-05CBB37D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9915-1392-5FB7-6D57-0FD16677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63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339C-8B7B-0A4C-1227-35075AC9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F025-7AD8-9C72-FE98-71D18F31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B53D3-E028-E625-213A-F83A3E4EC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1E95B-072F-B1EB-4E54-FF496EC2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B9DD0-5716-360A-BE87-29B81095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4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75AF-DC7B-2E38-B473-689AE205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16FAF-F493-4706-D710-1DA7E34CE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618D0-9722-9D60-1B2F-3D8A6DDF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CA9E6-D640-54B8-5252-94B7C414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1E33B-DB21-98C6-2CCC-1FFA2E0D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75F8-1CB6-CAC9-AF67-336C3EEB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4E923-0B9B-F369-7AA3-A6EC18C22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DBCAF-EC5E-2995-9339-0A9FE0FFE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47FB3-E52A-5782-3FA7-458C8A0B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31EA0-B23D-5C20-86B1-40CCCB53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4F2B2-3614-62D0-5A84-054EECFD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5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B675-F984-D3F6-9802-564A370B3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C8D08-27D8-48F6-A55D-C6CB1BE15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7A905-733D-9AC1-A6E2-4C83B6293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C7EFF9-0A0B-A567-8BD0-DE41E77BF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DE488-F2B8-226B-4A3C-D6E90F144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1E16C0-7F46-441C-9950-98C674B39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48ADE-1908-2C5E-1589-1F4815668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74AA4-FF49-8EBA-AE5D-96BBBB66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84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A041-5CA2-93F3-4FD3-9397C5F5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C553C-8389-CAB7-C693-ECBAEC14A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6B51A-339B-5AA7-0A61-5EB8CDA0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6432D-6C59-8E12-4302-4C94D441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3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19AC2-AFEE-04A9-1D23-AF6C91BF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68756-6D9E-1D5B-962F-CA15AECB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04047-08C2-6DF0-D0C6-FB2B2B62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0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2B53-120C-F7DE-FC9D-139356E1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C2AD3-AF7E-3082-0F13-A4F6C02BA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0AA5B-BB4D-27C1-2FB5-6EE27D80C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44DCC-4254-548B-1697-AE1F0316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D4C75-94EA-AAB0-6762-95DDAA9B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6670D-382A-DC28-6FD4-0CBED3E6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7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CD36-4F3F-DA28-2BFD-76A69918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7B4F0-E336-7EB7-8BB7-1425762A2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09E2F-468A-3066-6B56-94AF6DB5F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44EEE-AC6A-E4EA-600F-D9563E67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B08DD-E8AB-B0C8-2EB3-3DC5EDA7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EC97F-D8B9-E2F7-4818-ACA956EE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7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E191-CA19-1FA3-5010-83B2E8AB8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4CD05-9026-1D52-9747-EB68D3D5E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67C71-0345-1800-5C34-9F544941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2D60D-6585-AD3C-1C94-E5D8C1A7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8D3E-2EED-82BF-6E41-16CB36E7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5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7C0B1-31E1-CA35-A4F5-D0C467DD2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9680D-E6DE-38C5-F74C-844C8784A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5B22C-29D2-E84F-AC26-7B9813F9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7F907-50FD-1EAD-2293-233EE1CB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7F3BB-CD6B-B028-4249-9BF82766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2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7508A-D061-04D2-5B7F-A62C4E06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3D0C2-55BD-A438-1DE6-D233A8419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15432-4698-AFE0-A86D-E4A8EF862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855B9-CE09-4587-922B-E27910D9CCE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8B436-315B-F4C8-1433-C2DE9A486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97F7E-D7B0-CDE7-00DD-9C1424ABB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4F58A-26BA-43DF-B571-D4D788BB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4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Rectangle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Eye exam equipment">
            <a:extLst>
              <a:ext uri="{FF2B5EF4-FFF2-40B4-BE49-F238E27FC236}">
                <a16:creationId xmlns:a16="http://schemas.microsoft.com/office/drawing/2014/main" id="{AB9619D2-7952-529B-6CB8-BCCB61FA67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C142E-8858-80DE-182A-66A3BAFA7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982360"/>
          </a:xfrm>
        </p:spPr>
        <p:txBody>
          <a:bodyPr>
            <a:normAutofit/>
          </a:bodyPr>
          <a:lstStyle/>
          <a:p>
            <a:r>
              <a:rPr lang="en-US"/>
              <a:t>Amazon S3 Object Lock 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2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1117B-4FCE-1691-EC04-691AA28E5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Versioning Must Be Enabled</a:t>
            </a:r>
            <a:br>
              <a:rPr lang="en-US" sz="4800" b="1"/>
            </a:b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DB049B58-10B5-2801-5349-AC24CF887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14614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720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1A799-4D04-9E76-29C2-A50854B9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 b="1" dirty="0"/>
              <a:t>WORM Model (Write Once, Read Many)</a:t>
            </a:r>
            <a:br>
              <a:rPr lang="en-US" sz="3800" b="1" dirty="0"/>
            </a:br>
            <a:endParaRPr lang="en-US" sz="38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BB3208B-7BD8-81B8-73BB-AF4437262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b="1"/>
              <a:t>Meaning:</a:t>
            </a:r>
            <a:br>
              <a:rPr lang="en-US" sz="2400"/>
            </a:br>
            <a:r>
              <a:rPr lang="en-US" sz="2400"/>
              <a:t>Once a file is written (uploaded), it </a:t>
            </a:r>
            <a:r>
              <a:rPr lang="en-US" sz="2400" b="1"/>
              <a:t>cannot be modified or deleted</a:t>
            </a:r>
            <a:r>
              <a:rPr lang="en-US" sz="2400"/>
              <a:t> — it can only be </a:t>
            </a:r>
            <a:r>
              <a:rPr lang="en-US" sz="2400" b="1"/>
              <a:t>read</a:t>
            </a:r>
            <a:r>
              <a:rPr lang="en-US" sz="2400"/>
              <a:t>.</a:t>
            </a:r>
            <a:br>
              <a:rPr lang="en-US" sz="2400"/>
            </a:br>
            <a:r>
              <a:rPr lang="en-US" sz="2400"/>
              <a:t>This ensures data immutability.</a:t>
            </a:r>
          </a:p>
          <a:p>
            <a:r>
              <a:rPr lang="en-US" sz="2400" b="1"/>
              <a:t>Example:</a:t>
            </a:r>
            <a:br>
              <a:rPr lang="en-US" sz="2400"/>
            </a:br>
            <a:r>
              <a:rPr lang="en-US" sz="2400"/>
              <a:t>File invoice2025.pdf is uploaded with Object Lock enabled.</a:t>
            </a:r>
            <a:br>
              <a:rPr lang="en-US" sz="2400"/>
            </a:br>
            <a:r>
              <a:rPr lang="en-US" sz="2400"/>
              <a:t>Even an administrator </a:t>
            </a:r>
            <a:r>
              <a:rPr lang="en-US" sz="2400" b="1"/>
              <a:t>cannot delete or overwrite</a:t>
            </a:r>
            <a:r>
              <a:rPr lang="en-US" sz="2400"/>
              <a:t> it until the lock expires.</a:t>
            </a:r>
            <a:br>
              <a:rPr lang="en-US" sz="2400"/>
            </a:br>
            <a:r>
              <a:rPr lang="en-US" sz="2400"/>
              <a:t>Only read operations are allowed.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0824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F0482-5692-E3C5-BC87-E0A5B47D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Block Deletion for a Specific Time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6FDECB0C-78C0-E42C-477E-D41F30785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60079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206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87BE2-921A-F7E1-A08F-4EB8AC88F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 b="1"/>
              <a:t>Retention Modes</a:t>
            </a:r>
            <a:br>
              <a:rPr lang="en-US" sz="4600" b="1"/>
            </a:br>
            <a:endParaRPr lang="en-US" sz="4600"/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0BF47F0-1F28-6629-058B-7B7C67860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1500"/>
              <a:t>Amazon S3 Object Lock supports </a:t>
            </a:r>
            <a:r>
              <a:rPr lang="en-US" sz="1500" b="1"/>
              <a:t>two retention modes</a:t>
            </a:r>
            <a:r>
              <a:rPr lang="en-US" sz="1500"/>
              <a:t>:</a:t>
            </a:r>
          </a:p>
          <a:p>
            <a:r>
              <a:rPr lang="en-US" sz="1500" b="1"/>
              <a:t> 1. Compliance Mode</a:t>
            </a:r>
          </a:p>
          <a:p>
            <a:r>
              <a:rPr lang="en-US" sz="1500" b="1"/>
              <a:t>Meaning:</a:t>
            </a:r>
            <a:br>
              <a:rPr lang="en-US" sz="1500"/>
            </a:br>
            <a:r>
              <a:rPr lang="en-US" sz="1500"/>
              <a:t>The </a:t>
            </a:r>
            <a:r>
              <a:rPr lang="en-US" sz="1500" b="1"/>
              <a:t>strongest protection level</a:t>
            </a:r>
            <a:r>
              <a:rPr lang="en-US" sz="1500"/>
              <a:t> — no one (not even the root user) can:</a:t>
            </a:r>
          </a:p>
          <a:p>
            <a:pPr lvl="1"/>
            <a:r>
              <a:rPr lang="en-US" sz="1500"/>
              <a:t>Delete or overwrite the locked object version</a:t>
            </a:r>
          </a:p>
          <a:p>
            <a:pPr lvl="1"/>
            <a:r>
              <a:rPr lang="en-US" sz="1500"/>
              <a:t>Shorten the retention period</a:t>
            </a:r>
          </a:p>
          <a:p>
            <a:pPr lvl="1"/>
            <a:r>
              <a:rPr lang="en-US" sz="1500"/>
              <a:t>Change the lock mode (e.g., from Compliance to Governance)</a:t>
            </a:r>
          </a:p>
          <a:p>
            <a:r>
              <a:rPr lang="en-US" sz="1500" b="1"/>
              <a:t>Example:</a:t>
            </a:r>
            <a:br>
              <a:rPr lang="en-US" sz="1500"/>
            </a:br>
            <a:r>
              <a:rPr lang="en-US" sz="1500"/>
              <a:t>Ali locks audit2024.zip in </a:t>
            </a:r>
            <a:r>
              <a:rPr lang="en-US" sz="1500" b="1"/>
              <a:t>Compliance Mode</a:t>
            </a:r>
            <a:r>
              <a:rPr lang="en-US" sz="1500"/>
              <a:t> for </a:t>
            </a:r>
            <a:r>
              <a:rPr lang="en-US" sz="1500" b="1"/>
              <a:t>2 years</a:t>
            </a:r>
            <a:r>
              <a:rPr lang="en-US" sz="1500"/>
              <a:t>.</a:t>
            </a:r>
            <a:br>
              <a:rPr lang="en-US" sz="1500"/>
            </a:br>
            <a:r>
              <a:rPr lang="en-US" sz="1500"/>
              <a:t>For 2 years:</a:t>
            </a:r>
          </a:p>
          <a:p>
            <a:pPr lvl="1"/>
            <a:r>
              <a:rPr lang="en-US" sz="1500"/>
              <a:t>The file </a:t>
            </a:r>
            <a:r>
              <a:rPr lang="en-US" sz="1500" b="1"/>
              <a:t>cannot be deleted or overwritten</a:t>
            </a:r>
            <a:endParaRPr lang="en-US" sz="1500"/>
          </a:p>
          <a:p>
            <a:pPr lvl="1"/>
            <a:r>
              <a:rPr lang="en-US" sz="1500"/>
              <a:t>The retention period </a:t>
            </a:r>
            <a:r>
              <a:rPr lang="en-US" sz="1500" b="1"/>
              <a:t>cannot be reduced</a:t>
            </a:r>
            <a:endParaRPr lang="en-US" sz="1500"/>
          </a:p>
          <a:p>
            <a:pPr lvl="1"/>
            <a:r>
              <a:rPr lang="en-US" sz="1500"/>
              <a:t>Even the </a:t>
            </a:r>
            <a:r>
              <a:rPr lang="en-US" sz="1500" b="1"/>
              <a:t>root user cannot modify or remove</a:t>
            </a:r>
            <a:r>
              <a:rPr lang="en-US" sz="1500"/>
              <a:t> the lock</a:t>
            </a:r>
          </a:p>
          <a:p>
            <a:r>
              <a:rPr lang="en-US" sz="1500" b="1"/>
              <a:t>Best for:</a:t>
            </a:r>
            <a:r>
              <a:rPr lang="en-US" sz="1500"/>
              <a:t> Legal records, tax files, audit logs, and compliance data.</a:t>
            </a:r>
          </a:p>
          <a:p>
            <a:endParaRPr lang="en-US" sz="1500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D3B371F1-45DF-DFC9-9302-14339DBE4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0" r="31474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9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8BC92-8323-8A04-6631-894B4DC7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/>
              <a:t>2. Governance Mode</a:t>
            </a:r>
            <a:br>
              <a:rPr lang="en-US" sz="4200" b="1"/>
            </a:br>
            <a:endParaRPr lang="en-US" sz="4200"/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58FEF71-0ABD-687E-0C94-40A861BFC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 dirty="0"/>
              <a:t>Meaning:</a:t>
            </a:r>
            <a:br>
              <a:rPr lang="en-US" sz="2200" dirty="0"/>
            </a:br>
            <a:r>
              <a:rPr lang="en-US" sz="2200" dirty="0"/>
              <a:t>A </a:t>
            </a:r>
            <a:r>
              <a:rPr lang="en-US" sz="2200" b="1" dirty="0"/>
              <a:t>flexible protection level</a:t>
            </a:r>
            <a:r>
              <a:rPr lang="en-US" sz="2200" dirty="0"/>
              <a:t>  most users </a:t>
            </a:r>
            <a:r>
              <a:rPr lang="en-US" sz="2200" b="1" dirty="0"/>
              <a:t>cannot delete or modify</a:t>
            </a:r>
            <a:r>
              <a:rPr lang="en-US" sz="2200" dirty="0"/>
              <a:t> the object,</a:t>
            </a:r>
            <a:br>
              <a:rPr lang="en-US" sz="2200" dirty="0"/>
            </a:br>
            <a:r>
              <a:rPr lang="en-US" sz="2200" dirty="0"/>
              <a:t>but certain </a:t>
            </a:r>
            <a:r>
              <a:rPr lang="en-US" sz="2200" b="1" dirty="0"/>
              <a:t>authorized users</a:t>
            </a:r>
            <a:r>
              <a:rPr lang="en-US" sz="2200" dirty="0"/>
              <a:t> can override it if they have special permissions.</a:t>
            </a:r>
          </a:p>
          <a:p>
            <a:r>
              <a:rPr lang="en-US" sz="2200" b="1" dirty="0"/>
              <a:t>Example:</a:t>
            </a:r>
            <a:br>
              <a:rPr lang="en-US" sz="2200" dirty="0"/>
            </a:br>
            <a:r>
              <a:rPr lang="en-US" sz="2200" dirty="0"/>
              <a:t>Adnan locks project.docx in </a:t>
            </a:r>
            <a:r>
              <a:rPr lang="en-US" sz="2200" b="1" dirty="0"/>
              <a:t>Governance Mode</a:t>
            </a:r>
            <a:r>
              <a:rPr lang="en-US" sz="2200" dirty="0"/>
              <a:t> for </a:t>
            </a:r>
            <a:r>
              <a:rPr lang="en-US" sz="2200" b="1" dirty="0"/>
              <a:t>30 days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Normal users </a:t>
            </a:r>
            <a:r>
              <a:rPr lang="en-US" sz="2200" b="1" dirty="0"/>
              <a:t>cannot delete or overwrite</a:t>
            </a:r>
            <a:r>
              <a:rPr lang="en-US" sz="2200" dirty="0"/>
              <a:t> the file</a:t>
            </a:r>
          </a:p>
          <a:p>
            <a:pPr lvl="1"/>
            <a:r>
              <a:rPr lang="en-US" sz="2200" dirty="0"/>
              <a:t>Admins with permission </a:t>
            </a:r>
            <a:r>
              <a:rPr lang="en-US" sz="2200" b="1" dirty="0"/>
              <a:t>s3:BypassGovernanceRetention</a:t>
            </a:r>
            <a:r>
              <a:rPr lang="en-US" sz="2200" dirty="0"/>
              <a:t> can modify or delete it if needed</a:t>
            </a:r>
          </a:p>
          <a:p>
            <a:r>
              <a:rPr lang="en-US" sz="2200" b="1" dirty="0"/>
              <a:t>Best for:</a:t>
            </a:r>
            <a:r>
              <a:rPr lang="en-US" sz="2200" dirty="0"/>
              <a:t> Internal company data, temporary file protection.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47373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52324C-1195-2766-0973-1C3DE80893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r="2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465FC3-FB54-453F-7DB8-FE3130AEC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Retention Period</a:t>
            </a:r>
            <a:br>
              <a:rPr lang="en-US" b="1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A94EC1-890F-E5B7-ED47-86EA9EA56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52009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1444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489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Amazon S3 Object Lock </vt:lpstr>
      <vt:lpstr>Versioning Must Be Enabled </vt:lpstr>
      <vt:lpstr>WORM Model (Write Once, Read Many) </vt:lpstr>
      <vt:lpstr>Block Deletion for a Specific Time </vt:lpstr>
      <vt:lpstr>Retention Modes </vt:lpstr>
      <vt:lpstr>2. Governance Mode </vt:lpstr>
      <vt:lpstr>Retention Period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2025-10-23T07:35:03Z</dcterms:created>
  <dcterms:modified xsi:type="dcterms:W3CDTF">2025-10-23T08:37:23Z</dcterms:modified>
</cp:coreProperties>
</file>