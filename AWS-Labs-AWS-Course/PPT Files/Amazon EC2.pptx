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2AC46A-22E1-4D4F-9474-E12B6DCADFC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A5E503AC-9548-4661-B9F9-CEB3BCCF12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EC2 is one of the most popular of AWS’ offering </a:t>
          </a:r>
        </a:p>
      </dgm:t>
    </dgm:pt>
    <dgm:pt modelId="{DAC77C75-42E8-49D3-BF00-F836CB5E13D7}" type="parTrans" cxnId="{2018CDD9-4EE4-489A-9F8A-9CA7234D59F1}">
      <dgm:prSet/>
      <dgm:spPr/>
      <dgm:t>
        <a:bodyPr/>
        <a:lstStyle/>
        <a:p>
          <a:endParaRPr lang="en-US"/>
        </a:p>
      </dgm:t>
    </dgm:pt>
    <dgm:pt modelId="{FE13CA2F-F6E3-4001-AD6F-541083559EEB}" type="sibTrans" cxnId="{2018CDD9-4EE4-489A-9F8A-9CA7234D59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4C4653-1745-4141-85D0-7D6EFB21D6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EC2 = Elastic Compute Cloud = Infrastructure as a Service</a:t>
          </a:r>
        </a:p>
      </dgm:t>
    </dgm:pt>
    <dgm:pt modelId="{8A4482CC-F00B-4CFB-938F-33CAF37DBD86}" type="parTrans" cxnId="{942C382F-A4E6-4367-9473-C77DCAD77A9F}">
      <dgm:prSet/>
      <dgm:spPr/>
      <dgm:t>
        <a:bodyPr/>
        <a:lstStyle/>
        <a:p>
          <a:endParaRPr lang="en-US"/>
        </a:p>
      </dgm:t>
    </dgm:pt>
    <dgm:pt modelId="{AEC631A5-2EA9-4ED0-A14F-5E68326A38BD}" type="sibTrans" cxnId="{942C382F-A4E6-4367-9473-C77DCAD77A9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CA8076-E7F9-4DF8-8A19-818C48AEF3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It mainly consists in the capability of : </a:t>
          </a:r>
        </a:p>
      </dgm:t>
    </dgm:pt>
    <dgm:pt modelId="{51659C5B-921D-4746-AA11-95C40912D064}" type="parTrans" cxnId="{C8005B19-8D0A-4D90-849E-215CB5487109}">
      <dgm:prSet/>
      <dgm:spPr/>
      <dgm:t>
        <a:bodyPr/>
        <a:lstStyle/>
        <a:p>
          <a:endParaRPr lang="en-US"/>
        </a:p>
      </dgm:t>
    </dgm:pt>
    <dgm:pt modelId="{3EE2A5A4-6740-4814-A7F0-D5B05C46B833}" type="sibTrans" cxnId="{C8005B19-8D0A-4D90-849E-215CB548710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E51ECB-3C91-4BFA-B073-A2F91DE9EA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Renting virtual machines (EC2) </a:t>
          </a:r>
        </a:p>
      </dgm:t>
    </dgm:pt>
    <dgm:pt modelId="{3ABEEDA4-852D-44D8-B2B1-B80BA7E72F82}" type="parTrans" cxnId="{A7E09A33-9343-4E72-80FA-79525C1FEC87}">
      <dgm:prSet/>
      <dgm:spPr/>
      <dgm:t>
        <a:bodyPr/>
        <a:lstStyle/>
        <a:p>
          <a:endParaRPr lang="en-US"/>
        </a:p>
      </dgm:t>
    </dgm:pt>
    <dgm:pt modelId="{8AA055C5-1E19-4665-B54A-1F57275A891F}" type="sibTrans" cxnId="{A7E09A33-9343-4E72-80FA-79525C1FEC8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139302-4DDB-42BD-873A-FDD1F188DE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Storing data on virtual drives (EBS) </a:t>
          </a:r>
        </a:p>
      </dgm:t>
    </dgm:pt>
    <dgm:pt modelId="{0C51A367-973F-457A-989E-4CC0F1E1CAE8}" type="parTrans" cxnId="{E0F7606C-521A-40BE-AE95-BA083E1C6D12}">
      <dgm:prSet/>
      <dgm:spPr/>
      <dgm:t>
        <a:bodyPr/>
        <a:lstStyle/>
        <a:p>
          <a:endParaRPr lang="en-US"/>
        </a:p>
      </dgm:t>
    </dgm:pt>
    <dgm:pt modelId="{7F7C7239-09E5-48FD-B477-03C12F26DAC2}" type="sibTrans" cxnId="{E0F7606C-521A-40BE-AE95-BA083E1C6D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D77F90-853C-4AE9-906E-044199CC7F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Distributing load across machines (ELB) </a:t>
          </a:r>
        </a:p>
      </dgm:t>
    </dgm:pt>
    <dgm:pt modelId="{1B3611B5-5931-4542-AE5F-1F75EEF811BC}" type="parTrans" cxnId="{6FB072EB-991B-4C46-B95F-E889706B86E0}">
      <dgm:prSet/>
      <dgm:spPr/>
      <dgm:t>
        <a:bodyPr/>
        <a:lstStyle/>
        <a:p>
          <a:endParaRPr lang="en-US"/>
        </a:p>
      </dgm:t>
    </dgm:pt>
    <dgm:pt modelId="{2AE25747-D1F8-4675-93CD-F7D0118D0BC7}" type="sibTrans" cxnId="{6FB072EB-991B-4C46-B95F-E889706B86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015902-0ED5-48FD-BE71-0BA8509072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Scaling the services using an auto-scaling group (ASG)</a:t>
          </a:r>
        </a:p>
      </dgm:t>
    </dgm:pt>
    <dgm:pt modelId="{B0C476FC-7687-42BF-8B41-8B08D2052BD4}" type="parTrans" cxnId="{BB5728FF-B137-4D75-8659-C713C749D12A}">
      <dgm:prSet/>
      <dgm:spPr/>
      <dgm:t>
        <a:bodyPr/>
        <a:lstStyle/>
        <a:p>
          <a:endParaRPr lang="en-US"/>
        </a:p>
      </dgm:t>
    </dgm:pt>
    <dgm:pt modelId="{55C80C3E-F8B1-416F-80B4-BEBD1BAA206D}" type="sibTrans" cxnId="{BB5728FF-B137-4D75-8659-C713C749D12A}">
      <dgm:prSet/>
      <dgm:spPr/>
      <dgm:t>
        <a:bodyPr/>
        <a:lstStyle/>
        <a:p>
          <a:endParaRPr lang="en-US"/>
        </a:p>
      </dgm:t>
    </dgm:pt>
    <dgm:pt modelId="{202B1421-1C67-4E71-99D0-A1027CC31773}" type="pres">
      <dgm:prSet presAssocID="{D02AC46A-22E1-4D4F-9474-E12B6DCADFCF}" presName="root" presStyleCnt="0">
        <dgm:presLayoutVars>
          <dgm:dir/>
          <dgm:resizeHandles val="exact"/>
        </dgm:presLayoutVars>
      </dgm:prSet>
      <dgm:spPr/>
    </dgm:pt>
    <dgm:pt modelId="{3EDAFFD6-07FE-42D0-BCCB-E47E2DBFA14B}" type="pres">
      <dgm:prSet presAssocID="{D02AC46A-22E1-4D4F-9474-E12B6DCADFCF}" presName="container" presStyleCnt="0">
        <dgm:presLayoutVars>
          <dgm:dir/>
          <dgm:resizeHandles val="exact"/>
        </dgm:presLayoutVars>
      </dgm:prSet>
      <dgm:spPr/>
    </dgm:pt>
    <dgm:pt modelId="{7D417F60-829B-4754-AB95-B534FE54AED9}" type="pres">
      <dgm:prSet presAssocID="{A5E503AC-9548-4661-B9F9-CEB3BCCF125F}" presName="compNode" presStyleCnt="0"/>
      <dgm:spPr/>
    </dgm:pt>
    <dgm:pt modelId="{B11D8616-C42A-4A48-AF16-F7E50108102A}" type="pres">
      <dgm:prSet presAssocID="{A5E503AC-9548-4661-B9F9-CEB3BCCF125F}" presName="iconBgRect" presStyleLbl="bgShp" presStyleIdx="0" presStyleCnt="7"/>
      <dgm:spPr/>
    </dgm:pt>
    <dgm:pt modelId="{B336C736-5D9F-423C-9D61-F9DCC520A4F5}" type="pres">
      <dgm:prSet presAssocID="{A5E503AC-9548-4661-B9F9-CEB3BCCF125F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FA405CA-E7E3-4AA2-94CE-C873739BCE0E}" type="pres">
      <dgm:prSet presAssocID="{A5E503AC-9548-4661-B9F9-CEB3BCCF125F}" presName="spaceRect" presStyleCnt="0"/>
      <dgm:spPr/>
    </dgm:pt>
    <dgm:pt modelId="{23C950D7-5D30-40D9-9C7B-5528F4D1E99A}" type="pres">
      <dgm:prSet presAssocID="{A5E503AC-9548-4661-B9F9-CEB3BCCF125F}" presName="textRect" presStyleLbl="revTx" presStyleIdx="0" presStyleCnt="7">
        <dgm:presLayoutVars>
          <dgm:chMax val="1"/>
          <dgm:chPref val="1"/>
        </dgm:presLayoutVars>
      </dgm:prSet>
      <dgm:spPr/>
    </dgm:pt>
    <dgm:pt modelId="{D2C16F80-91A9-4572-8B14-F8044C2ACABE}" type="pres">
      <dgm:prSet presAssocID="{FE13CA2F-F6E3-4001-AD6F-541083559EEB}" presName="sibTrans" presStyleLbl="sibTrans2D1" presStyleIdx="0" presStyleCnt="0"/>
      <dgm:spPr/>
    </dgm:pt>
    <dgm:pt modelId="{0838A21E-F571-4D26-83A7-94B57A00FDA7}" type="pres">
      <dgm:prSet presAssocID="{424C4653-1745-4141-85D0-7D6EFB21D6C0}" presName="compNode" presStyleCnt="0"/>
      <dgm:spPr/>
    </dgm:pt>
    <dgm:pt modelId="{A31F2009-744A-4750-B9BF-6F03E9BCCC04}" type="pres">
      <dgm:prSet presAssocID="{424C4653-1745-4141-85D0-7D6EFB21D6C0}" presName="iconBgRect" presStyleLbl="bgShp" presStyleIdx="1" presStyleCnt="7"/>
      <dgm:spPr/>
    </dgm:pt>
    <dgm:pt modelId="{DC244EC0-BAAE-4F98-A426-4872DFA0742E}" type="pres">
      <dgm:prSet presAssocID="{424C4653-1745-4141-85D0-7D6EFB21D6C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2C9D9591-0321-4B1B-9839-345C32D0B8F0}" type="pres">
      <dgm:prSet presAssocID="{424C4653-1745-4141-85D0-7D6EFB21D6C0}" presName="spaceRect" presStyleCnt="0"/>
      <dgm:spPr/>
    </dgm:pt>
    <dgm:pt modelId="{E4566018-7151-47E4-8FDD-6D7BF7049E9B}" type="pres">
      <dgm:prSet presAssocID="{424C4653-1745-4141-85D0-7D6EFB21D6C0}" presName="textRect" presStyleLbl="revTx" presStyleIdx="1" presStyleCnt="7">
        <dgm:presLayoutVars>
          <dgm:chMax val="1"/>
          <dgm:chPref val="1"/>
        </dgm:presLayoutVars>
      </dgm:prSet>
      <dgm:spPr/>
    </dgm:pt>
    <dgm:pt modelId="{2517FEF0-B6E0-4281-B044-3B8184F60C90}" type="pres">
      <dgm:prSet presAssocID="{AEC631A5-2EA9-4ED0-A14F-5E68326A38BD}" presName="sibTrans" presStyleLbl="sibTrans2D1" presStyleIdx="0" presStyleCnt="0"/>
      <dgm:spPr/>
    </dgm:pt>
    <dgm:pt modelId="{7834801C-E31F-4285-9E29-62ABF57FEA99}" type="pres">
      <dgm:prSet presAssocID="{D2CA8076-E7F9-4DF8-8A19-818C48AEF362}" presName="compNode" presStyleCnt="0"/>
      <dgm:spPr/>
    </dgm:pt>
    <dgm:pt modelId="{27A259B9-C1C3-483E-902F-968BFA78AD2E}" type="pres">
      <dgm:prSet presAssocID="{D2CA8076-E7F9-4DF8-8A19-818C48AEF362}" presName="iconBgRect" presStyleLbl="bgShp" presStyleIdx="2" presStyleCnt="7"/>
      <dgm:spPr/>
    </dgm:pt>
    <dgm:pt modelId="{49110BF3-A0DB-4266-A6CF-5307EDA86956}" type="pres">
      <dgm:prSet presAssocID="{D2CA8076-E7F9-4DF8-8A19-818C48AEF36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F565BBA-3536-4E47-B669-036CF6A0F89A}" type="pres">
      <dgm:prSet presAssocID="{D2CA8076-E7F9-4DF8-8A19-818C48AEF362}" presName="spaceRect" presStyleCnt="0"/>
      <dgm:spPr/>
    </dgm:pt>
    <dgm:pt modelId="{01BF2174-319B-4A2F-AF79-B5D8D449D3C7}" type="pres">
      <dgm:prSet presAssocID="{D2CA8076-E7F9-4DF8-8A19-818C48AEF362}" presName="textRect" presStyleLbl="revTx" presStyleIdx="2" presStyleCnt="7">
        <dgm:presLayoutVars>
          <dgm:chMax val="1"/>
          <dgm:chPref val="1"/>
        </dgm:presLayoutVars>
      </dgm:prSet>
      <dgm:spPr/>
    </dgm:pt>
    <dgm:pt modelId="{23364A54-E48D-4CDF-9AE3-C759B1DDD17A}" type="pres">
      <dgm:prSet presAssocID="{3EE2A5A4-6740-4814-A7F0-D5B05C46B833}" presName="sibTrans" presStyleLbl="sibTrans2D1" presStyleIdx="0" presStyleCnt="0"/>
      <dgm:spPr/>
    </dgm:pt>
    <dgm:pt modelId="{8A584183-71F7-47B2-83A2-1AB4432F5B3D}" type="pres">
      <dgm:prSet presAssocID="{9EE51ECB-3C91-4BFA-B073-A2F91DE9EA6D}" presName="compNode" presStyleCnt="0"/>
      <dgm:spPr/>
    </dgm:pt>
    <dgm:pt modelId="{183F1EC8-EA3D-458B-9588-ADFA1D321045}" type="pres">
      <dgm:prSet presAssocID="{9EE51ECB-3C91-4BFA-B073-A2F91DE9EA6D}" presName="iconBgRect" presStyleLbl="bgShp" presStyleIdx="3" presStyleCnt="7"/>
      <dgm:spPr/>
    </dgm:pt>
    <dgm:pt modelId="{6F70C92F-F51E-4C39-B7CC-B7FFEE37615D}" type="pres">
      <dgm:prSet presAssocID="{9EE51ECB-3C91-4BFA-B073-A2F91DE9EA6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F618D5A-76EB-4632-AB67-822F44A1E9EE}" type="pres">
      <dgm:prSet presAssocID="{9EE51ECB-3C91-4BFA-B073-A2F91DE9EA6D}" presName="spaceRect" presStyleCnt="0"/>
      <dgm:spPr/>
    </dgm:pt>
    <dgm:pt modelId="{3BFAF37F-8F5A-4345-8DF0-7013BFB9745F}" type="pres">
      <dgm:prSet presAssocID="{9EE51ECB-3C91-4BFA-B073-A2F91DE9EA6D}" presName="textRect" presStyleLbl="revTx" presStyleIdx="3" presStyleCnt="7">
        <dgm:presLayoutVars>
          <dgm:chMax val="1"/>
          <dgm:chPref val="1"/>
        </dgm:presLayoutVars>
      </dgm:prSet>
      <dgm:spPr/>
    </dgm:pt>
    <dgm:pt modelId="{24711B62-7C40-425B-B186-B6EB0CEDB03D}" type="pres">
      <dgm:prSet presAssocID="{8AA055C5-1E19-4665-B54A-1F57275A891F}" presName="sibTrans" presStyleLbl="sibTrans2D1" presStyleIdx="0" presStyleCnt="0"/>
      <dgm:spPr/>
    </dgm:pt>
    <dgm:pt modelId="{A075BF5D-B557-4E5A-9B59-E1C8D73D1ED0}" type="pres">
      <dgm:prSet presAssocID="{CF139302-4DDB-42BD-873A-FDD1F188DE21}" presName="compNode" presStyleCnt="0"/>
      <dgm:spPr/>
    </dgm:pt>
    <dgm:pt modelId="{5337BB6C-61E2-4A2E-9DC5-4A14C661EFCD}" type="pres">
      <dgm:prSet presAssocID="{CF139302-4DDB-42BD-873A-FDD1F188DE21}" presName="iconBgRect" presStyleLbl="bgShp" presStyleIdx="4" presStyleCnt="7"/>
      <dgm:spPr/>
    </dgm:pt>
    <dgm:pt modelId="{45AF2916-32AA-4D49-B999-7F49ABFBA749}" type="pres">
      <dgm:prSet presAssocID="{CF139302-4DDB-42BD-873A-FDD1F188DE2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360E006-1629-4B65-B280-0C54A62186AE}" type="pres">
      <dgm:prSet presAssocID="{CF139302-4DDB-42BD-873A-FDD1F188DE21}" presName="spaceRect" presStyleCnt="0"/>
      <dgm:spPr/>
    </dgm:pt>
    <dgm:pt modelId="{045BC838-EB96-4D0A-9036-809F65C72E54}" type="pres">
      <dgm:prSet presAssocID="{CF139302-4DDB-42BD-873A-FDD1F188DE21}" presName="textRect" presStyleLbl="revTx" presStyleIdx="4" presStyleCnt="7">
        <dgm:presLayoutVars>
          <dgm:chMax val="1"/>
          <dgm:chPref val="1"/>
        </dgm:presLayoutVars>
      </dgm:prSet>
      <dgm:spPr/>
    </dgm:pt>
    <dgm:pt modelId="{1215D56E-C0EE-4F3F-8BAE-BCC8AF0B070A}" type="pres">
      <dgm:prSet presAssocID="{7F7C7239-09E5-48FD-B477-03C12F26DAC2}" presName="sibTrans" presStyleLbl="sibTrans2D1" presStyleIdx="0" presStyleCnt="0"/>
      <dgm:spPr/>
    </dgm:pt>
    <dgm:pt modelId="{65D9A878-A649-4560-82FD-227E4AB9D103}" type="pres">
      <dgm:prSet presAssocID="{F4D77F90-853C-4AE9-906E-044199CC7F72}" presName="compNode" presStyleCnt="0"/>
      <dgm:spPr/>
    </dgm:pt>
    <dgm:pt modelId="{616C583F-B120-4BF5-9B69-000290EAC964}" type="pres">
      <dgm:prSet presAssocID="{F4D77F90-853C-4AE9-906E-044199CC7F72}" presName="iconBgRect" presStyleLbl="bgShp" presStyleIdx="5" presStyleCnt="7"/>
      <dgm:spPr/>
    </dgm:pt>
    <dgm:pt modelId="{524F7183-8E42-4952-ACB0-C487B708C09E}" type="pres">
      <dgm:prSet presAssocID="{F4D77F90-853C-4AE9-906E-044199CC7F72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88DC118-FD24-4809-931C-DB9572A28E16}" type="pres">
      <dgm:prSet presAssocID="{F4D77F90-853C-4AE9-906E-044199CC7F72}" presName="spaceRect" presStyleCnt="0"/>
      <dgm:spPr/>
    </dgm:pt>
    <dgm:pt modelId="{7EAE8205-45B4-41F5-ABD0-7E559C93DED4}" type="pres">
      <dgm:prSet presAssocID="{F4D77F90-853C-4AE9-906E-044199CC7F72}" presName="textRect" presStyleLbl="revTx" presStyleIdx="5" presStyleCnt="7">
        <dgm:presLayoutVars>
          <dgm:chMax val="1"/>
          <dgm:chPref val="1"/>
        </dgm:presLayoutVars>
      </dgm:prSet>
      <dgm:spPr/>
    </dgm:pt>
    <dgm:pt modelId="{11C5C184-8B9C-47E8-813A-33CDFE3B1EF6}" type="pres">
      <dgm:prSet presAssocID="{2AE25747-D1F8-4675-93CD-F7D0118D0BC7}" presName="sibTrans" presStyleLbl="sibTrans2D1" presStyleIdx="0" presStyleCnt="0"/>
      <dgm:spPr/>
    </dgm:pt>
    <dgm:pt modelId="{371E1A33-2BEA-4E25-BBDB-FA13B68654C8}" type="pres">
      <dgm:prSet presAssocID="{AB015902-0ED5-48FD-BE71-0BA850907288}" presName="compNode" presStyleCnt="0"/>
      <dgm:spPr/>
    </dgm:pt>
    <dgm:pt modelId="{8D284B72-CECF-4A9A-87C0-7E829AFEF631}" type="pres">
      <dgm:prSet presAssocID="{AB015902-0ED5-48FD-BE71-0BA850907288}" presName="iconBgRect" presStyleLbl="bgShp" presStyleIdx="6" presStyleCnt="7"/>
      <dgm:spPr/>
    </dgm:pt>
    <dgm:pt modelId="{AB9A4810-C8DC-4CBA-8C9A-83A920ED5FB1}" type="pres">
      <dgm:prSet presAssocID="{AB015902-0ED5-48FD-BE71-0BA8509072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2634658-34C1-47E6-A06F-4ECF41AEFD7B}" type="pres">
      <dgm:prSet presAssocID="{AB015902-0ED5-48FD-BE71-0BA850907288}" presName="spaceRect" presStyleCnt="0"/>
      <dgm:spPr/>
    </dgm:pt>
    <dgm:pt modelId="{091C9A80-A31E-4215-B719-397ADEEDA3C6}" type="pres">
      <dgm:prSet presAssocID="{AB015902-0ED5-48FD-BE71-0BA85090728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F23F002-71E5-4326-A016-E53DC3A1A8D4}" type="presOf" srcId="{424C4653-1745-4141-85D0-7D6EFB21D6C0}" destId="{E4566018-7151-47E4-8FDD-6D7BF7049E9B}" srcOrd="0" destOrd="0" presId="urn:microsoft.com/office/officeart/2018/2/layout/IconCircleList"/>
    <dgm:cxn modelId="{404B9D14-6AA6-4BC6-B0B3-37CF5AF6D9F1}" type="presOf" srcId="{D2CA8076-E7F9-4DF8-8A19-818C48AEF362}" destId="{01BF2174-319B-4A2F-AF79-B5D8D449D3C7}" srcOrd="0" destOrd="0" presId="urn:microsoft.com/office/officeart/2018/2/layout/IconCircleList"/>
    <dgm:cxn modelId="{C8005B19-8D0A-4D90-849E-215CB5487109}" srcId="{D02AC46A-22E1-4D4F-9474-E12B6DCADFCF}" destId="{D2CA8076-E7F9-4DF8-8A19-818C48AEF362}" srcOrd="2" destOrd="0" parTransId="{51659C5B-921D-4746-AA11-95C40912D064}" sibTransId="{3EE2A5A4-6740-4814-A7F0-D5B05C46B833}"/>
    <dgm:cxn modelId="{39ADFC2B-1292-4D5A-85C7-BB68D88765F4}" type="presOf" srcId="{A5E503AC-9548-4661-B9F9-CEB3BCCF125F}" destId="{23C950D7-5D30-40D9-9C7B-5528F4D1E99A}" srcOrd="0" destOrd="0" presId="urn:microsoft.com/office/officeart/2018/2/layout/IconCircleList"/>
    <dgm:cxn modelId="{942C382F-A4E6-4367-9473-C77DCAD77A9F}" srcId="{D02AC46A-22E1-4D4F-9474-E12B6DCADFCF}" destId="{424C4653-1745-4141-85D0-7D6EFB21D6C0}" srcOrd="1" destOrd="0" parTransId="{8A4482CC-F00B-4CFB-938F-33CAF37DBD86}" sibTransId="{AEC631A5-2EA9-4ED0-A14F-5E68326A38BD}"/>
    <dgm:cxn modelId="{A7E09A33-9343-4E72-80FA-79525C1FEC87}" srcId="{D02AC46A-22E1-4D4F-9474-E12B6DCADFCF}" destId="{9EE51ECB-3C91-4BFA-B073-A2F91DE9EA6D}" srcOrd="3" destOrd="0" parTransId="{3ABEEDA4-852D-44D8-B2B1-B80BA7E72F82}" sibTransId="{8AA055C5-1E19-4665-B54A-1F57275A891F}"/>
    <dgm:cxn modelId="{F0A8A335-B6DB-4615-B8B5-656D6062B7FA}" type="presOf" srcId="{F4D77F90-853C-4AE9-906E-044199CC7F72}" destId="{7EAE8205-45B4-41F5-ABD0-7E559C93DED4}" srcOrd="0" destOrd="0" presId="urn:microsoft.com/office/officeart/2018/2/layout/IconCircleList"/>
    <dgm:cxn modelId="{84618A40-56A5-470B-8C66-A52499B777A7}" type="presOf" srcId="{9EE51ECB-3C91-4BFA-B073-A2F91DE9EA6D}" destId="{3BFAF37F-8F5A-4345-8DF0-7013BFB9745F}" srcOrd="0" destOrd="0" presId="urn:microsoft.com/office/officeart/2018/2/layout/IconCircleList"/>
    <dgm:cxn modelId="{248D545C-5CF9-4594-99E5-FA228BF3B742}" type="presOf" srcId="{AEC631A5-2EA9-4ED0-A14F-5E68326A38BD}" destId="{2517FEF0-B6E0-4281-B044-3B8184F60C90}" srcOrd="0" destOrd="0" presId="urn:microsoft.com/office/officeart/2018/2/layout/IconCircleList"/>
    <dgm:cxn modelId="{307FB365-BFEC-4DC8-B024-7575C9FA45C8}" type="presOf" srcId="{FE13CA2F-F6E3-4001-AD6F-541083559EEB}" destId="{D2C16F80-91A9-4572-8B14-F8044C2ACABE}" srcOrd="0" destOrd="0" presId="urn:microsoft.com/office/officeart/2018/2/layout/IconCircleList"/>
    <dgm:cxn modelId="{E0F7606C-521A-40BE-AE95-BA083E1C6D12}" srcId="{D02AC46A-22E1-4D4F-9474-E12B6DCADFCF}" destId="{CF139302-4DDB-42BD-873A-FDD1F188DE21}" srcOrd="4" destOrd="0" parTransId="{0C51A367-973F-457A-989E-4CC0F1E1CAE8}" sibTransId="{7F7C7239-09E5-48FD-B477-03C12F26DAC2}"/>
    <dgm:cxn modelId="{47E73B71-5687-4CA3-BEE5-9BC20EC685E5}" type="presOf" srcId="{3EE2A5A4-6740-4814-A7F0-D5B05C46B833}" destId="{23364A54-E48D-4CDF-9AE3-C759B1DDD17A}" srcOrd="0" destOrd="0" presId="urn:microsoft.com/office/officeart/2018/2/layout/IconCircleList"/>
    <dgm:cxn modelId="{FF3DE18E-2E71-41BC-A44C-F9349A91E30B}" type="presOf" srcId="{AB015902-0ED5-48FD-BE71-0BA850907288}" destId="{091C9A80-A31E-4215-B719-397ADEEDA3C6}" srcOrd="0" destOrd="0" presId="urn:microsoft.com/office/officeart/2018/2/layout/IconCircleList"/>
    <dgm:cxn modelId="{C72287AF-3D44-42DC-B4BA-3EC707B268E5}" type="presOf" srcId="{8AA055C5-1E19-4665-B54A-1F57275A891F}" destId="{24711B62-7C40-425B-B186-B6EB0CEDB03D}" srcOrd="0" destOrd="0" presId="urn:microsoft.com/office/officeart/2018/2/layout/IconCircleList"/>
    <dgm:cxn modelId="{ED39EEB9-4A82-482F-AFB3-2643DCAEAF3E}" type="presOf" srcId="{D02AC46A-22E1-4D4F-9474-E12B6DCADFCF}" destId="{202B1421-1C67-4E71-99D0-A1027CC31773}" srcOrd="0" destOrd="0" presId="urn:microsoft.com/office/officeart/2018/2/layout/IconCircleList"/>
    <dgm:cxn modelId="{8B70C4CA-4D93-4BF4-9CF3-162F68DF9C7F}" type="presOf" srcId="{7F7C7239-09E5-48FD-B477-03C12F26DAC2}" destId="{1215D56E-C0EE-4F3F-8BAE-BCC8AF0B070A}" srcOrd="0" destOrd="0" presId="urn:microsoft.com/office/officeart/2018/2/layout/IconCircleList"/>
    <dgm:cxn modelId="{2018CDD9-4EE4-489A-9F8A-9CA7234D59F1}" srcId="{D02AC46A-22E1-4D4F-9474-E12B6DCADFCF}" destId="{A5E503AC-9548-4661-B9F9-CEB3BCCF125F}" srcOrd="0" destOrd="0" parTransId="{DAC77C75-42E8-49D3-BF00-F836CB5E13D7}" sibTransId="{FE13CA2F-F6E3-4001-AD6F-541083559EEB}"/>
    <dgm:cxn modelId="{A045F7E1-B917-4910-969A-47E3A0E457D4}" type="presOf" srcId="{2AE25747-D1F8-4675-93CD-F7D0118D0BC7}" destId="{11C5C184-8B9C-47E8-813A-33CDFE3B1EF6}" srcOrd="0" destOrd="0" presId="urn:microsoft.com/office/officeart/2018/2/layout/IconCircleList"/>
    <dgm:cxn modelId="{88D968E4-3401-4575-80D5-7425E174C005}" type="presOf" srcId="{CF139302-4DDB-42BD-873A-FDD1F188DE21}" destId="{045BC838-EB96-4D0A-9036-809F65C72E54}" srcOrd="0" destOrd="0" presId="urn:microsoft.com/office/officeart/2018/2/layout/IconCircleList"/>
    <dgm:cxn modelId="{6FB072EB-991B-4C46-B95F-E889706B86E0}" srcId="{D02AC46A-22E1-4D4F-9474-E12B6DCADFCF}" destId="{F4D77F90-853C-4AE9-906E-044199CC7F72}" srcOrd="5" destOrd="0" parTransId="{1B3611B5-5931-4542-AE5F-1F75EEF811BC}" sibTransId="{2AE25747-D1F8-4675-93CD-F7D0118D0BC7}"/>
    <dgm:cxn modelId="{BB5728FF-B137-4D75-8659-C713C749D12A}" srcId="{D02AC46A-22E1-4D4F-9474-E12B6DCADFCF}" destId="{AB015902-0ED5-48FD-BE71-0BA850907288}" srcOrd="6" destOrd="0" parTransId="{B0C476FC-7687-42BF-8B41-8B08D2052BD4}" sibTransId="{55C80C3E-F8B1-416F-80B4-BEBD1BAA206D}"/>
    <dgm:cxn modelId="{C3BFF4A8-B4C9-4E58-941A-3A23B4D7A010}" type="presParOf" srcId="{202B1421-1C67-4E71-99D0-A1027CC31773}" destId="{3EDAFFD6-07FE-42D0-BCCB-E47E2DBFA14B}" srcOrd="0" destOrd="0" presId="urn:microsoft.com/office/officeart/2018/2/layout/IconCircleList"/>
    <dgm:cxn modelId="{89CB6D1F-173A-4F27-9B24-3B4CB2274108}" type="presParOf" srcId="{3EDAFFD6-07FE-42D0-BCCB-E47E2DBFA14B}" destId="{7D417F60-829B-4754-AB95-B534FE54AED9}" srcOrd="0" destOrd="0" presId="urn:microsoft.com/office/officeart/2018/2/layout/IconCircleList"/>
    <dgm:cxn modelId="{FE479067-137F-4278-98E2-6033EDD76E85}" type="presParOf" srcId="{7D417F60-829B-4754-AB95-B534FE54AED9}" destId="{B11D8616-C42A-4A48-AF16-F7E50108102A}" srcOrd="0" destOrd="0" presId="urn:microsoft.com/office/officeart/2018/2/layout/IconCircleList"/>
    <dgm:cxn modelId="{09498B29-7E4E-47A4-9C83-6BC1B6B39FAC}" type="presParOf" srcId="{7D417F60-829B-4754-AB95-B534FE54AED9}" destId="{B336C736-5D9F-423C-9D61-F9DCC520A4F5}" srcOrd="1" destOrd="0" presId="urn:microsoft.com/office/officeart/2018/2/layout/IconCircleList"/>
    <dgm:cxn modelId="{C6CE67DA-8691-4811-9A28-DD8DF9219A6E}" type="presParOf" srcId="{7D417F60-829B-4754-AB95-B534FE54AED9}" destId="{0FA405CA-E7E3-4AA2-94CE-C873739BCE0E}" srcOrd="2" destOrd="0" presId="urn:microsoft.com/office/officeart/2018/2/layout/IconCircleList"/>
    <dgm:cxn modelId="{F9ED89F0-B2C0-44CF-97B1-315E2542F331}" type="presParOf" srcId="{7D417F60-829B-4754-AB95-B534FE54AED9}" destId="{23C950D7-5D30-40D9-9C7B-5528F4D1E99A}" srcOrd="3" destOrd="0" presId="urn:microsoft.com/office/officeart/2018/2/layout/IconCircleList"/>
    <dgm:cxn modelId="{400B4EB6-3F29-4F60-97D8-19AD491D1C4B}" type="presParOf" srcId="{3EDAFFD6-07FE-42D0-BCCB-E47E2DBFA14B}" destId="{D2C16F80-91A9-4572-8B14-F8044C2ACABE}" srcOrd="1" destOrd="0" presId="urn:microsoft.com/office/officeart/2018/2/layout/IconCircleList"/>
    <dgm:cxn modelId="{665C6F2D-5FCC-41EF-968A-CEEBBC805269}" type="presParOf" srcId="{3EDAFFD6-07FE-42D0-BCCB-E47E2DBFA14B}" destId="{0838A21E-F571-4D26-83A7-94B57A00FDA7}" srcOrd="2" destOrd="0" presId="urn:microsoft.com/office/officeart/2018/2/layout/IconCircleList"/>
    <dgm:cxn modelId="{3A3252B9-D5C1-42BD-9FB0-646A464CF475}" type="presParOf" srcId="{0838A21E-F571-4D26-83A7-94B57A00FDA7}" destId="{A31F2009-744A-4750-B9BF-6F03E9BCCC04}" srcOrd="0" destOrd="0" presId="urn:microsoft.com/office/officeart/2018/2/layout/IconCircleList"/>
    <dgm:cxn modelId="{5BA4CC06-AABC-48A5-9144-024E5834FB06}" type="presParOf" srcId="{0838A21E-F571-4D26-83A7-94B57A00FDA7}" destId="{DC244EC0-BAAE-4F98-A426-4872DFA0742E}" srcOrd="1" destOrd="0" presId="urn:microsoft.com/office/officeart/2018/2/layout/IconCircleList"/>
    <dgm:cxn modelId="{749907FE-96BC-4EDD-9A54-242FA8A265C7}" type="presParOf" srcId="{0838A21E-F571-4D26-83A7-94B57A00FDA7}" destId="{2C9D9591-0321-4B1B-9839-345C32D0B8F0}" srcOrd="2" destOrd="0" presId="urn:microsoft.com/office/officeart/2018/2/layout/IconCircleList"/>
    <dgm:cxn modelId="{B05F501A-72E0-451F-8250-2D8EEA842155}" type="presParOf" srcId="{0838A21E-F571-4D26-83A7-94B57A00FDA7}" destId="{E4566018-7151-47E4-8FDD-6D7BF7049E9B}" srcOrd="3" destOrd="0" presId="urn:microsoft.com/office/officeart/2018/2/layout/IconCircleList"/>
    <dgm:cxn modelId="{52445C25-C38D-4920-AC54-BF65C3E8FFD2}" type="presParOf" srcId="{3EDAFFD6-07FE-42D0-BCCB-E47E2DBFA14B}" destId="{2517FEF0-B6E0-4281-B044-3B8184F60C90}" srcOrd="3" destOrd="0" presId="urn:microsoft.com/office/officeart/2018/2/layout/IconCircleList"/>
    <dgm:cxn modelId="{3E9B6F86-81A3-41AD-B7D8-B351E7A887DD}" type="presParOf" srcId="{3EDAFFD6-07FE-42D0-BCCB-E47E2DBFA14B}" destId="{7834801C-E31F-4285-9E29-62ABF57FEA99}" srcOrd="4" destOrd="0" presId="urn:microsoft.com/office/officeart/2018/2/layout/IconCircleList"/>
    <dgm:cxn modelId="{0B8612DC-5776-4DF1-B475-3D94B7502AF7}" type="presParOf" srcId="{7834801C-E31F-4285-9E29-62ABF57FEA99}" destId="{27A259B9-C1C3-483E-902F-968BFA78AD2E}" srcOrd="0" destOrd="0" presId="urn:microsoft.com/office/officeart/2018/2/layout/IconCircleList"/>
    <dgm:cxn modelId="{D781E33F-9A40-4F46-AE72-2061E3BF48F9}" type="presParOf" srcId="{7834801C-E31F-4285-9E29-62ABF57FEA99}" destId="{49110BF3-A0DB-4266-A6CF-5307EDA86956}" srcOrd="1" destOrd="0" presId="urn:microsoft.com/office/officeart/2018/2/layout/IconCircleList"/>
    <dgm:cxn modelId="{79CC66A1-C904-45EC-B10A-35297CC18CE6}" type="presParOf" srcId="{7834801C-E31F-4285-9E29-62ABF57FEA99}" destId="{CF565BBA-3536-4E47-B669-036CF6A0F89A}" srcOrd="2" destOrd="0" presId="urn:microsoft.com/office/officeart/2018/2/layout/IconCircleList"/>
    <dgm:cxn modelId="{9911FD82-CCDA-45B2-90ED-8F901CEB45D1}" type="presParOf" srcId="{7834801C-E31F-4285-9E29-62ABF57FEA99}" destId="{01BF2174-319B-4A2F-AF79-B5D8D449D3C7}" srcOrd="3" destOrd="0" presId="urn:microsoft.com/office/officeart/2018/2/layout/IconCircleList"/>
    <dgm:cxn modelId="{6AECC0AC-5E5A-4D06-92B5-3E186449FB7A}" type="presParOf" srcId="{3EDAFFD6-07FE-42D0-BCCB-E47E2DBFA14B}" destId="{23364A54-E48D-4CDF-9AE3-C759B1DDD17A}" srcOrd="5" destOrd="0" presId="urn:microsoft.com/office/officeart/2018/2/layout/IconCircleList"/>
    <dgm:cxn modelId="{4C86BC06-6454-4399-BBD2-FD9A871C1181}" type="presParOf" srcId="{3EDAFFD6-07FE-42D0-BCCB-E47E2DBFA14B}" destId="{8A584183-71F7-47B2-83A2-1AB4432F5B3D}" srcOrd="6" destOrd="0" presId="urn:microsoft.com/office/officeart/2018/2/layout/IconCircleList"/>
    <dgm:cxn modelId="{6C8E32D4-A19E-460B-9D78-C0F3BC3F0CF0}" type="presParOf" srcId="{8A584183-71F7-47B2-83A2-1AB4432F5B3D}" destId="{183F1EC8-EA3D-458B-9588-ADFA1D321045}" srcOrd="0" destOrd="0" presId="urn:microsoft.com/office/officeart/2018/2/layout/IconCircleList"/>
    <dgm:cxn modelId="{23E78780-E790-4D43-A47C-0F2E166E25D6}" type="presParOf" srcId="{8A584183-71F7-47B2-83A2-1AB4432F5B3D}" destId="{6F70C92F-F51E-4C39-B7CC-B7FFEE37615D}" srcOrd="1" destOrd="0" presId="urn:microsoft.com/office/officeart/2018/2/layout/IconCircleList"/>
    <dgm:cxn modelId="{4B5AE6C1-189F-45D2-B446-3B4891EF3D7E}" type="presParOf" srcId="{8A584183-71F7-47B2-83A2-1AB4432F5B3D}" destId="{1F618D5A-76EB-4632-AB67-822F44A1E9EE}" srcOrd="2" destOrd="0" presId="urn:microsoft.com/office/officeart/2018/2/layout/IconCircleList"/>
    <dgm:cxn modelId="{52CB8320-79F6-40B9-91A6-8969CB0E5D82}" type="presParOf" srcId="{8A584183-71F7-47B2-83A2-1AB4432F5B3D}" destId="{3BFAF37F-8F5A-4345-8DF0-7013BFB9745F}" srcOrd="3" destOrd="0" presId="urn:microsoft.com/office/officeart/2018/2/layout/IconCircleList"/>
    <dgm:cxn modelId="{4A4EA641-C8FF-4FDD-A18A-1BEBA96301F2}" type="presParOf" srcId="{3EDAFFD6-07FE-42D0-BCCB-E47E2DBFA14B}" destId="{24711B62-7C40-425B-B186-B6EB0CEDB03D}" srcOrd="7" destOrd="0" presId="urn:microsoft.com/office/officeart/2018/2/layout/IconCircleList"/>
    <dgm:cxn modelId="{DC5B91D5-C0E1-4E22-8DC3-3A723B634CF4}" type="presParOf" srcId="{3EDAFFD6-07FE-42D0-BCCB-E47E2DBFA14B}" destId="{A075BF5D-B557-4E5A-9B59-E1C8D73D1ED0}" srcOrd="8" destOrd="0" presId="urn:microsoft.com/office/officeart/2018/2/layout/IconCircleList"/>
    <dgm:cxn modelId="{A080CD35-02F2-4A1A-B209-15D5021BBE12}" type="presParOf" srcId="{A075BF5D-B557-4E5A-9B59-E1C8D73D1ED0}" destId="{5337BB6C-61E2-4A2E-9DC5-4A14C661EFCD}" srcOrd="0" destOrd="0" presId="urn:microsoft.com/office/officeart/2018/2/layout/IconCircleList"/>
    <dgm:cxn modelId="{AC9C3C47-E411-4470-8398-B203D1BF523E}" type="presParOf" srcId="{A075BF5D-B557-4E5A-9B59-E1C8D73D1ED0}" destId="{45AF2916-32AA-4D49-B999-7F49ABFBA749}" srcOrd="1" destOrd="0" presId="urn:microsoft.com/office/officeart/2018/2/layout/IconCircleList"/>
    <dgm:cxn modelId="{EB2F5BB9-113C-4B17-8847-8204539A35C1}" type="presParOf" srcId="{A075BF5D-B557-4E5A-9B59-E1C8D73D1ED0}" destId="{3360E006-1629-4B65-B280-0C54A62186AE}" srcOrd="2" destOrd="0" presId="urn:microsoft.com/office/officeart/2018/2/layout/IconCircleList"/>
    <dgm:cxn modelId="{D2BA34D2-BCC4-4341-979A-E94DEEDEB6E8}" type="presParOf" srcId="{A075BF5D-B557-4E5A-9B59-E1C8D73D1ED0}" destId="{045BC838-EB96-4D0A-9036-809F65C72E54}" srcOrd="3" destOrd="0" presId="urn:microsoft.com/office/officeart/2018/2/layout/IconCircleList"/>
    <dgm:cxn modelId="{19368CC7-9591-4CEA-8049-034CB1AB23B7}" type="presParOf" srcId="{3EDAFFD6-07FE-42D0-BCCB-E47E2DBFA14B}" destId="{1215D56E-C0EE-4F3F-8BAE-BCC8AF0B070A}" srcOrd="9" destOrd="0" presId="urn:microsoft.com/office/officeart/2018/2/layout/IconCircleList"/>
    <dgm:cxn modelId="{DB083529-5111-49EC-916A-F1D0262D6E53}" type="presParOf" srcId="{3EDAFFD6-07FE-42D0-BCCB-E47E2DBFA14B}" destId="{65D9A878-A649-4560-82FD-227E4AB9D103}" srcOrd="10" destOrd="0" presId="urn:microsoft.com/office/officeart/2018/2/layout/IconCircleList"/>
    <dgm:cxn modelId="{155089F3-2426-42FD-9C3A-9EEB1CFAF37B}" type="presParOf" srcId="{65D9A878-A649-4560-82FD-227E4AB9D103}" destId="{616C583F-B120-4BF5-9B69-000290EAC964}" srcOrd="0" destOrd="0" presId="urn:microsoft.com/office/officeart/2018/2/layout/IconCircleList"/>
    <dgm:cxn modelId="{20324DA8-0455-4FA5-8F79-7E3FE6DC89DB}" type="presParOf" srcId="{65D9A878-A649-4560-82FD-227E4AB9D103}" destId="{524F7183-8E42-4952-ACB0-C487B708C09E}" srcOrd="1" destOrd="0" presId="urn:microsoft.com/office/officeart/2018/2/layout/IconCircleList"/>
    <dgm:cxn modelId="{AA56C1A1-193C-434F-8A4E-FC68C2092FEC}" type="presParOf" srcId="{65D9A878-A649-4560-82FD-227E4AB9D103}" destId="{488DC118-FD24-4809-931C-DB9572A28E16}" srcOrd="2" destOrd="0" presId="urn:microsoft.com/office/officeart/2018/2/layout/IconCircleList"/>
    <dgm:cxn modelId="{39CEF97F-AEBE-40EF-855A-CE28516CDFA4}" type="presParOf" srcId="{65D9A878-A649-4560-82FD-227E4AB9D103}" destId="{7EAE8205-45B4-41F5-ABD0-7E559C93DED4}" srcOrd="3" destOrd="0" presId="urn:microsoft.com/office/officeart/2018/2/layout/IconCircleList"/>
    <dgm:cxn modelId="{399E942E-BE7E-4826-8767-C2B4B9F953F6}" type="presParOf" srcId="{3EDAFFD6-07FE-42D0-BCCB-E47E2DBFA14B}" destId="{11C5C184-8B9C-47E8-813A-33CDFE3B1EF6}" srcOrd="11" destOrd="0" presId="urn:microsoft.com/office/officeart/2018/2/layout/IconCircleList"/>
    <dgm:cxn modelId="{417EF2A5-1273-4410-8B9E-E99818D01F93}" type="presParOf" srcId="{3EDAFFD6-07FE-42D0-BCCB-E47E2DBFA14B}" destId="{371E1A33-2BEA-4E25-BBDB-FA13B68654C8}" srcOrd="12" destOrd="0" presId="urn:microsoft.com/office/officeart/2018/2/layout/IconCircleList"/>
    <dgm:cxn modelId="{758BD686-209E-4EA8-9DC8-C0F8E05F3494}" type="presParOf" srcId="{371E1A33-2BEA-4E25-BBDB-FA13B68654C8}" destId="{8D284B72-CECF-4A9A-87C0-7E829AFEF631}" srcOrd="0" destOrd="0" presId="urn:microsoft.com/office/officeart/2018/2/layout/IconCircleList"/>
    <dgm:cxn modelId="{190D0B58-FFFB-4C8B-A3A1-DC5F4A3B5999}" type="presParOf" srcId="{371E1A33-2BEA-4E25-BBDB-FA13B68654C8}" destId="{AB9A4810-C8DC-4CBA-8C9A-83A920ED5FB1}" srcOrd="1" destOrd="0" presId="urn:microsoft.com/office/officeart/2018/2/layout/IconCircleList"/>
    <dgm:cxn modelId="{48CA0E74-403A-4DF2-ACF7-2BBA8EF48564}" type="presParOf" srcId="{371E1A33-2BEA-4E25-BBDB-FA13B68654C8}" destId="{B2634658-34C1-47E6-A06F-4ECF41AEFD7B}" srcOrd="2" destOrd="0" presId="urn:microsoft.com/office/officeart/2018/2/layout/IconCircleList"/>
    <dgm:cxn modelId="{9E1A3677-B9B6-4D9B-A5A6-D4B13C99525D}" type="presParOf" srcId="{371E1A33-2BEA-4E25-BBDB-FA13B68654C8}" destId="{091C9A80-A31E-4215-B719-397ADEEDA3C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30B242-3A48-4BD6-8909-B73AE02B5DE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378232-8AB3-4881-A27F-09E634667730}">
      <dgm:prSet/>
      <dgm:spPr/>
      <dgm:t>
        <a:bodyPr/>
        <a:lstStyle/>
        <a:p>
          <a:r>
            <a:rPr lang="en-US" b="1"/>
            <a:t>Runs Only Once</a:t>
          </a:r>
          <a:endParaRPr lang="en-US"/>
        </a:p>
      </dgm:t>
    </dgm:pt>
    <dgm:pt modelId="{E855F553-6FDB-42FC-9520-9D39D16CE51A}" type="parTrans" cxnId="{00B3AE2B-3CE0-43C1-AAC0-AC3BB1114628}">
      <dgm:prSet/>
      <dgm:spPr/>
      <dgm:t>
        <a:bodyPr/>
        <a:lstStyle/>
        <a:p>
          <a:endParaRPr lang="en-US"/>
        </a:p>
      </dgm:t>
    </dgm:pt>
    <dgm:pt modelId="{13D75479-A3AF-4E51-84AE-546F1AE19EBD}" type="sibTrans" cxnId="{00B3AE2B-3CE0-43C1-AAC0-AC3BB1114628}">
      <dgm:prSet/>
      <dgm:spPr/>
      <dgm:t>
        <a:bodyPr/>
        <a:lstStyle/>
        <a:p>
          <a:endParaRPr lang="en-US"/>
        </a:p>
      </dgm:t>
    </dgm:pt>
    <dgm:pt modelId="{2F7AAC7A-D19E-4F00-85CB-716688758225}">
      <dgm:prSet/>
      <dgm:spPr/>
      <dgm:t>
        <a:bodyPr/>
        <a:lstStyle/>
        <a:p>
          <a:r>
            <a:rPr lang="en-US"/>
            <a:t>User Data runs when the instance starts for the first time.</a:t>
          </a:r>
        </a:p>
      </dgm:t>
    </dgm:pt>
    <dgm:pt modelId="{0BFBA0B4-0DD9-42CC-AE67-6EFA7643B545}" type="parTrans" cxnId="{B34A35CF-35C6-4B34-B69F-7D322FCADE9A}">
      <dgm:prSet/>
      <dgm:spPr/>
      <dgm:t>
        <a:bodyPr/>
        <a:lstStyle/>
        <a:p>
          <a:endParaRPr lang="en-US"/>
        </a:p>
      </dgm:t>
    </dgm:pt>
    <dgm:pt modelId="{5DB26714-FEBE-437D-986E-CA234A8F2C87}" type="sibTrans" cxnId="{B34A35CF-35C6-4B34-B69F-7D322FCADE9A}">
      <dgm:prSet/>
      <dgm:spPr/>
      <dgm:t>
        <a:bodyPr/>
        <a:lstStyle/>
        <a:p>
          <a:endParaRPr lang="en-US"/>
        </a:p>
      </dgm:t>
    </dgm:pt>
    <dgm:pt modelId="{A7F025D8-0330-4D4E-8DBE-88E33DE8BFDD}">
      <dgm:prSet/>
      <dgm:spPr/>
      <dgm:t>
        <a:bodyPr/>
        <a:lstStyle/>
        <a:p>
          <a:r>
            <a:rPr lang="en-US"/>
            <a:t>If you reboot the instance later, it will not run again by default.</a:t>
          </a:r>
        </a:p>
      </dgm:t>
    </dgm:pt>
    <dgm:pt modelId="{F1E9BF23-F9B6-442A-80FF-D5E98B7ABD57}" type="parTrans" cxnId="{6D65D7F2-E8FE-41DF-A940-F20F9BE7305A}">
      <dgm:prSet/>
      <dgm:spPr/>
      <dgm:t>
        <a:bodyPr/>
        <a:lstStyle/>
        <a:p>
          <a:endParaRPr lang="en-US"/>
        </a:p>
      </dgm:t>
    </dgm:pt>
    <dgm:pt modelId="{FEB1071E-E562-48AF-BC68-1B359B2D66CC}" type="sibTrans" cxnId="{6D65D7F2-E8FE-41DF-A940-F20F9BE7305A}">
      <dgm:prSet/>
      <dgm:spPr/>
      <dgm:t>
        <a:bodyPr/>
        <a:lstStyle/>
        <a:p>
          <a:endParaRPr lang="en-US"/>
        </a:p>
      </dgm:t>
    </dgm:pt>
    <dgm:pt modelId="{90166E42-0836-4BEA-9C2E-E3F8D0D87DBC}">
      <dgm:prSet/>
      <dgm:spPr/>
      <dgm:t>
        <a:bodyPr/>
        <a:lstStyle/>
        <a:p>
          <a:r>
            <a:rPr lang="en-US" b="1"/>
            <a:t>Runs as Root User</a:t>
          </a:r>
          <a:endParaRPr lang="en-US"/>
        </a:p>
      </dgm:t>
    </dgm:pt>
    <dgm:pt modelId="{9407C453-A892-45E3-9CE5-621864A274DF}" type="parTrans" cxnId="{358E3194-5803-4D01-ABD4-997328CBBBE2}">
      <dgm:prSet/>
      <dgm:spPr/>
      <dgm:t>
        <a:bodyPr/>
        <a:lstStyle/>
        <a:p>
          <a:endParaRPr lang="en-US"/>
        </a:p>
      </dgm:t>
    </dgm:pt>
    <dgm:pt modelId="{747A27EF-22BD-4DA9-8662-1D18B28283C4}" type="sibTrans" cxnId="{358E3194-5803-4D01-ABD4-997328CBBBE2}">
      <dgm:prSet/>
      <dgm:spPr/>
      <dgm:t>
        <a:bodyPr/>
        <a:lstStyle/>
        <a:p>
          <a:endParaRPr lang="en-US"/>
        </a:p>
      </dgm:t>
    </dgm:pt>
    <dgm:pt modelId="{73A27E44-35A2-41C1-AEA9-6379BA3AE66A}">
      <dgm:prSet/>
      <dgm:spPr/>
      <dgm:t>
        <a:bodyPr/>
        <a:lstStyle/>
        <a:p>
          <a:r>
            <a:rPr lang="en-US"/>
            <a:t>The script executes with root/admin permissions.</a:t>
          </a:r>
        </a:p>
      </dgm:t>
    </dgm:pt>
    <dgm:pt modelId="{93F2C92D-ECF7-4F9B-8ABD-D2D40221904E}" type="parTrans" cxnId="{524DD4A3-AAD3-4D24-A67F-CF72913BA038}">
      <dgm:prSet/>
      <dgm:spPr/>
      <dgm:t>
        <a:bodyPr/>
        <a:lstStyle/>
        <a:p>
          <a:endParaRPr lang="en-US"/>
        </a:p>
      </dgm:t>
    </dgm:pt>
    <dgm:pt modelId="{383FA375-4019-40AF-9E4C-16839171744D}" type="sibTrans" cxnId="{524DD4A3-AAD3-4D24-A67F-CF72913BA038}">
      <dgm:prSet/>
      <dgm:spPr/>
      <dgm:t>
        <a:bodyPr/>
        <a:lstStyle/>
        <a:p>
          <a:endParaRPr lang="en-US"/>
        </a:p>
      </dgm:t>
    </dgm:pt>
    <dgm:pt modelId="{6B9C4E04-47B7-4B7E-8F6F-1A5B950D5998}">
      <dgm:prSet/>
      <dgm:spPr/>
      <dgm:t>
        <a:bodyPr/>
        <a:lstStyle/>
        <a:p>
          <a:r>
            <a:rPr lang="en-US"/>
            <a:t>So it can install software, update system, and change settings.</a:t>
          </a:r>
        </a:p>
      </dgm:t>
    </dgm:pt>
    <dgm:pt modelId="{7FCEB35B-B25B-449E-84CB-88827116F7EB}" type="parTrans" cxnId="{548865FC-05A8-43E1-A01A-B83D9CE5AB32}">
      <dgm:prSet/>
      <dgm:spPr/>
      <dgm:t>
        <a:bodyPr/>
        <a:lstStyle/>
        <a:p>
          <a:endParaRPr lang="en-US"/>
        </a:p>
      </dgm:t>
    </dgm:pt>
    <dgm:pt modelId="{032B74DD-730E-4D1C-B61C-4F0C0F2D172D}" type="sibTrans" cxnId="{548865FC-05A8-43E1-A01A-B83D9CE5AB32}">
      <dgm:prSet/>
      <dgm:spPr/>
      <dgm:t>
        <a:bodyPr/>
        <a:lstStyle/>
        <a:p>
          <a:endParaRPr lang="en-US"/>
        </a:p>
      </dgm:t>
    </dgm:pt>
    <dgm:pt modelId="{5DB878CD-FDA2-42E1-8555-81BB2BA7CB03}">
      <dgm:prSet/>
      <dgm:spPr/>
      <dgm:t>
        <a:bodyPr/>
        <a:lstStyle/>
        <a:p>
          <a:r>
            <a:rPr lang="en-US" b="1"/>
            <a:t>Use Cases (Examples)</a:t>
          </a:r>
          <a:endParaRPr lang="en-US"/>
        </a:p>
      </dgm:t>
    </dgm:pt>
    <dgm:pt modelId="{AF36A75C-EA6B-4C66-8845-983200BCAEB5}" type="parTrans" cxnId="{C4CFEAD5-EDAB-4A89-BE40-BD11EBF8BC9C}">
      <dgm:prSet/>
      <dgm:spPr/>
      <dgm:t>
        <a:bodyPr/>
        <a:lstStyle/>
        <a:p>
          <a:endParaRPr lang="en-US"/>
        </a:p>
      </dgm:t>
    </dgm:pt>
    <dgm:pt modelId="{FE03B6EA-3025-4798-A150-7B8BF2B2CC96}" type="sibTrans" cxnId="{C4CFEAD5-EDAB-4A89-BE40-BD11EBF8BC9C}">
      <dgm:prSet/>
      <dgm:spPr/>
      <dgm:t>
        <a:bodyPr/>
        <a:lstStyle/>
        <a:p>
          <a:endParaRPr lang="en-US"/>
        </a:p>
      </dgm:t>
    </dgm:pt>
    <dgm:pt modelId="{F2D120CD-60FF-4EE4-8538-51DA44C190ED}">
      <dgm:prSet/>
      <dgm:spPr/>
      <dgm:t>
        <a:bodyPr/>
        <a:lstStyle/>
        <a:p>
          <a:r>
            <a:rPr lang="en-US"/>
            <a:t>Installing Updates → yum update -y (Linux)</a:t>
          </a:r>
        </a:p>
      </dgm:t>
    </dgm:pt>
    <dgm:pt modelId="{3C7114AD-D282-493E-9C1A-65508852C9D8}" type="parTrans" cxnId="{FC5C84EE-7815-4738-8041-5354D9903FC2}">
      <dgm:prSet/>
      <dgm:spPr/>
      <dgm:t>
        <a:bodyPr/>
        <a:lstStyle/>
        <a:p>
          <a:endParaRPr lang="en-US"/>
        </a:p>
      </dgm:t>
    </dgm:pt>
    <dgm:pt modelId="{198B85D3-07A7-425B-8C52-1D77A7242CFB}" type="sibTrans" cxnId="{FC5C84EE-7815-4738-8041-5354D9903FC2}">
      <dgm:prSet/>
      <dgm:spPr/>
      <dgm:t>
        <a:bodyPr/>
        <a:lstStyle/>
        <a:p>
          <a:endParaRPr lang="en-US"/>
        </a:p>
      </dgm:t>
    </dgm:pt>
    <dgm:pt modelId="{DFB155CE-F30B-4F42-90C4-9B7ADCCB9FD3}">
      <dgm:prSet/>
      <dgm:spPr/>
      <dgm:t>
        <a:bodyPr/>
        <a:lstStyle/>
        <a:p>
          <a:r>
            <a:rPr lang="en-US"/>
            <a:t>Installing Software → Apache, MySQL, Nginx, etc.</a:t>
          </a:r>
        </a:p>
      </dgm:t>
    </dgm:pt>
    <dgm:pt modelId="{E58EE9EC-C161-4E7C-87AD-44C588433485}" type="parTrans" cxnId="{2CF6949F-FB5B-499D-A87C-FC741C64F885}">
      <dgm:prSet/>
      <dgm:spPr/>
      <dgm:t>
        <a:bodyPr/>
        <a:lstStyle/>
        <a:p>
          <a:endParaRPr lang="en-US"/>
        </a:p>
      </dgm:t>
    </dgm:pt>
    <dgm:pt modelId="{2CB9DAB9-17D2-4AFB-915C-28085FA09DBF}" type="sibTrans" cxnId="{2CF6949F-FB5B-499D-A87C-FC741C64F885}">
      <dgm:prSet/>
      <dgm:spPr/>
      <dgm:t>
        <a:bodyPr/>
        <a:lstStyle/>
        <a:p>
          <a:endParaRPr lang="en-US"/>
        </a:p>
      </dgm:t>
    </dgm:pt>
    <dgm:pt modelId="{DA7152C9-D95F-4CAC-A9E4-E4097F5A1F06}">
      <dgm:prSet/>
      <dgm:spPr/>
      <dgm:t>
        <a:bodyPr/>
        <a:lstStyle/>
        <a:p>
          <a:r>
            <a:rPr lang="en-US"/>
            <a:t>Downloading Files → from internet (e.g., GitHub, S3).</a:t>
          </a:r>
        </a:p>
      </dgm:t>
    </dgm:pt>
    <dgm:pt modelId="{560B7282-5951-43E6-8D4A-6EAA5C2D388F}" type="parTrans" cxnId="{978703F8-E011-4B15-B870-1CFF11C07D6A}">
      <dgm:prSet/>
      <dgm:spPr/>
      <dgm:t>
        <a:bodyPr/>
        <a:lstStyle/>
        <a:p>
          <a:endParaRPr lang="en-US"/>
        </a:p>
      </dgm:t>
    </dgm:pt>
    <dgm:pt modelId="{CF60C47E-5358-4A57-989C-98EB944DBB28}" type="sibTrans" cxnId="{978703F8-E011-4B15-B870-1CFF11C07D6A}">
      <dgm:prSet/>
      <dgm:spPr/>
      <dgm:t>
        <a:bodyPr/>
        <a:lstStyle/>
        <a:p>
          <a:endParaRPr lang="en-US"/>
        </a:p>
      </dgm:t>
    </dgm:pt>
    <dgm:pt modelId="{91A10F42-9676-431C-B626-213A72BF0AB9}">
      <dgm:prSet/>
      <dgm:spPr/>
      <dgm:t>
        <a:bodyPr/>
        <a:lstStyle/>
        <a:p>
          <a:r>
            <a:rPr lang="en-US"/>
            <a:t>Custom Setup → create users, set environment variables, etc.</a:t>
          </a:r>
        </a:p>
      </dgm:t>
    </dgm:pt>
    <dgm:pt modelId="{6559E1B3-FB0C-4CBD-959A-558694A0E076}" type="parTrans" cxnId="{64EA8C75-E0BF-456A-A6A4-693F4B763B23}">
      <dgm:prSet/>
      <dgm:spPr/>
      <dgm:t>
        <a:bodyPr/>
        <a:lstStyle/>
        <a:p>
          <a:endParaRPr lang="en-US"/>
        </a:p>
      </dgm:t>
    </dgm:pt>
    <dgm:pt modelId="{3573C80D-04C1-4757-8BD2-74A7878B67BA}" type="sibTrans" cxnId="{64EA8C75-E0BF-456A-A6A4-693F4B763B23}">
      <dgm:prSet/>
      <dgm:spPr/>
      <dgm:t>
        <a:bodyPr/>
        <a:lstStyle/>
        <a:p>
          <a:endParaRPr lang="en-US"/>
        </a:p>
      </dgm:t>
    </dgm:pt>
    <dgm:pt modelId="{5465754B-4859-47FD-9609-C59EF6AEE130}" type="pres">
      <dgm:prSet presAssocID="{0C30B242-3A48-4BD6-8909-B73AE02B5DEA}" presName="linear" presStyleCnt="0">
        <dgm:presLayoutVars>
          <dgm:dir/>
          <dgm:animLvl val="lvl"/>
          <dgm:resizeHandles val="exact"/>
        </dgm:presLayoutVars>
      </dgm:prSet>
      <dgm:spPr/>
    </dgm:pt>
    <dgm:pt modelId="{A26B2654-4616-4398-86E8-13693CBDA449}" type="pres">
      <dgm:prSet presAssocID="{F7378232-8AB3-4881-A27F-09E634667730}" presName="parentLin" presStyleCnt="0"/>
      <dgm:spPr/>
    </dgm:pt>
    <dgm:pt modelId="{95DAE252-5AA2-4217-AFD2-B2E9C434EAE4}" type="pres">
      <dgm:prSet presAssocID="{F7378232-8AB3-4881-A27F-09E634667730}" presName="parentLeftMargin" presStyleLbl="node1" presStyleIdx="0" presStyleCnt="3"/>
      <dgm:spPr/>
    </dgm:pt>
    <dgm:pt modelId="{ACA8F91D-69F0-4835-9650-CEDED71D8AC0}" type="pres">
      <dgm:prSet presAssocID="{F7378232-8AB3-4881-A27F-09E63466773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88213D-5FC3-4717-8F6B-C7422C34F520}" type="pres">
      <dgm:prSet presAssocID="{F7378232-8AB3-4881-A27F-09E634667730}" presName="negativeSpace" presStyleCnt="0"/>
      <dgm:spPr/>
    </dgm:pt>
    <dgm:pt modelId="{D1AA102F-9209-4D4C-BB4C-0EE5E6C18E13}" type="pres">
      <dgm:prSet presAssocID="{F7378232-8AB3-4881-A27F-09E634667730}" presName="childText" presStyleLbl="conFgAcc1" presStyleIdx="0" presStyleCnt="3">
        <dgm:presLayoutVars>
          <dgm:bulletEnabled val="1"/>
        </dgm:presLayoutVars>
      </dgm:prSet>
      <dgm:spPr/>
    </dgm:pt>
    <dgm:pt modelId="{AB22C96D-4C6E-4A1F-816C-B37F2B4551DB}" type="pres">
      <dgm:prSet presAssocID="{13D75479-A3AF-4E51-84AE-546F1AE19EBD}" presName="spaceBetweenRectangles" presStyleCnt="0"/>
      <dgm:spPr/>
    </dgm:pt>
    <dgm:pt modelId="{EC492404-F704-4AA1-BFFD-5B24E79E3B4D}" type="pres">
      <dgm:prSet presAssocID="{90166E42-0836-4BEA-9C2E-E3F8D0D87DBC}" presName="parentLin" presStyleCnt="0"/>
      <dgm:spPr/>
    </dgm:pt>
    <dgm:pt modelId="{0CFF3273-2490-4052-A733-7F39B308DEC1}" type="pres">
      <dgm:prSet presAssocID="{90166E42-0836-4BEA-9C2E-E3F8D0D87DBC}" presName="parentLeftMargin" presStyleLbl="node1" presStyleIdx="0" presStyleCnt="3"/>
      <dgm:spPr/>
    </dgm:pt>
    <dgm:pt modelId="{8E4A9550-98F2-49AF-95FF-40A70BB84A17}" type="pres">
      <dgm:prSet presAssocID="{90166E42-0836-4BEA-9C2E-E3F8D0D87DB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20E54A-E80B-463A-8C99-7F440C9BD8BD}" type="pres">
      <dgm:prSet presAssocID="{90166E42-0836-4BEA-9C2E-E3F8D0D87DBC}" presName="negativeSpace" presStyleCnt="0"/>
      <dgm:spPr/>
    </dgm:pt>
    <dgm:pt modelId="{35439C1A-3E1D-4FE5-BE2B-7315258016D1}" type="pres">
      <dgm:prSet presAssocID="{90166E42-0836-4BEA-9C2E-E3F8D0D87DBC}" presName="childText" presStyleLbl="conFgAcc1" presStyleIdx="1" presStyleCnt="3">
        <dgm:presLayoutVars>
          <dgm:bulletEnabled val="1"/>
        </dgm:presLayoutVars>
      </dgm:prSet>
      <dgm:spPr/>
    </dgm:pt>
    <dgm:pt modelId="{7DAF2A72-F253-4B6C-B8B3-32D88348FAB8}" type="pres">
      <dgm:prSet presAssocID="{747A27EF-22BD-4DA9-8662-1D18B28283C4}" presName="spaceBetweenRectangles" presStyleCnt="0"/>
      <dgm:spPr/>
    </dgm:pt>
    <dgm:pt modelId="{BC379387-AAF5-4E45-AD8A-B4B754A475CC}" type="pres">
      <dgm:prSet presAssocID="{5DB878CD-FDA2-42E1-8555-81BB2BA7CB03}" presName="parentLin" presStyleCnt="0"/>
      <dgm:spPr/>
    </dgm:pt>
    <dgm:pt modelId="{CAC8996E-BD7F-4EC5-8014-3687851F9DA1}" type="pres">
      <dgm:prSet presAssocID="{5DB878CD-FDA2-42E1-8555-81BB2BA7CB03}" presName="parentLeftMargin" presStyleLbl="node1" presStyleIdx="1" presStyleCnt="3"/>
      <dgm:spPr/>
    </dgm:pt>
    <dgm:pt modelId="{00089483-4911-48DD-86DA-1C1DBD38FC11}" type="pres">
      <dgm:prSet presAssocID="{5DB878CD-FDA2-42E1-8555-81BB2BA7CB0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7414C2E-AE1E-4327-9688-720BAA14028A}" type="pres">
      <dgm:prSet presAssocID="{5DB878CD-FDA2-42E1-8555-81BB2BA7CB03}" presName="negativeSpace" presStyleCnt="0"/>
      <dgm:spPr/>
    </dgm:pt>
    <dgm:pt modelId="{A40130AE-FC8E-4A57-95C7-0CD7F6A1183B}" type="pres">
      <dgm:prSet presAssocID="{5DB878CD-FDA2-42E1-8555-81BB2BA7CB0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59FEF02-03D5-4115-8E69-8FD63DC5EECE}" type="presOf" srcId="{90166E42-0836-4BEA-9C2E-E3F8D0D87DBC}" destId="{0CFF3273-2490-4052-A733-7F39B308DEC1}" srcOrd="0" destOrd="0" presId="urn:microsoft.com/office/officeart/2005/8/layout/list1"/>
    <dgm:cxn modelId="{FB17C704-39D3-4A76-88FB-35298C44CA94}" type="presOf" srcId="{A7F025D8-0330-4D4E-8DBE-88E33DE8BFDD}" destId="{D1AA102F-9209-4D4C-BB4C-0EE5E6C18E13}" srcOrd="0" destOrd="1" presId="urn:microsoft.com/office/officeart/2005/8/layout/list1"/>
    <dgm:cxn modelId="{306B400B-3C3A-42DE-8A25-8ABCFEBA1A3D}" type="presOf" srcId="{5DB878CD-FDA2-42E1-8555-81BB2BA7CB03}" destId="{00089483-4911-48DD-86DA-1C1DBD38FC11}" srcOrd="1" destOrd="0" presId="urn:microsoft.com/office/officeart/2005/8/layout/list1"/>
    <dgm:cxn modelId="{E2F23A19-16A2-4976-BF7F-E2A182468630}" type="presOf" srcId="{F7378232-8AB3-4881-A27F-09E634667730}" destId="{95DAE252-5AA2-4217-AFD2-B2E9C434EAE4}" srcOrd="0" destOrd="0" presId="urn:microsoft.com/office/officeart/2005/8/layout/list1"/>
    <dgm:cxn modelId="{34A4AE23-BAB6-4E42-8299-C2F8AB7483AE}" type="presOf" srcId="{6B9C4E04-47B7-4B7E-8F6F-1A5B950D5998}" destId="{35439C1A-3E1D-4FE5-BE2B-7315258016D1}" srcOrd="0" destOrd="1" presId="urn:microsoft.com/office/officeart/2005/8/layout/list1"/>
    <dgm:cxn modelId="{00B3AE2B-3CE0-43C1-AAC0-AC3BB1114628}" srcId="{0C30B242-3A48-4BD6-8909-B73AE02B5DEA}" destId="{F7378232-8AB3-4881-A27F-09E634667730}" srcOrd="0" destOrd="0" parTransId="{E855F553-6FDB-42FC-9520-9D39D16CE51A}" sibTransId="{13D75479-A3AF-4E51-84AE-546F1AE19EBD}"/>
    <dgm:cxn modelId="{7E47D55E-A694-4D71-A873-70782BFF5D55}" type="presOf" srcId="{DFB155CE-F30B-4F42-90C4-9B7ADCCB9FD3}" destId="{A40130AE-FC8E-4A57-95C7-0CD7F6A1183B}" srcOrd="0" destOrd="1" presId="urn:microsoft.com/office/officeart/2005/8/layout/list1"/>
    <dgm:cxn modelId="{CD200A62-C152-4C76-86B2-80D4E9BDF006}" type="presOf" srcId="{73A27E44-35A2-41C1-AEA9-6379BA3AE66A}" destId="{35439C1A-3E1D-4FE5-BE2B-7315258016D1}" srcOrd="0" destOrd="0" presId="urn:microsoft.com/office/officeart/2005/8/layout/list1"/>
    <dgm:cxn modelId="{DB428666-87A9-45E0-A8F3-676CDE1A0115}" type="presOf" srcId="{F7378232-8AB3-4881-A27F-09E634667730}" destId="{ACA8F91D-69F0-4835-9650-CEDED71D8AC0}" srcOrd="1" destOrd="0" presId="urn:microsoft.com/office/officeart/2005/8/layout/list1"/>
    <dgm:cxn modelId="{5690F66D-43FC-4543-9250-F0FA7965AEF1}" type="presOf" srcId="{91A10F42-9676-431C-B626-213A72BF0AB9}" destId="{A40130AE-FC8E-4A57-95C7-0CD7F6A1183B}" srcOrd="0" destOrd="3" presId="urn:microsoft.com/office/officeart/2005/8/layout/list1"/>
    <dgm:cxn modelId="{64EA8C75-E0BF-456A-A6A4-693F4B763B23}" srcId="{5DB878CD-FDA2-42E1-8555-81BB2BA7CB03}" destId="{91A10F42-9676-431C-B626-213A72BF0AB9}" srcOrd="3" destOrd="0" parTransId="{6559E1B3-FB0C-4CBD-959A-558694A0E076}" sibTransId="{3573C80D-04C1-4757-8BD2-74A7878B67BA}"/>
    <dgm:cxn modelId="{9F4DE08C-F0EF-4B4B-897F-3F54D000C908}" type="presOf" srcId="{DA7152C9-D95F-4CAC-A9E4-E4097F5A1F06}" destId="{A40130AE-FC8E-4A57-95C7-0CD7F6A1183B}" srcOrd="0" destOrd="2" presId="urn:microsoft.com/office/officeart/2005/8/layout/list1"/>
    <dgm:cxn modelId="{848F7E8F-8E9F-4D21-8787-44B1ED95543B}" type="presOf" srcId="{90166E42-0836-4BEA-9C2E-E3F8D0D87DBC}" destId="{8E4A9550-98F2-49AF-95FF-40A70BB84A17}" srcOrd="1" destOrd="0" presId="urn:microsoft.com/office/officeart/2005/8/layout/list1"/>
    <dgm:cxn modelId="{608AE793-261A-40D6-BD72-DD6C235B5BD4}" type="presOf" srcId="{2F7AAC7A-D19E-4F00-85CB-716688758225}" destId="{D1AA102F-9209-4D4C-BB4C-0EE5E6C18E13}" srcOrd="0" destOrd="0" presId="urn:microsoft.com/office/officeart/2005/8/layout/list1"/>
    <dgm:cxn modelId="{358E3194-5803-4D01-ABD4-997328CBBBE2}" srcId="{0C30B242-3A48-4BD6-8909-B73AE02B5DEA}" destId="{90166E42-0836-4BEA-9C2E-E3F8D0D87DBC}" srcOrd="1" destOrd="0" parTransId="{9407C453-A892-45E3-9CE5-621864A274DF}" sibTransId="{747A27EF-22BD-4DA9-8662-1D18B28283C4}"/>
    <dgm:cxn modelId="{2CF6949F-FB5B-499D-A87C-FC741C64F885}" srcId="{5DB878CD-FDA2-42E1-8555-81BB2BA7CB03}" destId="{DFB155CE-F30B-4F42-90C4-9B7ADCCB9FD3}" srcOrd="1" destOrd="0" parTransId="{E58EE9EC-C161-4E7C-87AD-44C588433485}" sibTransId="{2CB9DAB9-17D2-4AFB-915C-28085FA09DBF}"/>
    <dgm:cxn modelId="{524DD4A3-AAD3-4D24-A67F-CF72913BA038}" srcId="{90166E42-0836-4BEA-9C2E-E3F8D0D87DBC}" destId="{73A27E44-35A2-41C1-AEA9-6379BA3AE66A}" srcOrd="0" destOrd="0" parTransId="{93F2C92D-ECF7-4F9B-8ABD-D2D40221904E}" sibTransId="{383FA375-4019-40AF-9E4C-16839171744D}"/>
    <dgm:cxn modelId="{D6A268A9-8062-4BCF-AF65-C42D6833251C}" type="presOf" srcId="{F2D120CD-60FF-4EE4-8538-51DA44C190ED}" destId="{A40130AE-FC8E-4A57-95C7-0CD7F6A1183B}" srcOrd="0" destOrd="0" presId="urn:microsoft.com/office/officeart/2005/8/layout/list1"/>
    <dgm:cxn modelId="{CB2272C0-69E1-4BAA-BAB4-09319BC01693}" type="presOf" srcId="{0C30B242-3A48-4BD6-8909-B73AE02B5DEA}" destId="{5465754B-4859-47FD-9609-C59EF6AEE130}" srcOrd="0" destOrd="0" presId="urn:microsoft.com/office/officeart/2005/8/layout/list1"/>
    <dgm:cxn modelId="{B34A35CF-35C6-4B34-B69F-7D322FCADE9A}" srcId="{F7378232-8AB3-4881-A27F-09E634667730}" destId="{2F7AAC7A-D19E-4F00-85CB-716688758225}" srcOrd="0" destOrd="0" parTransId="{0BFBA0B4-0DD9-42CC-AE67-6EFA7643B545}" sibTransId="{5DB26714-FEBE-437D-986E-CA234A8F2C87}"/>
    <dgm:cxn modelId="{C4CFEAD5-EDAB-4A89-BE40-BD11EBF8BC9C}" srcId="{0C30B242-3A48-4BD6-8909-B73AE02B5DEA}" destId="{5DB878CD-FDA2-42E1-8555-81BB2BA7CB03}" srcOrd="2" destOrd="0" parTransId="{AF36A75C-EA6B-4C66-8845-983200BCAEB5}" sibTransId="{FE03B6EA-3025-4798-A150-7B8BF2B2CC96}"/>
    <dgm:cxn modelId="{A4EAEEDB-9CDC-4899-A14D-B1B74FA4DB22}" type="presOf" srcId="{5DB878CD-FDA2-42E1-8555-81BB2BA7CB03}" destId="{CAC8996E-BD7F-4EC5-8014-3687851F9DA1}" srcOrd="0" destOrd="0" presId="urn:microsoft.com/office/officeart/2005/8/layout/list1"/>
    <dgm:cxn modelId="{FC5C84EE-7815-4738-8041-5354D9903FC2}" srcId="{5DB878CD-FDA2-42E1-8555-81BB2BA7CB03}" destId="{F2D120CD-60FF-4EE4-8538-51DA44C190ED}" srcOrd="0" destOrd="0" parTransId="{3C7114AD-D282-493E-9C1A-65508852C9D8}" sibTransId="{198B85D3-07A7-425B-8C52-1D77A7242CFB}"/>
    <dgm:cxn modelId="{6D65D7F2-E8FE-41DF-A940-F20F9BE7305A}" srcId="{F7378232-8AB3-4881-A27F-09E634667730}" destId="{A7F025D8-0330-4D4E-8DBE-88E33DE8BFDD}" srcOrd="1" destOrd="0" parTransId="{F1E9BF23-F9B6-442A-80FF-D5E98B7ABD57}" sibTransId="{FEB1071E-E562-48AF-BC68-1B359B2D66CC}"/>
    <dgm:cxn modelId="{978703F8-E011-4B15-B870-1CFF11C07D6A}" srcId="{5DB878CD-FDA2-42E1-8555-81BB2BA7CB03}" destId="{DA7152C9-D95F-4CAC-A9E4-E4097F5A1F06}" srcOrd="2" destOrd="0" parTransId="{560B7282-5951-43E6-8D4A-6EAA5C2D388F}" sibTransId="{CF60C47E-5358-4A57-989C-98EB944DBB28}"/>
    <dgm:cxn modelId="{548865FC-05A8-43E1-A01A-B83D9CE5AB32}" srcId="{90166E42-0836-4BEA-9C2E-E3F8D0D87DBC}" destId="{6B9C4E04-47B7-4B7E-8F6F-1A5B950D5998}" srcOrd="1" destOrd="0" parTransId="{7FCEB35B-B25B-449E-84CB-88827116F7EB}" sibTransId="{032B74DD-730E-4D1C-B61C-4F0C0F2D172D}"/>
    <dgm:cxn modelId="{7927F502-A530-4B60-8FE1-31CE3177E945}" type="presParOf" srcId="{5465754B-4859-47FD-9609-C59EF6AEE130}" destId="{A26B2654-4616-4398-86E8-13693CBDA449}" srcOrd="0" destOrd="0" presId="urn:microsoft.com/office/officeart/2005/8/layout/list1"/>
    <dgm:cxn modelId="{7EB98B7D-5388-4FEB-B371-B6E4C898B312}" type="presParOf" srcId="{A26B2654-4616-4398-86E8-13693CBDA449}" destId="{95DAE252-5AA2-4217-AFD2-B2E9C434EAE4}" srcOrd="0" destOrd="0" presId="urn:microsoft.com/office/officeart/2005/8/layout/list1"/>
    <dgm:cxn modelId="{132F57E7-9A59-43CD-B478-E4B70E5D2D89}" type="presParOf" srcId="{A26B2654-4616-4398-86E8-13693CBDA449}" destId="{ACA8F91D-69F0-4835-9650-CEDED71D8AC0}" srcOrd="1" destOrd="0" presId="urn:microsoft.com/office/officeart/2005/8/layout/list1"/>
    <dgm:cxn modelId="{9ADEF561-71DE-4002-B982-BC8DF71D545B}" type="presParOf" srcId="{5465754B-4859-47FD-9609-C59EF6AEE130}" destId="{A188213D-5FC3-4717-8F6B-C7422C34F520}" srcOrd="1" destOrd="0" presId="urn:microsoft.com/office/officeart/2005/8/layout/list1"/>
    <dgm:cxn modelId="{C4FE062F-4373-40DA-BE97-A0485F6774C1}" type="presParOf" srcId="{5465754B-4859-47FD-9609-C59EF6AEE130}" destId="{D1AA102F-9209-4D4C-BB4C-0EE5E6C18E13}" srcOrd="2" destOrd="0" presId="urn:microsoft.com/office/officeart/2005/8/layout/list1"/>
    <dgm:cxn modelId="{C23B383C-AF2A-43BF-A86B-317C75C6D766}" type="presParOf" srcId="{5465754B-4859-47FD-9609-C59EF6AEE130}" destId="{AB22C96D-4C6E-4A1F-816C-B37F2B4551DB}" srcOrd="3" destOrd="0" presId="urn:microsoft.com/office/officeart/2005/8/layout/list1"/>
    <dgm:cxn modelId="{120BB079-1389-4AC0-8EC1-FE427ACE3DC8}" type="presParOf" srcId="{5465754B-4859-47FD-9609-C59EF6AEE130}" destId="{EC492404-F704-4AA1-BFFD-5B24E79E3B4D}" srcOrd="4" destOrd="0" presId="urn:microsoft.com/office/officeart/2005/8/layout/list1"/>
    <dgm:cxn modelId="{58A169E2-A3AB-4406-9DEA-05ED8E862F66}" type="presParOf" srcId="{EC492404-F704-4AA1-BFFD-5B24E79E3B4D}" destId="{0CFF3273-2490-4052-A733-7F39B308DEC1}" srcOrd="0" destOrd="0" presId="urn:microsoft.com/office/officeart/2005/8/layout/list1"/>
    <dgm:cxn modelId="{519C0CD2-125D-4922-B0D3-14D9ED1C0931}" type="presParOf" srcId="{EC492404-F704-4AA1-BFFD-5B24E79E3B4D}" destId="{8E4A9550-98F2-49AF-95FF-40A70BB84A17}" srcOrd="1" destOrd="0" presId="urn:microsoft.com/office/officeart/2005/8/layout/list1"/>
    <dgm:cxn modelId="{0597B606-96DD-47F7-9C0A-072400BA36DD}" type="presParOf" srcId="{5465754B-4859-47FD-9609-C59EF6AEE130}" destId="{7320E54A-E80B-463A-8C99-7F440C9BD8BD}" srcOrd="5" destOrd="0" presId="urn:microsoft.com/office/officeart/2005/8/layout/list1"/>
    <dgm:cxn modelId="{73B9B3D9-E680-496F-A8F9-F4416F6A67B4}" type="presParOf" srcId="{5465754B-4859-47FD-9609-C59EF6AEE130}" destId="{35439C1A-3E1D-4FE5-BE2B-7315258016D1}" srcOrd="6" destOrd="0" presId="urn:microsoft.com/office/officeart/2005/8/layout/list1"/>
    <dgm:cxn modelId="{2A804493-5D89-4949-AE7E-F928A51369E7}" type="presParOf" srcId="{5465754B-4859-47FD-9609-C59EF6AEE130}" destId="{7DAF2A72-F253-4B6C-B8B3-32D88348FAB8}" srcOrd="7" destOrd="0" presId="urn:microsoft.com/office/officeart/2005/8/layout/list1"/>
    <dgm:cxn modelId="{0C052663-BD3C-4BC3-B43C-529AC4C8BF8B}" type="presParOf" srcId="{5465754B-4859-47FD-9609-C59EF6AEE130}" destId="{BC379387-AAF5-4E45-AD8A-B4B754A475CC}" srcOrd="8" destOrd="0" presId="urn:microsoft.com/office/officeart/2005/8/layout/list1"/>
    <dgm:cxn modelId="{A671511C-02FF-49BB-B52D-1C3368563752}" type="presParOf" srcId="{BC379387-AAF5-4E45-AD8A-B4B754A475CC}" destId="{CAC8996E-BD7F-4EC5-8014-3687851F9DA1}" srcOrd="0" destOrd="0" presId="urn:microsoft.com/office/officeart/2005/8/layout/list1"/>
    <dgm:cxn modelId="{BBBF185C-4379-4C76-9568-CA37FAB057E1}" type="presParOf" srcId="{BC379387-AAF5-4E45-AD8A-B4B754A475CC}" destId="{00089483-4911-48DD-86DA-1C1DBD38FC11}" srcOrd="1" destOrd="0" presId="urn:microsoft.com/office/officeart/2005/8/layout/list1"/>
    <dgm:cxn modelId="{3BC9FE0C-669C-4248-B34A-65A8EF8C2B10}" type="presParOf" srcId="{5465754B-4859-47FD-9609-C59EF6AEE130}" destId="{07414C2E-AE1E-4327-9688-720BAA14028A}" srcOrd="9" destOrd="0" presId="urn:microsoft.com/office/officeart/2005/8/layout/list1"/>
    <dgm:cxn modelId="{728D1901-EBF4-4240-9B8A-1A98243F841D}" type="presParOf" srcId="{5465754B-4859-47FD-9609-C59EF6AEE130}" destId="{A40130AE-FC8E-4A57-95C7-0CD7F6A1183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F7387E-8305-45BA-9A5C-93CE8B6EE0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EA9FD5-F228-4AD9-B7B4-7E471B6D12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We’ll be launching our first virtual server using the AWS Console </a:t>
          </a:r>
        </a:p>
      </dgm:t>
    </dgm:pt>
    <dgm:pt modelId="{B45320C2-DF4C-4B4C-8325-1CDC82EBFD53}" type="parTrans" cxnId="{CC07AF42-47D1-4CB2-8ABE-C2157A0FD086}">
      <dgm:prSet/>
      <dgm:spPr/>
      <dgm:t>
        <a:bodyPr/>
        <a:lstStyle/>
        <a:p>
          <a:endParaRPr lang="en-US"/>
        </a:p>
      </dgm:t>
    </dgm:pt>
    <dgm:pt modelId="{42B7635E-06C2-49E9-A3CD-0BEE6FF2FF77}" type="sibTrans" cxnId="{CC07AF42-47D1-4CB2-8ABE-C2157A0FD0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AF6E12-98CF-4FA1-8DBF-E74DD21CCB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We’ll get a first high-level approach to the various parameters </a:t>
          </a:r>
        </a:p>
      </dgm:t>
    </dgm:pt>
    <dgm:pt modelId="{92CB8FF3-B212-49B7-A750-B5C692CE091B}" type="parTrans" cxnId="{5E811035-0E10-43C3-9A52-F35B5B27BC0D}">
      <dgm:prSet/>
      <dgm:spPr/>
      <dgm:t>
        <a:bodyPr/>
        <a:lstStyle/>
        <a:p>
          <a:endParaRPr lang="en-US"/>
        </a:p>
      </dgm:t>
    </dgm:pt>
    <dgm:pt modelId="{E48DD19C-CC72-4139-B3B4-5C2870048075}" type="sibTrans" cxnId="{5E811035-0E10-43C3-9A52-F35B5B27BC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B314AC2-28DC-4666-AE34-5D614B423C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We’ll see that our web server is launched using EC2 user data </a:t>
          </a:r>
        </a:p>
      </dgm:t>
    </dgm:pt>
    <dgm:pt modelId="{18E7CCAB-2DFF-4D70-A369-B65FDA4A8F43}" type="parTrans" cxnId="{2B446BB0-B799-41DE-AD4F-C3B964BE47F3}">
      <dgm:prSet/>
      <dgm:spPr/>
      <dgm:t>
        <a:bodyPr/>
        <a:lstStyle/>
        <a:p>
          <a:endParaRPr lang="en-US"/>
        </a:p>
      </dgm:t>
    </dgm:pt>
    <dgm:pt modelId="{0040CEBF-34F9-4B1A-BB6A-6A39A2CC0A0A}" type="sibTrans" cxnId="{2B446BB0-B799-41DE-AD4F-C3B964BE47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2E988B-CFE3-4A41-81EC-482C292D87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We’ll learn how to start / stop / terminate our instance.</a:t>
          </a:r>
        </a:p>
      </dgm:t>
    </dgm:pt>
    <dgm:pt modelId="{FB605E8D-4CA6-4F44-9875-BA7542FCC286}" type="parTrans" cxnId="{59D3E171-FE38-49B8-8EED-401830514EBD}">
      <dgm:prSet/>
      <dgm:spPr/>
      <dgm:t>
        <a:bodyPr/>
        <a:lstStyle/>
        <a:p>
          <a:endParaRPr lang="en-US"/>
        </a:p>
      </dgm:t>
    </dgm:pt>
    <dgm:pt modelId="{3E798DF3-FD1F-489B-B686-9EDE9BFEB86C}" type="sibTrans" cxnId="{59D3E171-FE38-49B8-8EED-401830514EBD}">
      <dgm:prSet/>
      <dgm:spPr/>
      <dgm:t>
        <a:bodyPr/>
        <a:lstStyle/>
        <a:p>
          <a:endParaRPr lang="en-US"/>
        </a:p>
      </dgm:t>
    </dgm:pt>
    <dgm:pt modelId="{CD172308-2911-4EEF-A02B-03DA792867B4}" type="pres">
      <dgm:prSet presAssocID="{78F7387E-8305-45BA-9A5C-93CE8B6EE093}" presName="root" presStyleCnt="0">
        <dgm:presLayoutVars>
          <dgm:dir/>
          <dgm:resizeHandles val="exact"/>
        </dgm:presLayoutVars>
      </dgm:prSet>
      <dgm:spPr/>
    </dgm:pt>
    <dgm:pt modelId="{A6C16ED8-EBF0-4925-9F0E-405E32CF5DEE}" type="pres">
      <dgm:prSet presAssocID="{78F7387E-8305-45BA-9A5C-93CE8B6EE093}" presName="container" presStyleCnt="0">
        <dgm:presLayoutVars>
          <dgm:dir/>
          <dgm:resizeHandles val="exact"/>
        </dgm:presLayoutVars>
      </dgm:prSet>
      <dgm:spPr/>
    </dgm:pt>
    <dgm:pt modelId="{465D5918-785E-4A79-97D5-7D34B9CAA10F}" type="pres">
      <dgm:prSet presAssocID="{50EA9FD5-F228-4AD9-B7B4-7E471B6D12EE}" presName="compNode" presStyleCnt="0"/>
      <dgm:spPr/>
    </dgm:pt>
    <dgm:pt modelId="{94DE820B-072A-4304-8A45-C37CB3D68C1D}" type="pres">
      <dgm:prSet presAssocID="{50EA9FD5-F228-4AD9-B7B4-7E471B6D12EE}" presName="iconBgRect" presStyleLbl="bgShp" presStyleIdx="0" presStyleCnt="4"/>
      <dgm:spPr/>
    </dgm:pt>
    <dgm:pt modelId="{5BE4358F-1792-48B4-9A7C-F404A05C5C99}" type="pres">
      <dgm:prSet presAssocID="{50EA9FD5-F228-4AD9-B7B4-7E471B6D12E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A98FBCE-FCAC-4720-8696-6FDA096BBD73}" type="pres">
      <dgm:prSet presAssocID="{50EA9FD5-F228-4AD9-B7B4-7E471B6D12EE}" presName="spaceRect" presStyleCnt="0"/>
      <dgm:spPr/>
    </dgm:pt>
    <dgm:pt modelId="{42896237-7F1E-41FD-9B22-7E40BB2528F3}" type="pres">
      <dgm:prSet presAssocID="{50EA9FD5-F228-4AD9-B7B4-7E471B6D12EE}" presName="textRect" presStyleLbl="revTx" presStyleIdx="0" presStyleCnt="4">
        <dgm:presLayoutVars>
          <dgm:chMax val="1"/>
          <dgm:chPref val="1"/>
        </dgm:presLayoutVars>
      </dgm:prSet>
      <dgm:spPr/>
    </dgm:pt>
    <dgm:pt modelId="{0DFC56C0-ACFC-4AF6-AC76-E45730BD9848}" type="pres">
      <dgm:prSet presAssocID="{42B7635E-06C2-49E9-A3CD-0BEE6FF2FF77}" presName="sibTrans" presStyleLbl="sibTrans2D1" presStyleIdx="0" presStyleCnt="0"/>
      <dgm:spPr/>
    </dgm:pt>
    <dgm:pt modelId="{007F3124-0D2C-468E-AFE3-D1152C313654}" type="pres">
      <dgm:prSet presAssocID="{00AF6E12-98CF-4FA1-8DBF-E74DD21CCB29}" presName="compNode" presStyleCnt="0"/>
      <dgm:spPr/>
    </dgm:pt>
    <dgm:pt modelId="{634BA9C4-8C9D-45B3-8333-02B1BE271450}" type="pres">
      <dgm:prSet presAssocID="{00AF6E12-98CF-4FA1-8DBF-E74DD21CCB29}" presName="iconBgRect" presStyleLbl="bgShp" presStyleIdx="1" presStyleCnt="4"/>
      <dgm:spPr/>
    </dgm:pt>
    <dgm:pt modelId="{836DB86B-E628-415E-9186-B69A891B1A88}" type="pres">
      <dgm:prSet presAssocID="{00AF6E12-98CF-4FA1-8DBF-E74DD21CCB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618CB7F7-CC33-43C1-A661-F0EB95DA7BB9}" type="pres">
      <dgm:prSet presAssocID="{00AF6E12-98CF-4FA1-8DBF-E74DD21CCB29}" presName="spaceRect" presStyleCnt="0"/>
      <dgm:spPr/>
    </dgm:pt>
    <dgm:pt modelId="{8C500270-0E00-4CCC-B0CF-534E4C49B600}" type="pres">
      <dgm:prSet presAssocID="{00AF6E12-98CF-4FA1-8DBF-E74DD21CCB29}" presName="textRect" presStyleLbl="revTx" presStyleIdx="1" presStyleCnt="4">
        <dgm:presLayoutVars>
          <dgm:chMax val="1"/>
          <dgm:chPref val="1"/>
        </dgm:presLayoutVars>
      </dgm:prSet>
      <dgm:spPr/>
    </dgm:pt>
    <dgm:pt modelId="{89F245C1-4EC1-4EB1-BEE5-52426A120BD9}" type="pres">
      <dgm:prSet presAssocID="{E48DD19C-CC72-4139-B3B4-5C2870048075}" presName="sibTrans" presStyleLbl="sibTrans2D1" presStyleIdx="0" presStyleCnt="0"/>
      <dgm:spPr/>
    </dgm:pt>
    <dgm:pt modelId="{A8656A4B-90E7-484B-AA26-9A0369B76EE1}" type="pres">
      <dgm:prSet presAssocID="{1B314AC2-28DC-4666-AE34-5D614B423C5A}" presName="compNode" presStyleCnt="0"/>
      <dgm:spPr/>
    </dgm:pt>
    <dgm:pt modelId="{5AD98C3F-02F0-4420-8004-5E6CAE0558EE}" type="pres">
      <dgm:prSet presAssocID="{1B314AC2-28DC-4666-AE34-5D614B423C5A}" presName="iconBgRect" presStyleLbl="bgShp" presStyleIdx="2" presStyleCnt="4"/>
      <dgm:spPr/>
    </dgm:pt>
    <dgm:pt modelId="{2B2C3A81-899A-436E-B411-EE33E69AE95A}" type="pres">
      <dgm:prSet presAssocID="{1B314AC2-28DC-4666-AE34-5D614B423C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91B44B9-E0DE-463A-876C-1FA62EE91958}" type="pres">
      <dgm:prSet presAssocID="{1B314AC2-28DC-4666-AE34-5D614B423C5A}" presName="spaceRect" presStyleCnt="0"/>
      <dgm:spPr/>
    </dgm:pt>
    <dgm:pt modelId="{3193F1DC-DC2D-4324-92F8-9B48D327842D}" type="pres">
      <dgm:prSet presAssocID="{1B314AC2-28DC-4666-AE34-5D614B423C5A}" presName="textRect" presStyleLbl="revTx" presStyleIdx="2" presStyleCnt="4">
        <dgm:presLayoutVars>
          <dgm:chMax val="1"/>
          <dgm:chPref val="1"/>
        </dgm:presLayoutVars>
      </dgm:prSet>
      <dgm:spPr/>
    </dgm:pt>
    <dgm:pt modelId="{F6149E4D-5AD1-4C6F-8A68-D428FC0DBACF}" type="pres">
      <dgm:prSet presAssocID="{0040CEBF-34F9-4B1A-BB6A-6A39A2CC0A0A}" presName="sibTrans" presStyleLbl="sibTrans2D1" presStyleIdx="0" presStyleCnt="0"/>
      <dgm:spPr/>
    </dgm:pt>
    <dgm:pt modelId="{5DE5CB57-9174-4F41-B3E8-A16D9D2D4A7E}" type="pres">
      <dgm:prSet presAssocID="{992E988B-CFE3-4A41-81EC-482C292D8755}" presName="compNode" presStyleCnt="0"/>
      <dgm:spPr/>
    </dgm:pt>
    <dgm:pt modelId="{6172294B-69AC-422E-B3DD-A77B057F5F27}" type="pres">
      <dgm:prSet presAssocID="{992E988B-CFE3-4A41-81EC-482C292D8755}" presName="iconBgRect" presStyleLbl="bgShp" presStyleIdx="3" presStyleCnt="4"/>
      <dgm:spPr/>
    </dgm:pt>
    <dgm:pt modelId="{8CE65396-6E83-4680-B468-536165CF7490}" type="pres">
      <dgm:prSet presAssocID="{992E988B-CFE3-4A41-81EC-482C292D875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6135460-1AAC-4BB6-896D-E4968D601CB7}" type="pres">
      <dgm:prSet presAssocID="{992E988B-CFE3-4A41-81EC-482C292D8755}" presName="spaceRect" presStyleCnt="0"/>
      <dgm:spPr/>
    </dgm:pt>
    <dgm:pt modelId="{2F5EB6A2-DA30-4561-949F-BCD4B810E24B}" type="pres">
      <dgm:prSet presAssocID="{992E988B-CFE3-4A41-81EC-482C292D875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9CB20D-3B5D-4FE4-A849-96097B5C138F}" type="presOf" srcId="{42B7635E-06C2-49E9-A3CD-0BEE6FF2FF77}" destId="{0DFC56C0-ACFC-4AF6-AC76-E45730BD9848}" srcOrd="0" destOrd="0" presId="urn:microsoft.com/office/officeart/2018/2/layout/IconCircleList"/>
    <dgm:cxn modelId="{0CDDC51E-055E-4794-9C71-C837605BD328}" type="presOf" srcId="{0040CEBF-34F9-4B1A-BB6A-6A39A2CC0A0A}" destId="{F6149E4D-5AD1-4C6F-8A68-D428FC0DBACF}" srcOrd="0" destOrd="0" presId="urn:microsoft.com/office/officeart/2018/2/layout/IconCircleList"/>
    <dgm:cxn modelId="{5E811035-0E10-43C3-9A52-F35B5B27BC0D}" srcId="{78F7387E-8305-45BA-9A5C-93CE8B6EE093}" destId="{00AF6E12-98CF-4FA1-8DBF-E74DD21CCB29}" srcOrd="1" destOrd="0" parTransId="{92CB8FF3-B212-49B7-A750-B5C692CE091B}" sibTransId="{E48DD19C-CC72-4139-B3B4-5C2870048075}"/>
    <dgm:cxn modelId="{CAB06D5B-3D5D-401B-A03E-BAB2E84546AD}" type="presOf" srcId="{00AF6E12-98CF-4FA1-8DBF-E74DD21CCB29}" destId="{8C500270-0E00-4CCC-B0CF-534E4C49B600}" srcOrd="0" destOrd="0" presId="urn:microsoft.com/office/officeart/2018/2/layout/IconCircleList"/>
    <dgm:cxn modelId="{CC07AF42-47D1-4CB2-8ABE-C2157A0FD086}" srcId="{78F7387E-8305-45BA-9A5C-93CE8B6EE093}" destId="{50EA9FD5-F228-4AD9-B7B4-7E471B6D12EE}" srcOrd="0" destOrd="0" parTransId="{B45320C2-DF4C-4B4C-8325-1CDC82EBFD53}" sibTransId="{42B7635E-06C2-49E9-A3CD-0BEE6FF2FF77}"/>
    <dgm:cxn modelId="{59D3E171-FE38-49B8-8EED-401830514EBD}" srcId="{78F7387E-8305-45BA-9A5C-93CE8B6EE093}" destId="{992E988B-CFE3-4A41-81EC-482C292D8755}" srcOrd="3" destOrd="0" parTransId="{FB605E8D-4CA6-4F44-9875-BA7542FCC286}" sibTransId="{3E798DF3-FD1F-489B-B686-9EDE9BFEB86C}"/>
    <dgm:cxn modelId="{E21E5B72-F006-4E05-8232-6D68C4435E3C}" type="presOf" srcId="{78F7387E-8305-45BA-9A5C-93CE8B6EE093}" destId="{CD172308-2911-4EEF-A02B-03DA792867B4}" srcOrd="0" destOrd="0" presId="urn:microsoft.com/office/officeart/2018/2/layout/IconCircleList"/>
    <dgm:cxn modelId="{178BDAA7-38EC-4B41-BDFB-8B0C4B67208D}" type="presOf" srcId="{50EA9FD5-F228-4AD9-B7B4-7E471B6D12EE}" destId="{42896237-7F1E-41FD-9B22-7E40BB2528F3}" srcOrd="0" destOrd="0" presId="urn:microsoft.com/office/officeart/2018/2/layout/IconCircleList"/>
    <dgm:cxn modelId="{7D9390AA-71B2-4773-9579-8C218621C4D4}" type="presOf" srcId="{992E988B-CFE3-4A41-81EC-482C292D8755}" destId="{2F5EB6A2-DA30-4561-949F-BCD4B810E24B}" srcOrd="0" destOrd="0" presId="urn:microsoft.com/office/officeart/2018/2/layout/IconCircleList"/>
    <dgm:cxn modelId="{2B446BB0-B799-41DE-AD4F-C3B964BE47F3}" srcId="{78F7387E-8305-45BA-9A5C-93CE8B6EE093}" destId="{1B314AC2-28DC-4666-AE34-5D614B423C5A}" srcOrd="2" destOrd="0" parTransId="{18E7CCAB-2DFF-4D70-A369-B65FDA4A8F43}" sibTransId="{0040CEBF-34F9-4B1A-BB6A-6A39A2CC0A0A}"/>
    <dgm:cxn modelId="{F88A3FB9-43BC-4B69-90DF-E1B8BF5C39AD}" type="presOf" srcId="{1B314AC2-28DC-4666-AE34-5D614B423C5A}" destId="{3193F1DC-DC2D-4324-92F8-9B48D327842D}" srcOrd="0" destOrd="0" presId="urn:microsoft.com/office/officeart/2018/2/layout/IconCircleList"/>
    <dgm:cxn modelId="{A69CD9C3-C80A-44D0-92AD-DDBCFC6C90F4}" type="presOf" srcId="{E48DD19C-CC72-4139-B3B4-5C2870048075}" destId="{89F245C1-4EC1-4EB1-BEE5-52426A120BD9}" srcOrd="0" destOrd="0" presId="urn:microsoft.com/office/officeart/2018/2/layout/IconCircleList"/>
    <dgm:cxn modelId="{2B577145-6621-4655-9734-45D1E3FE7840}" type="presParOf" srcId="{CD172308-2911-4EEF-A02B-03DA792867B4}" destId="{A6C16ED8-EBF0-4925-9F0E-405E32CF5DEE}" srcOrd="0" destOrd="0" presId="urn:microsoft.com/office/officeart/2018/2/layout/IconCircleList"/>
    <dgm:cxn modelId="{C42D9E30-2BEA-431B-9A36-D49FA6491474}" type="presParOf" srcId="{A6C16ED8-EBF0-4925-9F0E-405E32CF5DEE}" destId="{465D5918-785E-4A79-97D5-7D34B9CAA10F}" srcOrd="0" destOrd="0" presId="urn:microsoft.com/office/officeart/2018/2/layout/IconCircleList"/>
    <dgm:cxn modelId="{1427BE0F-432B-4AB5-A939-5C701F4B885E}" type="presParOf" srcId="{465D5918-785E-4A79-97D5-7D34B9CAA10F}" destId="{94DE820B-072A-4304-8A45-C37CB3D68C1D}" srcOrd="0" destOrd="0" presId="urn:microsoft.com/office/officeart/2018/2/layout/IconCircleList"/>
    <dgm:cxn modelId="{C872F8F1-A273-4217-A544-A52122ACEACA}" type="presParOf" srcId="{465D5918-785E-4A79-97D5-7D34B9CAA10F}" destId="{5BE4358F-1792-48B4-9A7C-F404A05C5C99}" srcOrd="1" destOrd="0" presId="urn:microsoft.com/office/officeart/2018/2/layout/IconCircleList"/>
    <dgm:cxn modelId="{48C7B10B-3334-4A66-80D6-E7A940082A7F}" type="presParOf" srcId="{465D5918-785E-4A79-97D5-7D34B9CAA10F}" destId="{DA98FBCE-FCAC-4720-8696-6FDA096BBD73}" srcOrd="2" destOrd="0" presId="urn:microsoft.com/office/officeart/2018/2/layout/IconCircleList"/>
    <dgm:cxn modelId="{A91CCB03-9F6E-49E0-A45E-A42056E82607}" type="presParOf" srcId="{465D5918-785E-4A79-97D5-7D34B9CAA10F}" destId="{42896237-7F1E-41FD-9B22-7E40BB2528F3}" srcOrd="3" destOrd="0" presId="urn:microsoft.com/office/officeart/2018/2/layout/IconCircleList"/>
    <dgm:cxn modelId="{4A0F3651-A99B-4462-B889-A671D76DBD59}" type="presParOf" srcId="{A6C16ED8-EBF0-4925-9F0E-405E32CF5DEE}" destId="{0DFC56C0-ACFC-4AF6-AC76-E45730BD9848}" srcOrd="1" destOrd="0" presId="urn:microsoft.com/office/officeart/2018/2/layout/IconCircleList"/>
    <dgm:cxn modelId="{03209DED-1650-4877-8894-CD61621C2F0E}" type="presParOf" srcId="{A6C16ED8-EBF0-4925-9F0E-405E32CF5DEE}" destId="{007F3124-0D2C-468E-AFE3-D1152C313654}" srcOrd="2" destOrd="0" presId="urn:microsoft.com/office/officeart/2018/2/layout/IconCircleList"/>
    <dgm:cxn modelId="{7FF07D3E-E0E0-4ABB-8D39-E81727F88F07}" type="presParOf" srcId="{007F3124-0D2C-468E-AFE3-D1152C313654}" destId="{634BA9C4-8C9D-45B3-8333-02B1BE271450}" srcOrd="0" destOrd="0" presId="urn:microsoft.com/office/officeart/2018/2/layout/IconCircleList"/>
    <dgm:cxn modelId="{83E312BC-803A-43DE-97EF-1D6585CDD755}" type="presParOf" srcId="{007F3124-0D2C-468E-AFE3-D1152C313654}" destId="{836DB86B-E628-415E-9186-B69A891B1A88}" srcOrd="1" destOrd="0" presId="urn:microsoft.com/office/officeart/2018/2/layout/IconCircleList"/>
    <dgm:cxn modelId="{666C2220-735D-454E-938B-F63ADE93A07D}" type="presParOf" srcId="{007F3124-0D2C-468E-AFE3-D1152C313654}" destId="{618CB7F7-CC33-43C1-A661-F0EB95DA7BB9}" srcOrd="2" destOrd="0" presId="urn:microsoft.com/office/officeart/2018/2/layout/IconCircleList"/>
    <dgm:cxn modelId="{5AA5D1DC-AC72-436A-AE2E-047750B0FDA6}" type="presParOf" srcId="{007F3124-0D2C-468E-AFE3-D1152C313654}" destId="{8C500270-0E00-4CCC-B0CF-534E4C49B600}" srcOrd="3" destOrd="0" presId="urn:microsoft.com/office/officeart/2018/2/layout/IconCircleList"/>
    <dgm:cxn modelId="{3E729391-93AD-4B13-BC7F-58D3CB879667}" type="presParOf" srcId="{A6C16ED8-EBF0-4925-9F0E-405E32CF5DEE}" destId="{89F245C1-4EC1-4EB1-BEE5-52426A120BD9}" srcOrd="3" destOrd="0" presId="urn:microsoft.com/office/officeart/2018/2/layout/IconCircleList"/>
    <dgm:cxn modelId="{61148F88-9A54-4F22-864D-6B0A92224E8C}" type="presParOf" srcId="{A6C16ED8-EBF0-4925-9F0E-405E32CF5DEE}" destId="{A8656A4B-90E7-484B-AA26-9A0369B76EE1}" srcOrd="4" destOrd="0" presId="urn:microsoft.com/office/officeart/2018/2/layout/IconCircleList"/>
    <dgm:cxn modelId="{4EE3DEA9-B480-4D34-82E7-A7CF58D1CA44}" type="presParOf" srcId="{A8656A4B-90E7-484B-AA26-9A0369B76EE1}" destId="{5AD98C3F-02F0-4420-8004-5E6CAE0558EE}" srcOrd="0" destOrd="0" presId="urn:microsoft.com/office/officeart/2018/2/layout/IconCircleList"/>
    <dgm:cxn modelId="{5225ED41-94A4-46DB-8E08-995D3288CD8D}" type="presParOf" srcId="{A8656A4B-90E7-484B-AA26-9A0369B76EE1}" destId="{2B2C3A81-899A-436E-B411-EE33E69AE95A}" srcOrd="1" destOrd="0" presId="urn:microsoft.com/office/officeart/2018/2/layout/IconCircleList"/>
    <dgm:cxn modelId="{CCFD00DA-1592-49D6-9293-FD2422C04742}" type="presParOf" srcId="{A8656A4B-90E7-484B-AA26-9A0369B76EE1}" destId="{E91B44B9-E0DE-463A-876C-1FA62EE91958}" srcOrd="2" destOrd="0" presId="urn:microsoft.com/office/officeart/2018/2/layout/IconCircleList"/>
    <dgm:cxn modelId="{E2DEC069-D215-42F8-99AF-D36CFA3F48C4}" type="presParOf" srcId="{A8656A4B-90E7-484B-AA26-9A0369B76EE1}" destId="{3193F1DC-DC2D-4324-92F8-9B48D327842D}" srcOrd="3" destOrd="0" presId="urn:microsoft.com/office/officeart/2018/2/layout/IconCircleList"/>
    <dgm:cxn modelId="{B0387BD1-103E-4D01-AFD4-9094209CE084}" type="presParOf" srcId="{A6C16ED8-EBF0-4925-9F0E-405E32CF5DEE}" destId="{F6149E4D-5AD1-4C6F-8A68-D428FC0DBACF}" srcOrd="5" destOrd="0" presId="urn:microsoft.com/office/officeart/2018/2/layout/IconCircleList"/>
    <dgm:cxn modelId="{4A58AF5E-F45B-41B0-99FB-C36716AFBB3D}" type="presParOf" srcId="{A6C16ED8-EBF0-4925-9F0E-405E32CF5DEE}" destId="{5DE5CB57-9174-4F41-B3E8-A16D9D2D4A7E}" srcOrd="6" destOrd="0" presId="urn:microsoft.com/office/officeart/2018/2/layout/IconCircleList"/>
    <dgm:cxn modelId="{B3D10CB2-4333-4694-AC86-1DE3FE741441}" type="presParOf" srcId="{5DE5CB57-9174-4F41-B3E8-A16D9D2D4A7E}" destId="{6172294B-69AC-422E-B3DD-A77B057F5F27}" srcOrd="0" destOrd="0" presId="urn:microsoft.com/office/officeart/2018/2/layout/IconCircleList"/>
    <dgm:cxn modelId="{A7583710-E355-443C-AD15-586F75712FAA}" type="presParOf" srcId="{5DE5CB57-9174-4F41-B3E8-A16D9D2D4A7E}" destId="{8CE65396-6E83-4680-B468-536165CF7490}" srcOrd="1" destOrd="0" presId="urn:microsoft.com/office/officeart/2018/2/layout/IconCircleList"/>
    <dgm:cxn modelId="{1CD76C72-1FAC-47A7-93FA-C791BE0BA52A}" type="presParOf" srcId="{5DE5CB57-9174-4F41-B3E8-A16D9D2D4A7E}" destId="{26135460-1AAC-4BB6-896D-E4968D601CB7}" srcOrd="2" destOrd="0" presId="urn:microsoft.com/office/officeart/2018/2/layout/IconCircleList"/>
    <dgm:cxn modelId="{F1A16E62-418A-474E-94D8-1EFE160B1C71}" type="presParOf" srcId="{5DE5CB57-9174-4F41-B3E8-A16D9D2D4A7E}" destId="{2F5EB6A2-DA30-4561-949F-BCD4B810E24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94BADC-2BFA-47CF-89A1-816D41A47F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CDDDD8-C216-4563-8506-8DDCC7F196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1-What are General Purpose Instances?</a:t>
          </a:r>
          <a:endParaRPr lang="en-US"/>
        </a:p>
      </dgm:t>
    </dgm:pt>
    <dgm:pt modelId="{3A0A4F3F-43D3-4B1D-A078-8133DB084E77}" type="parTrans" cxnId="{20E53690-207D-498B-9F82-01926EDE2F43}">
      <dgm:prSet/>
      <dgm:spPr/>
      <dgm:t>
        <a:bodyPr/>
        <a:lstStyle/>
        <a:p>
          <a:endParaRPr lang="en-US"/>
        </a:p>
      </dgm:t>
    </dgm:pt>
    <dgm:pt modelId="{5266B43F-BFD9-4F18-8057-2F3310741A0E}" type="sibTrans" cxnId="{20E53690-207D-498B-9F82-01926EDE2F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6D3412-6FD0-4CD0-9061-D8DCB84088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instances are balanced: a mix of compute, memory, and networking.</a:t>
          </a:r>
        </a:p>
      </dgm:t>
    </dgm:pt>
    <dgm:pt modelId="{C1654F5B-D2B0-4ADE-801F-40C2B2CFD23A}" type="parTrans" cxnId="{E8AFD058-DDE9-4D15-A79E-E8E2101DAFBF}">
      <dgm:prSet/>
      <dgm:spPr/>
      <dgm:t>
        <a:bodyPr/>
        <a:lstStyle/>
        <a:p>
          <a:endParaRPr lang="en-US"/>
        </a:p>
      </dgm:t>
    </dgm:pt>
    <dgm:pt modelId="{C6E19640-4A80-4F83-B6C3-D74EA1988403}" type="sibTrans" cxnId="{E8AFD058-DDE9-4D15-A79E-E8E2101DAF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A5B51E-41DD-4FC2-90DB-1F9ECE6F4D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Good for lots of workloads: web servers, small/medium databases, dev/test, application servers.</a:t>
          </a:r>
        </a:p>
      </dgm:t>
    </dgm:pt>
    <dgm:pt modelId="{64979B59-C584-42CB-BDCB-1015EBC069C2}" type="parTrans" cxnId="{F41830F1-B1B7-41BF-99D6-4F7A0F977E0C}">
      <dgm:prSet/>
      <dgm:spPr/>
      <dgm:t>
        <a:bodyPr/>
        <a:lstStyle/>
        <a:p>
          <a:endParaRPr lang="en-US"/>
        </a:p>
      </dgm:t>
    </dgm:pt>
    <dgm:pt modelId="{EFD0714C-FB91-48CE-B95A-28F077D9C897}" type="sibTrans" cxnId="{F41830F1-B1B7-41BF-99D6-4F7A0F977E0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82E449-DAD4-4474-9E07-C5F909A1B5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AWS keeps releasing new “generations” with better CPUs, faster memory, better networking.</a:t>
          </a:r>
        </a:p>
      </dgm:t>
    </dgm:pt>
    <dgm:pt modelId="{6D97073B-6F86-4FF9-9F6B-26BAC3B1765F}" type="parTrans" cxnId="{15603EC7-3ECD-44DA-BCE3-06D344674537}">
      <dgm:prSet/>
      <dgm:spPr/>
      <dgm:t>
        <a:bodyPr/>
        <a:lstStyle/>
        <a:p>
          <a:endParaRPr lang="en-US"/>
        </a:p>
      </dgm:t>
    </dgm:pt>
    <dgm:pt modelId="{C998CBF9-8DEE-4C2C-A471-8D9D308B3EE8}" type="sibTrans" cxnId="{15603EC7-3ECD-44DA-BCE3-06D344674537}">
      <dgm:prSet/>
      <dgm:spPr/>
      <dgm:t>
        <a:bodyPr/>
        <a:lstStyle/>
        <a:p>
          <a:endParaRPr lang="en-US"/>
        </a:p>
      </dgm:t>
    </dgm:pt>
    <dgm:pt modelId="{CBB691B8-F798-43A6-81F0-76427CAA19EA}" type="pres">
      <dgm:prSet presAssocID="{4F94BADC-2BFA-47CF-89A1-816D41A47F4B}" presName="root" presStyleCnt="0">
        <dgm:presLayoutVars>
          <dgm:dir/>
          <dgm:resizeHandles val="exact"/>
        </dgm:presLayoutVars>
      </dgm:prSet>
      <dgm:spPr/>
    </dgm:pt>
    <dgm:pt modelId="{615373F6-A44D-46C8-9C7E-52F47DE31BEB}" type="pres">
      <dgm:prSet presAssocID="{80CDDDD8-C216-4563-8506-8DDCC7F196D6}" presName="compNode" presStyleCnt="0"/>
      <dgm:spPr/>
    </dgm:pt>
    <dgm:pt modelId="{377DEF50-95F8-42A9-88F1-4F2A85BCD81A}" type="pres">
      <dgm:prSet presAssocID="{80CDDDD8-C216-4563-8506-8DDCC7F196D6}" presName="bgRect" presStyleLbl="bgShp" presStyleIdx="0" presStyleCnt="4"/>
      <dgm:spPr/>
    </dgm:pt>
    <dgm:pt modelId="{D5181959-00EF-47F4-AD02-258A7A32C002}" type="pres">
      <dgm:prSet presAssocID="{80CDDDD8-C216-4563-8506-8DDCC7F196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F380E00A-98E0-48F8-A501-0D207537D013}" type="pres">
      <dgm:prSet presAssocID="{80CDDDD8-C216-4563-8506-8DDCC7F196D6}" presName="spaceRect" presStyleCnt="0"/>
      <dgm:spPr/>
    </dgm:pt>
    <dgm:pt modelId="{C073A5B6-7423-4402-8ACC-F5CC6E448482}" type="pres">
      <dgm:prSet presAssocID="{80CDDDD8-C216-4563-8506-8DDCC7F196D6}" presName="parTx" presStyleLbl="revTx" presStyleIdx="0" presStyleCnt="4">
        <dgm:presLayoutVars>
          <dgm:chMax val="0"/>
          <dgm:chPref val="0"/>
        </dgm:presLayoutVars>
      </dgm:prSet>
      <dgm:spPr/>
    </dgm:pt>
    <dgm:pt modelId="{8722DF9C-7433-4176-BC1D-86788314D3ED}" type="pres">
      <dgm:prSet presAssocID="{5266B43F-BFD9-4F18-8057-2F3310741A0E}" presName="sibTrans" presStyleCnt="0"/>
      <dgm:spPr/>
    </dgm:pt>
    <dgm:pt modelId="{917F099A-CB61-4BB6-8853-9202EE50EDF7}" type="pres">
      <dgm:prSet presAssocID="{0D6D3412-6FD0-4CD0-9061-D8DCB84088C2}" presName="compNode" presStyleCnt="0"/>
      <dgm:spPr/>
    </dgm:pt>
    <dgm:pt modelId="{375A1AA5-F4B6-42AC-BB4E-7C394710C863}" type="pres">
      <dgm:prSet presAssocID="{0D6D3412-6FD0-4CD0-9061-D8DCB84088C2}" presName="bgRect" presStyleLbl="bgShp" presStyleIdx="1" presStyleCnt="4"/>
      <dgm:spPr/>
    </dgm:pt>
    <dgm:pt modelId="{7E0585C2-63BC-48A6-A52E-CED9A8C958DE}" type="pres">
      <dgm:prSet presAssocID="{0D6D3412-6FD0-4CD0-9061-D8DCB84088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755CCDB-6CA9-44BB-9672-05C47B85E7CC}" type="pres">
      <dgm:prSet presAssocID="{0D6D3412-6FD0-4CD0-9061-D8DCB84088C2}" presName="spaceRect" presStyleCnt="0"/>
      <dgm:spPr/>
    </dgm:pt>
    <dgm:pt modelId="{E4E0BA56-3232-4EDE-AD61-6074C2B1DC4A}" type="pres">
      <dgm:prSet presAssocID="{0D6D3412-6FD0-4CD0-9061-D8DCB84088C2}" presName="parTx" presStyleLbl="revTx" presStyleIdx="1" presStyleCnt="4">
        <dgm:presLayoutVars>
          <dgm:chMax val="0"/>
          <dgm:chPref val="0"/>
        </dgm:presLayoutVars>
      </dgm:prSet>
      <dgm:spPr/>
    </dgm:pt>
    <dgm:pt modelId="{0C312C45-9725-40BA-BDB8-268287299E89}" type="pres">
      <dgm:prSet presAssocID="{C6E19640-4A80-4F83-B6C3-D74EA1988403}" presName="sibTrans" presStyleCnt="0"/>
      <dgm:spPr/>
    </dgm:pt>
    <dgm:pt modelId="{51BE291C-2751-4F80-8CAF-657D99D0CCF9}" type="pres">
      <dgm:prSet presAssocID="{2DA5B51E-41DD-4FC2-90DB-1F9ECE6F4DA9}" presName="compNode" presStyleCnt="0"/>
      <dgm:spPr/>
    </dgm:pt>
    <dgm:pt modelId="{6105202E-76FC-46A3-A51B-6C9A6297D315}" type="pres">
      <dgm:prSet presAssocID="{2DA5B51E-41DD-4FC2-90DB-1F9ECE6F4DA9}" presName="bgRect" presStyleLbl="bgShp" presStyleIdx="2" presStyleCnt="4"/>
      <dgm:spPr/>
    </dgm:pt>
    <dgm:pt modelId="{EB7488A6-05CC-4B37-9185-70EDA88E4EAC}" type="pres">
      <dgm:prSet presAssocID="{2DA5B51E-41DD-4FC2-90DB-1F9ECE6F4D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8BCAE74-AFF0-4BBB-9FA1-39BC6EDDFDE0}" type="pres">
      <dgm:prSet presAssocID="{2DA5B51E-41DD-4FC2-90DB-1F9ECE6F4DA9}" presName="spaceRect" presStyleCnt="0"/>
      <dgm:spPr/>
    </dgm:pt>
    <dgm:pt modelId="{937AB435-197D-4AB1-8A01-DBADE4C5054E}" type="pres">
      <dgm:prSet presAssocID="{2DA5B51E-41DD-4FC2-90DB-1F9ECE6F4DA9}" presName="parTx" presStyleLbl="revTx" presStyleIdx="2" presStyleCnt="4">
        <dgm:presLayoutVars>
          <dgm:chMax val="0"/>
          <dgm:chPref val="0"/>
        </dgm:presLayoutVars>
      </dgm:prSet>
      <dgm:spPr/>
    </dgm:pt>
    <dgm:pt modelId="{A5A232AB-B7A5-4287-AB17-35CA7B0BA319}" type="pres">
      <dgm:prSet presAssocID="{EFD0714C-FB91-48CE-B95A-28F077D9C897}" presName="sibTrans" presStyleCnt="0"/>
      <dgm:spPr/>
    </dgm:pt>
    <dgm:pt modelId="{E704395E-8B24-4F00-A6B0-471CCBF067D2}" type="pres">
      <dgm:prSet presAssocID="{A482E449-DAD4-4474-9E07-C5F909A1B50C}" presName="compNode" presStyleCnt="0"/>
      <dgm:spPr/>
    </dgm:pt>
    <dgm:pt modelId="{DBCFC391-4944-4EEE-9DB2-4C09B47E4F2D}" type="pres">
      <dgm:prSet presAssocID="{A482E449-DAD4-4474-9E07-C5F909A1B50C}" presName="bgRect" presStyleLbl="bgShp" presStyleIdx="3" presStyleCnt="4"/>
      <dgm:spPr/>
    </dgm:pt>
    <dgm:pt modelId="{AD7B2E5C-895E-40F8-B304-78E8B4E806EA}" type="pres">
      <dgm:prSet presAssocID="{A482E449-DAD4-4474-9E07-C5F909A1B5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CB76BC7-6153-4DDF-8B50-0D0FCA053BEB}" type="pres">
      <dgm:prSet presAssocID="{A482E449-DAD4-4474-9E07-C5F909A1B50C}" presName="spaceRect" presStyleCnt="0"/>
      <dgm:spPr/>
    </dgm:pt>
    <dgm:pt modelId="{C4502728-B79B-403C-979A-7D68CC50ACD2}" type="pres">
      <dgm:prSet presAssocID="{A482E449-DAD4-4474-9E07-C5F909A1B50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8A1302-7374-4545-9447-0CB55A971088}" type="presOf" srcId="{4F94BADC-2BFA-47CF-89A1-816D41A47F4B}" destId="{CBB691B8-F798-43A6-81F0-76427CAA19EA}" srcOrd="0" destOrd="0" presId="urn:microsoft.com/office/officeart/2018/2/layout/IconVerticalSolidList"/>
    <dgm:cxn modelId="{0A45513E-5A67-4AF6-9D3C-2AA940AC6274}" type="presOf" srcId="{80CDDDD8-C216-4563-8506-8DDCC7F196D6}" destId="{C073A5B6-7423-4402-8ACC-F5CC6E448482}" srcOrd="0" destOrd="0" presId="urn:microsoft.com/office/officeart/2018/2/layout/IconVerticalSolidList"/>
    <dgm:cxn modelId="{E16EAF55-46FC-4A7A-AA36-1511AF070FE5}" type="presOf" srcId="{0D6D3412-6FD0-4CD0-9061-D8DCB84088C2}" destId="{E4E0BA56-3232-4EDE-AD61-6074C2B1DC4A}" srcOrd="0" destOrd="0" presId="urn:microsoft.com/office/officeart/2018/2/layout/IconVerticalSolidList"/>
    <dgm:cxn modelId="{E8AFD058-DDE9-4D15-A79E-E8E2101DAFBF}" srcId="{4F94BADC-2BFA-47CF-89A1-816D41A47F4B}" destId="{0D6D3412-6FD0-4CD0-9061-D8DCB84088C2}" srcOrd="1" destOrd="0" parTransId="{C1654F5B-D2B0-4ADE-801F-40C2B2CFD23A}" sibTransId="{C6E19640-4A80-4F83-B6C3-D74EA1988403}"/>
    <dgm:cxn modelId="{46F73386-F65F-49AA-BC4C-54A6B10D0504}" type="presOf" srcId="{2DA5B51E-41DD-4FC2-90DB-1F9ECE6F4DA9}" destId="{937AB435-197D-4AB1-8A01-DBADE4C5054E}" srcOrd="0" destOrd="0" presId="urn:microsoft.com/office/officeart/2018/2/layout/IconVerticalSolidList"/>
    <dgm:cxn modelId="{20E53690-207D-498B-9F82-01926EDE2F43}" srcId="{4F94BADC-2BFA-47CF-89A1-816D41A47F4B}" destId="{80CDDDD8-C216-4563-8506-8DDCC7F196D6}" srcOrd="0" destOrd="0" parTransId="{3A0A4F3F-43D3-4B1D-A078-8133DB084E77}" sibTransId="{5266B43F-BFD9-4F18-8057-2F3310741A0E}"/>
    <dgm:cxn modelId="{15603EC7-3ECD-44DA-BCE3-06D344674537}" srcId="{4F94BADC-2BFA-47CF-89A1-816D41A47F4B}" destId="{A482E449-DAD4-4474-9E07-C5F909A1B50C}" srcOrd="3" destOrd="0" parTransId="{6D97073B-6F86-4FF9-9F6B-26BAC3B1765F}" sibTransId="{C998CBF9-8DEE-4C2C-A471-8D9D308B3EE8}"/>
    <dgm:cxn modelId="{F67CCAE9-8B16-4D76-A02D-BC4ED0D7C2BF}" type="presOf" srcId="{A482E449-DAD4-4474-9E07-C5F909A1B50C}" destId="{C4502728-B79B-403C-979A-7D68CC50ACD2}" srcOrd="0" destOrd="0" presId="urn:microsoft.com/office/officeart/2018/2/layout/IconVerticalSolidList"/>
    <dgm:cxn modelId="{F41830F1-B1B7-41BF-99D6-4F7A0F977E0C}" srcId="{4F94BADC-2BFA-47CF-89A1-816D41A47F4B}" destId="{2DA5B51E-41DD-4FC2-90DB-1F9ECE6F4DA9}" srcOrd="2" destOrd="0" parTransId="{64979B59-C584-42CB-BDCB-1015EBC069C2}" sibTransId="{EFD0714C-FB91-48CE-B95A-28F077D9C897}"/>
    <dgm:cxn modelId="{31BF4A6C-E173-4C86-AC84-8B8BE547D285}" type="presParOf" srcId="{CBB691B8-F798-43A6-81F0-76427CAA19EA}" destId="{615373F6-A44D-46C8-9C7E-52F47DE31BEB}" srcOrd="0" destOrd="0" presId="urn:microsoft.com/office/officeart/2018/2/layout/IconVerticalSolidList"/>
    <dgm:cxn modelId="{4C388DA6-865D-4A60-BB6E-52FB8A7468EA}" type="presParOf" srcId="{615373F6-A44D-46C8-9C7E-52F47DE31BEB}" destId="{377DEF50-95F8-42A9-88F1-4F2A85BCD81A}" srcOrd="0" destOrd="0" presId="urn:microsoft.com/office/officeart/2018/2/layout/IconVerticalSolidList"/>
    <dgm:cxn modelId="{282A03C5-BF16-4078-9BCA-7DB42E4675F8}" type="presParOf" srcId="{615373F6-A44D-46C8-9C7E-52F47DE31BEB}" destId="{D5181959-00EF-47F4-AD02-258A7A32C002}" srcOrd="1" destOrd="0" presId="urn:microsoft.com/office/officeart/2018/2/layout/IconVerticalSolidList"/>
    <dgm:cxn modelId="{ED71F9AF-4A73-44E9-B92E-F38F6B948A15}" type="presParOf" srcId="{615373F6-A44D-46C8-9C7E-52F47DE31BEB}" destId="{F380E00A-98E0-48F8-A501-0D207537D013}" srcOrd="2" destOrd="0" presId="urn:microsoft.com/office/officeart/2018/2/layout/IconVerticalSolidList"/>
    <dgm:cxn modelId="{31DB1AAF-A374-4564-8DC1-88ADB75BDA3B}" type="presParOf" srcId="{615373F6-A44D-46C8-9C7E-52F47DE31BEB}" destId="{C073A5B6-7423-4402-8ACC-F5CC6E448482}" srcOrd="3" destOrd="0" presId="urn:microsoft.com/office/officeart/2018/2/layout/IconVerticalSolidList"/>
    <dgm:cxn modelId="{4FAEFC75-500D-46AD-83BF-91ABD0262EF5}" type="presParOf" srcId="{CBB691B8-F798-43A6-81F0-76427CAA19EA}" destId="{8722DF9C-7433-4176-BC1D-86788314D3ED}" srcOrd="1" destOrd="0" presId="urn:microsoft.com/office/officeart/2018/2/layout/IconVerticalSolidList"/>
    <dgm:cxn modelId="{559F7596-1594-483A-A7E6-5AA29CCCFCFF}" type="presParOf" srcId="{CBB691B8-F798-43A6-81F0-76427CAA19EA}" destId="{917F099A-CB61-4BB6-8853-9202EE50EDF7}" srcOrd="2" destOrd="0" presId="urn:microsoft.com/office/officeart/2018/2/layout/IconVerticalSolidList"/>
    <dgm:cxn modelId="{6D452D8A-447B-48A3-8945-0F0A1627E2D4}" type="presParOf" srcId="{917F099A-CB61-4BB6-8853-9202EE50EDF7}" destId="{375A1AA5-F4B6-42AC-BB4E-7C394710C863}" srcOrd="0" destOrd="0" presId="urn:microsoft.com/office/officeart/2018/2/layout/IconVerticalSolidList"/>
    <dgm:cxn modelId="{3E116C49-BD2A-4BAF-BDBB-C06E2A9D9E39}" type="presParOf" srcId="{917F099A-CB61-4BB6-8853-9202EE50EDF7}" destId="{7E0585C2-63BC-48A6-A52E-CED9A8C958DE}" srcOrd="1" destOrd="0" presId="urn:microsoft.com/office/officeart/2018/2/layout/IconVerticalSolidList"/>
    <dgm:cxn modelId="{F816245F-E179-4A8C-B2D1-240D8F3EFCEB}" type="presParOf" srcId="{917F099A-CB61-4BB6-8853-9202EE50EDF7}" destId="{9755CCDB-6CA9-44BB-9672-05C47B85E7CC}" srcOrd="2" destOrd="0" presId="urn:microsoft.com/office/officeart/2018/2/layout/IconVerticalSolidList"/>
    <dgm:cxn modelId="{5A7DED0C-9644-45B9-BAFC-77DD0AC43429}" type="presParOf" srcId="{917F099A-CB61-4BB6-8853-9202EE50EDF7}" destId="{E4E0BA56-3232-4EDE-AD61-6074C2B1DC4A}" srcOrd="3" destOrd="0" presId="urn:microsoft.com/office/officeart/2018/2/layout/IconVerticalSolidList"/>
    <dgm:cxn modelId="{4580A051-689C-413C-9023-81DF42AADF4D}" type="presParOf" srcId="{CBB691B8-F798-43A6-81F0-76427CAA19EA}" destId="{0C312C45-9725-40BA-BDB8-268287299E89}" srcOrd="3" destOrd="0" presId="urn:microsoft.com/office/officeart/2018/2/layout/IconVerticalSolidList"/>
    <dgm:cxn modelId="{6107AD3E-5C07-4D7E-A9D3-412955C9D0A1}" type="presParOf" srcId="{CBB691B8-F798-43A6-81F0-76427CAA19EA}" destId="{51BE291C-2751-4F80-8CAF-657D99D0CCF9}" srcOrd="4" destOrd="0" presId="urn:microsoft.com/office/officeart/2018/2/layout/IconVerticalSolidList"/>
    <dgm:cxn modelId="{A7B72494-D0E8-4810-934B-E42D52F43B43}" type="presParOf" srcId="{51BE291C-2751-4F80-8CAF-657D99D0CCF9}" destId="{6105202E-76FC-46A3-A51B-6C9A6297D315}" srcOrd="0" destOrd="0" presId="urn:microsoft.com/office/officeart/2018/2/layout/IconVerticalSolidList"/>
    <dgm:cxn modelId="{F39FD6C8-5061-47A9-9F7D-FDE000A8B853}" type="presParOf" srcId="{51BE291C-2751-4F80-8CAF-657D99D0CCF9}" destId="{EB7488A6-05CC-4B37-9185-70EDA88E4EAC}" srcOrd="1" destOrd="0" presId="urn:microsoft.com/office/officeart/2018/2/layout/IconVerticalSolidList"/>
    <dgm:cxn modelId="{4A1807DD-993E-4C53-B7B9-80BDD0DB55D7}" type="presParOf" srcId="{51BE291C-2751-4F80-8CAF-657D99D0CCF9}" destId="{A8BCAE74-AFF0-4BBB-9FA1-39BC6EDDFDE0}" srcOrd="2" destOrd="0" presId="urn:microsoft.com/office/officeart/2018/2/layout/IconVerticalSolidList"/>
    <dgm:cxn modelId="{1A6A7F55-D955-4273-B887-D9A3082E4766}" type="presParOf" srcId="{51BE291C-2751-4F80-8CAF-657D99D0CCF9}" destId="{937AB435-197D-4AB1-8A01-DBADE4C5054E}" srcOrd="3" destOrd="0" presId="urn:microsoft.com/office/officeart/2018/2/layout/IconVerticalSolidList"/>
    <dgm:cxn modelId="{AE1F5046-0FFD-4CC0-9E21-B374FD4E8956}" type="presParOf" srcId="{CBB691B8-F798-43A6-81F0-76427CAA19EA}" destId="{A5A232AB-B7A5-4287-AB17-35CA7B0BA319}" srcOrd="5" destOrd="0" presId="urn:microsoft.com/office/officeart/2018/2/layout/IconVerticalSolidList"/>
    <dgm:cxn modelId="{A108D633-26E2-493D-9DF4-E27B8F77E17A}" type="presParOf" srcId="{CBB691B8-F798-43A6-81F0-76427CAA19EA}" destId="{E704395E-8B24-4F00-A6B0-471CCBF067D2}" srcOrd="6" destOrd="0" presId="urn:microsoft.com/office/officeart/2018/2/layout/IconVerticalSolidList"/>
    <dgm:cxn modelId="{D5663B8D-8315-4CC7-98AA-54EE9F516E81}" type="presParOf" srcId="{E704395E-8B24-4F00-A6B0-471CCBF067D2}" destId="{DBCFC391-4944-4EEE-9DB2-4C09B47E4F2D}" srcOrd="0" destOrd="0" presId="urn:microsoft.com/office/officeart/2018/2/layout/IconVerticalSolidList"/>
    <dgm:cxn modelId="{90C22365-FCC2-4906-A428-434E91ABC599}" type="presParOf" srcId="{E704395E-8B24-4F00-A6B0-471CCBF067D2}" destId="{AD7B2E5C-895E-40F8-B304-78E8B4E806EA}" srcOrd="1" destOrd="0" presId="urn:microsoft.com/office/officeart/2018/2/layout/IconVerticalSolidList"/>
    <dgm:cxn modelId="{A581A0F2-2C53-4544-AEE0-E1442AB243CC}" type="presParOf" srcId="{E704395E-8B24-4F00-A6B0-471CCBF067D2}" destId="{5CB76BC7-6153-4DDF-8B50-0D0FCA053BEB}" srcOrd="2" destOrd="0" presId="urn:microsoft.com/office/officeart/2018/2/layout/IconVerticalSolidList"/>
    <dgm:cxn modelId="{D6263F14-A03B-447A-B67A-A5551B8E79D5}" type="presParOf" srcId="{E704395E-8B24-4F00-A6B0-471CCBF067D2}" destId="{C4502728-B79B-403C-979A-7D68CC50AC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65C08B-00D2-4A1D-9695-ADE4F8D2688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4C63B7-E5B7-4461-99B0-F7E648884083}">
      <dgm:prSet/>
      <dgm:spPr/>
      <dgm:t>
        <a:bodyPr/>
        <a:lstStyle/>
        <a:p>
          <a:r>
            <a:rPr lang="en-US" b="1"/>
            <a:t>D2</a:t>
          </a:r>
          <a:endParaRPr lang="en-US"/>
        </a:p>
      </dgm:t>
    </dgm:pt>
    <dgm:pt modelId="{55C1B85D-8737-477F-ACBE-9D4EE75FC800}" type="parTrans" cxnId="{CA847A44-853C-418D-83FF-4E79FC2158E9}">
      <dgm:prSet/>
      <dgm:spPr/>
      <dgm:t>
        <a:bodyPr/>
        <a:lstStyle/>
        <a:p>
          <a:endParaRPr lang="en-US"/>
        </a:p>
      </dgm:t>
    </dgm:pt>
    <dgm:pt modelId="{E999E508-4299-4CE8-854F-CE95547BE590}" type="sibTrans" cxnId="{CA847A44-853C-418D-83FF-4E79FC2158E9}">
      <dgm:prSet/>
      <dgm:spPr/>
      <dgm:t>
        <a:bodyPr/>
        <a:lstStyle/>
        <a:p>
          <a:endParaRPr lang="en-US"/>
        </a:p>
      </dgm:t>
    </dgm:pt>
    <dgm:pt modelId="{393706C8-3EEF-4C0F-9DF6-E3E721E6B9B1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HDD storage</a:t>
          </a:r>
          <a:r>
            <a:rPr lang="en-US"/>
            <a:t> (slower but cheap).</a:t>
          </a:r>
        </a:p>
      </dgm:t>
    </dgm:pt>
    <dgm:pt modelId="{81DEDB02-9672-43F0-9676-9353E0213923}" type="parTrans" cxnId="{3D06F9B6-F4A3-4511-AB94-DF533E97FD9D}">
      <dgm:prSet/>
      <dgm:spPr/>
      <dgm:t>
        <a:bodyPr/>
        <a:lstStyle/>
        <a:p>
          <a:endParaRPr lang="en-US"/>
        </a:p>
      </dgm:t>
    </dgm:pt>
    <dgm:pt modelId="{1252A960-FB67-4E7D-9112-8401DD651FB9}" type="sibTrans" cxnId="{3D06F9B6-F4A3-4511-AB94-DF533E97FD9D}">
      <dgm:prSet/>
      <dgm:spPr/>
      <dgm:t>
        <a:bodyPr/>
        <a:lstStyle/>
        <a:p>
          <a:endParaRPr lang="en-US"/>
        </a:p>
      </dgm:t>
    </dgm:pt>
    <dgm:pt modelId="{1EE1C1D2-9E70-4D34-8E48-D34539DDE227}">
      <dgm:prSet/>
      <dgm:spPr/>
      <dgm:t>
        <a:bodyPr/>
        <a:lstStyle/>
        <a:p>
          <a:r>
            <a:rPr lang="en-US"/>
            <a:t>Best for </a:t>
          </a:r>
          <a:r>
            <a:rPr lang="en-US" b="1"/>
            <a:t>sequential read/write</a:t>
          </a:r>
          <a:r>
            <a:rPr lang="en-US"/>
            <a:t> on very large datasets.</a:t>
          </a:r>
        </a:p>
      </dgm:t>
    </dgm:pt>
    <dgm:pt modelId="{6474C930-CABF-4374-9A1B-402EA9A4F17D}" type="parTrans" cxnId="{596C9F0E-1F7F-46A5-B32E-274C52F86391}">
      <dgm:prSet/>
      <dgm:spPr/>
      <dgm:t>
        <a:bodyPr/>
        <a:lstStyle/>
        <a:p>
          <a:endParaRPr lang="en-US"/>
        </a:p>
      </dgm:t>
    </dgm:pt>
    <dgm:pt modelId="{A1C60426-AF7B-4004-91DE-35D20760C0EC}" type="sibTrans" cxnId="{596C9F0E-1F7F-46A5-B32E-274C52F86391}">
      <dgm:prSet/>
      <dgm:spPr/>
      <dgm:t>
        <a:bodyPr/>
        <a:lstStyle/>
        <a:p>
          <a:endParaRPr lang="en-US"/>
        </a:p>
      </dgm:t>
    </dgm:pt>
    <dgm:pt modelId="{92EA11CB-0434-4581-B1E2-9225A865ADF4}">
      <dgm:prSet/>
      <dgm:spPr/>
      <dgm:t>
        <a:bodyPr/>
        <a:lstStyle/>
        <a:p>
          <a:r>
            <a:rPr lang="en-US"/>
            <a:t>Example: Hadoop clusters, log storage.</a:t>
          </a:r>
        </a:p>
      </dgm:t>
    </dgm:pt>
    <dgm:pt modelId="{FB579D80-F647-477D-B4E2-C71465A75F47}" type="parTrans" cxnId="{56A01FFB-0822-4078-9E84-9A00AC4D6A80}">
      <dgm:prSet/>
      <dgm:spPr/>
      <dgm:t>
        <a:bodyPr/>
        <a:lstStyle/>
        <a:p>
          <a:endParaRPr lang="en-US"/>
        </a:p>
      </dgm:t>
    </dgm:pt>
    <dgm:pt modelId="{44F80C0C-DBFA-4130-AB36-9ECBED232847}" type="sibTrans" cxnId="{56A01FFB-0822-4078-9E84-9A00AC4D6A80}">
      <dgm:prSet/>
      <dgm:spPr/>
      <dgm:t>
        <a:bodyPr/>
        <a:lstStyle/>
        <a:p>
          <a:endParaRPr lang="en-US"/>
        </a:p>
      </dgm:t>
    </dgm:pt>
    <dgm:pt modelId="{FFB9AB53-35D7-463C-867C-FCB46E37655E}">
      <dgm:prSet/>
      <dgm:spPr/>
      <dgm:t>
        <a:bodyPr/>
        <a:lstStyle/>
        <a:p>
          <a:r>
            <a:rPr lang="en-US" b="1"/>
            <a:t>H1</a:t>
          </a:r>
          <a:endParaRPr lang="en-US"/>
        </a:p>
      </dgm:t>
    </dgm:pt>
    <dgm:pt modelId="{C7A785AB-C20A-440C-AFCA-1FBD2D1F2666}" type="parTrans" cxnId="{9E07D545-515A-491D-91CB-B61C4B09282A}">
      <dgm:prSet/>
      <dgm:spPr/>
      <dgm:t>
        <a:bodyPr/>
        <a:lstStyle/>
        <a:p>
          <a:endParaRPr lang="en-US"/>
        </a:p>
      </dgm:t>
    </dgm:pt>
    <dgm:pt modelId="{2CD4C5A2-E033-4AF6-8EF2-524BCDFCA5F3}" type="sibTrans" cxnId="{9E07D545-515A-491D-91CB-B61C4B09282A}">
      <dgm:prSet/>
      <dgm:spPr/>
      <dgm:t>
        <a:bodyPr/>
        <a:lstStyle/>
        <a:p>
          <a:endParaRPr lang="en-US"/>
        </a:p>
      </dgm:t>
    </dgm:pt>
    <dgm:pt modelId="{F24D322C-7B94-4B6B-9ADB-74E46A553DE8}">
      <dgm:prSet/>
      <dgm:spPr/>
      <dgm:t>
        <a:bodyPr/>
        <a:lstStyle/>
        <a:p>
          <a:r>
            <a:rPr lang="en-US"/>
            <a:t>Mix of </a:t>
          </a:r>
          <a:r>
            <a:rPr lang="en-US" b="1"/>
            <a:t>high throughput + big HDD storage</a:t>
          </a:r>
          <a:r>
            <a:rPr lang="en-US"/>
            <a:t>.</a:t>
          </a:r>
        </a:p>
      </dgm:t>
    </dgm:pt>
    <dgm:pt modelId="{67FE2227-6FA2-459E-9A3D-2BB7C03AC771}" type="parTrans" cxnId="{BC690DA6-0D92-4B6D-8E1B-DED887445F04}">
      <dgm:prSet/>
      <dgm:spPr/>
      <dgm:t>
        <a:bodyPr/>
        <a:lstStyle/>
        <a:p>
          <a:endParaRPr lang="en-US"/>
        </a:p>
      </dgm:t>
    </dgm:pt>
    <dgm:pt modelId="{DEBFD73B-0783-44C3-B4E5-EFA40C1FCC18}" type="sibTrans" cxnId="{BC690DA6-0D92-4B6D-8E1B-DED887445F04}">
      <dgm:prSet/>
      <dgm:spPr/>
      <dgm:t>
        <a:bodyPr/>
        <a:lstStyle/>
        <a:p>
          <a:endParaRPr lang="en-US"/>
        </a:p>
      </dgm:t>
    </dgm:pt>
    <dgm:pt modelId="{6606CB59-A097-42B9-AFBB-351A384D794B}">
      <dgm:prSet/>
      <dgm:spPr/>
      <dgm:t>
        <a:bodyPr/>
        <a:lstStyle/>
        <a:p>
          <a:r>
            <a:rPr lang="en-US"/>
            <a:t>Best for </a:t>
          </a:r>
          <a:r>
            <a:rPr lang="en-US" b="1"/>
            <a:t>large-scale data processing</a:t>
          </a:r>
          <a:r>
            <a:rPr lang="en-US"/>
            <a:t>.</a:t>
          </a:r>
        </a:p>
      </dgm:t>
    </dgm:pt>
    <dgm:pt modelId="{7C13EE10-9461-4B67-8969-0F122C21173D}" type="parTrans" cxnId="{5132D170-7436-4D5B-94D8-DA7905C54CE7}">
      <dgm:prSet/>
      <dgm:spPr/>
      <dgm:t>
        <a:bodyPr/>
        <a:lstStyle/>
        <a:p>
          <a:endParaRPr lang="en-US"/>
        </a:p>
      </dgm:t>
    </dgm:pt>
    <dgm:pt modelId="{51261547-CD5C-4210-9456-F0BCF94EDAA8}" type="sibTrans" cxnId="{5132D170-7436-4D5B-94D8-DA7905C54CE7}">
      <dgm:prSet/>
      <dgm:spPr/>
      <dgm:t>
        <a:bodyPr/>
        <a:lstStyle/>
        <a:p>
          <a:endParaRPr lang="en-US"/>
        </a:p>
      </dgm:t>
    </dgm:pt>
    <dgm:pt modelId="{84BE8707-F399-471A-9E6B-E09CA36ED882}">
      <dgm:prSet/>
      <dgm:spPr/>
      <dgm:t>
        <a:bodyPr/>
        <a:lstStyle/>
        <a:p>
          <a:r>
            <a:rPr lang="en-US"/>
            <a:t>Example: Big Data analytics, video processing.</a:t>
          </a:r>
        </a:p>
      </dgm:t>
    </dgm:pt>
    <dgm:pt modelId="{F7155D63-B4C0-4C6D-84EF-0BDF968AF3FC}" type="parTrans" cxnId="{88667A09-DC80-416E-8ACE-DB41B4383F79}">
      <dgm:prSet/>
      <dgm:spPr/>
      <dgm:t>
        <a:bodyPr/>
        <a:lstStyle/>
        <a:p>
          <a:endParaRPr lang="en-US"/>
        </a:p>
      </dgm:t>
    </dgm:pt>
    <dgm:pt modelId="{64680C87-E5F0-42D5-95B0-A38916D5EB7A}" type="sibTrans" cxnId="{88667A09-DC80-416E-8ACE-DB41B4383F79}">
      <dgm:prSet/>
      <dgm:spPr/>
      <dgm:t>
        <a:bodyPr/>
        <a:lstStyle/>
        <a:p>
          <a:endParaRPr lang="en-US"/>
        </a:p>
      </dgm:t>
    </dgm:pt>
    <dgm:pt modelId="{48CA12FD-1A70-4B42-8556-A86E78096157}" type="pres">
      <dgm:prSet presAssocID="{1565C08B-00D2-4A1D-9695-ADE4F8D2688E}" presName="vert0" presStyleCnt="0">
        <dgm:presLayoutVars>
          <dgm:dir/>
          <dgm:animOne val="branch"/>
          <dgm:animLvl val="lvl"/>
        </dgm:presLayoutVars>
      </dgm:prSet>
      <dgm:spPr/>
    </dgm:pt>
    <dgm:pt modelId="{2C1D2792-6738-4AB0-87A7-36C1487CA92F}" type="pres">
      <dgm:prSet presAssocID="{8D4C63B7-E5B7-4461-99B0-F7E648884083}" presName="thickLine" presStyleLbl="alignNode1" presStyleIdx="0" presStyleCnt="8"/>
      <dgm:spPr/>
    </dgm:pt>
    <dgm:pt modelId="{617DC7F0-BEE4-4D30-8DF2-380A86E56E5A}" type="pres">
      <dgm:prSet presAssocID="{8D4C63B7-E5B7-4461-99B0-F7E648884083}" presName="horz1" presStyleCnt="0"/>
      <dgm:spPr/>
    </dgm:pt>
    <dgm:pt modelId="{1F8158BC-F96E-4295-99C9-86E952D3295E}" type="pres">
      <dgm:prSet presAssocID="{8D4C63B7-E5B7-4461-99B0-F7E648884083}" presName="tx1" presStyleLbl="revTx" presStyleIdx="0" presStyleCnt="8"/>
      <dgm:spPr/>
    </dgm:pt>
    <dgm:pt modelId="{BD24237D-FF27-4F07-BB22-52D60DC08B8E}" type="pres">
      <dgm:prSet presAssocID="{8D4C63B7-E5B7-4461-99B0-F7E648884083}" presName="vert1" presStyleCnt="0"/>
      <dgm:spPr/>
    </dgm:pt>
    <dgm:pt modelId="{2526C161-AD9F-4996-BB14-E846593D8068}" type="pres">
      <dgm:prSet presAssocID="{393706C8-3EEF-4C0F-9DF6-E3E721E6B9B1}" presName="thickLine" presStyleLbl="alignNode1" presStyleIdx="1" presStyleCnt="8"/>
      <dgm:spPr/>
    </dgm:pt>
    <dgm:pt modelId="{733A4272-80D0-4A7D-954E-4E5F83B53ADB}" type="pres">
      <dgm:prSet presAssocID="{393706C8-3EEF-4C0F-9DF6-E3E721E6B9B1}" presName="horz1" presStyleCnt="0"/>
      <dgm:spPr/>
    </dgm:pt>
    <dgm:pt modelId="{DB6DAC69-ADC7-4AB4-AF9C-10DF04E5DE68}" type="pres">
      <dgm:prSet presAssocID="{393706C8-3EEF-4C0F-9DF6-E3E721E6B9B1}" presName="tx1" presStyleLbl="revTx" presStyleIdx="1" presStyleCnt="8"/>
      <dgm:spPr/>
    </dgm:pt>
    <dgm:pt modelId="{C777DF49-E66F-414E-9090-61AF4CB2842E}" type="pres">
      <dgm:prSet presAssocID="{393706C8-3EEF-4C0F-9DF6-E3E721E6B9B1}" presName="vert1" presStyleCnt="0"/>
      <dgm:spPr/>
    </dgm:pt>
    <dgm:pt modelId="{5109D022-906D-400A-94C6-C2B60746BEB8}" type="pres">
      <dgm:prSet presAssocID="{1EE1C1D2-9E70-4D34-8E48-D34539DDE227}" presName="thickLine" presStyleLbl="alignNode1" presStyleIdx="2" presStyleCnt="8"/>
      <dgm:spPr/>
    </dgm:pt>
    <dgm:pt modelId="{A95E3EC8-6651-484D-A4E2-43D16C2A5D12}" type="pres">
      <dgm:prSet presAssocID="{1EE1C1D2-9E70-4D34-8E48-D34539DDE227}" presName="horz1" presStyleCnt="0"/>
      <dgm:spPr/>
    </dgm:pt>
    <dgm:pt modelId="{9B0CD526-A0B9-439A-9DF6-AFB8D8D7DE97}" type="pres">
      <dgm:prSet presAssocID="{1EE1C1D2-9E70-4D34-8E48-D34539DDE227}" presName="tx1" presStyleLbl="revTx" presStyleIdx="2" presStyleCnt="8"/>
      <dgm:spPr/>
    </dgm:pt>
    <dgm:pt modelId="{3EB0AE88-E57E-4E87-9DE0-E63E4A887198}" type="pres">
      <dgm:prSet presAssocID="{1EE1C1D2-9E70-4D34-8E48-D34539DDE227}" presName="vert1" presStyleCnt="0"/>
      <dgm:spPr/>
    </dgm:pt>
    <dgm:pt modelId="{FEC82B2D-FB1D-4498-848C-D98660779B8A}" type="pres">
      <dgm:prSet presAssocID="{92EA11CB-0434-4581-B1E2-9225A865ADF4}" presName="thickLine" presStyleLbl="alignNode1" presStyleIdx="3" presStyleCnt="8"/>
      <dgm:spPr/>
    </dgm:pt>
    <dgm:pt modelId="{D18E9A0B-5BD2-4CAA-A0A9-01428D5BEA5A}" type="pres">
      <dgm:prSet presAssocID="{92EA11CB-0434-4581-B1E2-9225A865ADF4}" presName="horz1" presStyleCnt="0"/>
      <dgm:spPr/>
    </dgm:pt>
    <dgm:pt modelId="{23DAB0A0-409F-4C53-AC54-4E98FB2444E7}" type="pres">
      <dgm:prSet presAssocID="{92EA11CB-0434-4581-B1E2-9225A865ADF4}" presName="tx1" presStyleLbl="revTx" presStyleIdx="3" presStyleCnt="8"/>
      <dgm:spPr/>
    </dgm:pt>
    <dgm:pt modelId="{79AE75A4-B28C-4004-9D09-E8C8DAF812DC}" type="pres">
      <dgm:prSet presAssocID="{92EA11CB-0434-4581-B1E2-9225A865ADF4}" presName="vert1" presStyleCnt="0"/>
      <dgm:spPr/>
    </dgm:pt>
    <dgm:pt modelId="{A5E566FD-2779-402B-B76F-501975DF9DD7}" type="pres">
      <dgm:prSet presAssocID="{FFB9AB53-35D7-463C-867C-FCB46E37655E}" presName="thickLine" presStyleLbl="alignNode1" presStyleIdx="4" presStyleCnt="8"/>
      <dgm:spPr/>
    </dgm:pt>
    <dgm:pt modelId="{AC0A39A5-7DB0-440A-92B7-8C5D575A09C3}" type="pres">
      <dgm:prSet presAssocID="{FFB9AB53-35D7-463C-867C-FCB46E37655E}" presName="horz1" presStyleCnt="0"/>
      <dgm:spPr/>
    </dgm:pt>
    <dgm:pt modelId="{F9A44C8B-7761-4679-B6BF-29943B9087C8}" type="pres">
      <dgm:prSet presAssocID="{FFB9AB53-35D7-463C-867C-FCB46E37655E}" presName="tx1" presStyleLbl="revTx" presStyleIdx="4" presStyleCnt="8"/>
      <dgm:spPr/>
    </dgm:pt>
    <dgm:pt modelId="{E74C4419-4188-4FC4-81E6-57055DC4E6A4}" type="pres">
      <dgm:prSet presAssocID="{FFB9AB53-35D7-463C-867C-FCB46E37655E}" presName="vert1" presStyleCnt="0"/>
      <dgm:spPr/>
    </dgm:pt>
    <dgm:pt modelId="{F665B098-682B-457D-9856-CB2AD8B3523B}" type="pres">
      <dgm:prSet presAssocID="{F24D322C-7B94-4B6B-9ADB-74E46A553DE8}" presName="thickLine" presStyleLbl="alignNode1" presStyleIdx="5" presStyleCnt="8"/>
      <dgm:spPr/>
    </dgm:pt>
    <dgm:pt modelId="{56C7B324-FA64-49A7-A71E-BFD422401356}" type="pres">
      <dgm:prSet presAssocID="{F24D322C-7B94-4B6B-9ADB-74E46A553DE8}" presName="horz1" presStyleCnt="0"/>
      <dgm:spPr/>
    </dgm:pt>
    <dgm:pt modelId="{F0ED7B9F-C990-4D77-87C3-0B80B3C02C22}" type="pres">
      <dgm:prSet presAssocID="{F24D322C-7B94-4B6B-9ADB-74E46A553DE8}" presName="tx1" presStyleLbl="revTx" presStyleIdx="5" presStyleCnt="8"/>
      <dgm:spPr/>
    </dgm:pt>
    <dgm:pt modelId="{13B37297-8B6C-4401-9452-21CA8177DAA1}" type="pres">
      <dgm:prSet presAssocID="{F24D322C-7B94-4B6B-9ADB-74E46A553DE8}" presName="vert1" presStyleCnt="0"/>
      <dgm:spPr/>
    </dgm:pt>
    <dgm:pt modelId="{00EF9368-AFE0-4D1F-92C6-DF480F8A78D5}" type="pres">
      <dgm:prSet presAssocID="{6606CB59-A097-42B9-AFBB-351A384D794B}" presName="thickLine" presStyleLbl="alignNode1" presStyleIdx="6" presStyleCnt="8"/>
      <dgm:spPr/>
    </dgm:pt>
    <dgm:pt modelId="{9AD202C4-34AA-4380-A6C2-F4A8B9962E43}" type="pres">
      <dgm:prSet presAssocID="{6606CB59-A097-42B9-AFBB-351A384D794B}" presName="horz1" presStyleCnt="0"/>
      <dgm:spPr/>
    </dgm:pt>
    <dgm:pt modelId="{07BCAD5F-A9E9-4344-AE60-609D4BAA9B4C}" type="pres">
      <dgm:prSet presAssocID="{6606CB59-A097-42B9-AFBB-351A384D794B}" presName="tx1" presStyleLbl="revTx" presStyleIdx="6" presStyleCnt="8"/>
      <dgm:spPr/>
    </dgm:pt>
    <dgm:pt modelId="{DB82EEA1-9758-454D-8B7C-D895B4552F26}" type="pres">
      <dgm:prSet presAssocID="{6606CB59-A097-42B9-AFBB-351A384D794B}" presName="vert1" presStyleCnt="0"/>
      <dgm:spPr/>
    </dgm:pt>
    <dgm:pt modelId="{B9125F88-9ADC-43D0-B09C-E5A9D8C05699}" type="pres">
      <dgm:prSet presAssocID="{84BE8707-F399-471A-9E6B-E09CA36ED882}" presName="thickLine" presStyleLbl="alignNode1" presStyleIdx="7" presStyleCnt="8"/>
      <dgm:spPr/>
    </dgm:pt>
    <dgm:pt modelId="{D2404FCD-6C46-4878-BD22-10FEC202EBB7}" type="pres">
      <dgm:prSet presAssocID="{84BE8707-F399-471A-9E6B-E09CA36ED882}" presName="horz1" presStyleCnt="0"/>
      <dgm:spPr/>
    </dgm:pt>
    <dgm:pt modelId="{EF407674-DA7F-42A1-9947-02E2D7C0694D}" type="pres">
      <dgm:prSet presAssocID="{84BE8707-F399-471A-9E6B-E09CA36ED882}" presName="tx1" presStyleLbl="revTx" presStyleIdx="7" presStyleCnt="8"/>
      <dgm:spPr/>
    </dgm:pt>
    <dgm:pt modelId="{AD1580B1-8E4D-4DE6-9CD4-E6EB86C342F5}" type="pres">
      <dgm:prSet presAssocID="{84BE8707-F399-471A-9E6B-E09CA36ED882}" presName="vert1" presStyleCnt="0"/>
      <dgm:spPr/>
    </dgm:pt>
  </dgm:ptLst>
  <dgm:cxnLst>
    <dgm:cxn modelId="{88667A09-DC80-416E-8ACE-DB41B4383F79}" srcId="{1565C08B-00D2-4A1D-9695-ADE4F8D2688E}" destId="{84BE8707-F399-471A-9E6B-E09CA36ED882}" srcOrd="7" destOrd="0" parTransId="{F7155D63-B4C0-4C6D-84EF-0BDF968AF3FC}" sibTransId="{64680C87-E5F0-42D5-95B0-A38916D5EB7A}"/>
    <dgm:cxn modelId="{596C9F0E-1F7F-46A5-B32E-274C52F86391}" srcId="{1565C08B-00D2-4A1D-9695-ADE4F8D2688E}" destId="{1EE1C1D2-9E70-4D34-8E48-D34539DDE227}" srcOrd="2" destOrd="0" parTransId="{6474C930-CABF-4374-9A1B-402EA9A4F17D}" sibTransId="{A1C60426-AF7B-4004-91DE-35D20760C0EC}"/>
    <dgm:cxn modelId="{7AC81231-0C36-406C-8CCA-613D73A774A9}" type="presOf" srcId="{F24D322C-7B94-4B6B-9ADB-74E46A553DE8}" destId="{F0ED7B9F-C990-4D77-87C3-0B80B3C02C22}" srcOrd="0" destOrd="0" presId="urn:microsoft.com/office/officeart/2008/layout/LinedList"/>
    <dgm:cxn modelId="{2603333D-A735-4397-8C59-0824153C191F}" type="presOf" srcId="{6606CB59-A097-42B9-AFBB-351A384D794B}" destId="{07BCAD5F-A9E9-4344-AE60-609D4BAA9B4C}" srcOrd="0" destOrd="0" presId="urn:microsoft.com/office/officeart/2008/layout/LinedList"/>
    <dgm:cxn modelId="{CA847A44-853C-418D-83FF-4E79FC2158E9}" srcId="{1565C08B-00D2-4A1D-9695-ADE4F8D2688E}" destId="{8D4C63B7-E5B7-4461-99B0-F7E648884083}" srcOrd="0" destOrd="0" parTransId="{55C1B85D-8737-477F-ACBE-9D4EE75FC800}" sibTransId="{E999E508-4299-4CE8-854F-CE95547BE590}"/>
    <dgm:cxn modelId="{9E07D545-515A-491D-91CB-B61C4B09282A}" srcId="{1565C08B-00D2-4A1D-9695-ADE4F8D2688E}" destId="{FFB9AB53-35D7-463C-867C-FCB46E37655E}" srcOrd="4" destOrd="0" parTransId="{C7A785AB-C20A-440C-AFCA-1FBD2D1F2666}" sibTransId="{2CD4C5A2-E033-4AF6-8EF2-524BCDFCA5F3}"/>
    <dgm:cxn modelId="{5132D170-7436-4D5B-94D8-DA7905C54CE7}" srcId="{1565C08B-00D2-4A1D-9695-ADE4F8D2688E}" destId="{6606CB59-A097-42B9-AFBB-351A384D794B}" srcOrd="6" destOrd="0" parTransId="{7C13EE10-9461-4B67-8969-0F122C21173D}" sibTransId="{51261547-CD5C-4210-9456-F0BCF94EDAA8}"/>
    <dgm:cxn modelId="{7CA69276-5787-4F0C-8DFB-136FE31C1901}" type="presOf" srcId="{1565C08B-00D2-4A1D-9695-ADE4F8D2688E}" destId="{48CA12FD-1A70-4B42-8556-A86E78096157}" srcOrd="0" destOrd="0" presId="urn:microsoft.com/office/officeart/2008/layout/LinedList"/>
    <dgm:cxn modelId="{87043E5A-496C-44DB-9588-801B24C3FDC7}" type="presOf" srcId="{8D4C63B7-E5B7-4461-99B0-F7E648884083}" destId="{1F8158BC-F96E-4295-99C9-86E952D3295E}" srcOrd="0" destOrd="0" presId="urn:microsoft.com/office/officeart/2008/layout/LinedList"/>
    <dgm:cxn modelId="{243E5B89-CEBA-4245-B52F-E61FCEE58E2D}" type="presOf" srcId="{84BE8707-F399-471A-9E6B-E09CA36ED882}" destId="{EF407674-DA7F-42A1-9947-02E2D7C0694D}" srcOrd="0" destOrd="0" presId="urn:microsoft.com/office/officeart/2008/layout/LinedList"/>
    <dgm:cxn modelId="{BC690DA6-0D92-4B6D-8E1B-DED887445F04}" srcId="{1565C08B-00D2-4A1D-9695-ADE4F8D2688E}" destId="{F24D322C-7B94-4B6B-9ADB-74E46A553DE8}" srcOrd="5" destOrd="0" parTransId="{67FE2227-6FA2-459E-9A3D-2BB7C03AC771}" sibTransId="{DEBFD73B-0783-44C3-B4E5-EFA40C1FCC18}"/>
    <dgm:cxn modelId="{A502D3B4-FDFB-480D-9CDF-73C5034224D6}" type="presOf" srcId="{1EE1C1D2-9E70-4D34-8E48-D34539DDE227}" destId="{9B0CD526-A0B9-439A-9DF6-AFB8D8D7DE97}" srcOrd="0" destOrd="0" presId="urn:microsoft.com/office/officeart/2008/layout/LinedList"/>
    <dgm:cxn modelId="{3D06F9B6-F4A3-4511-AB94-DF533E97FD9D}" srcId="{1565C08B-00D2-4A1D-9695-ADE4F8D2688E}" destId="{393706C8-3EEF-4C0F-9DF6-E3E721E6B9B1}" srcOrd="1" destOrd="0" parTransId="{81DEDB02-9672-43F0-9676-9353E0213923}" sibTransId="{1252A960-FB67-4E7D-9112-8401DD651FB9}"/>
    <dgm:cxn modelId="{2F36EBC1-B575-4F75-ADFC-DCD3DAE695EC}" type="presOf" srcId="{FFB9AB53-35D7-463C-867C-FCB46E37655E}" destId="{F9A44C8B-7761-4679-B6BF-29943B9087C8}" srcOrd="0" destOrd="0" presId="urn:microsoft.com/office/officeart/2008/layout/LinedList"/>
    <dgm:cxn modelId="{D2AD53C7-DA79-4769-BB45-466134F6590B}" type="presOf" srcId="{92EA11CB-0434-4581-B1E2-9225A865ADF4}" destId="{23DAB0A0-409F-4C53-AC54-4E98FB2444E7}" srcOrd="0" destOrd="0" presId="urn:microsoft.com/office/officeart/2008/layout/LinedList"/>
    <dgm:cxn modelId="{6A4C5CD0-CB04-490C-9926-4D7446E77685}" type="presOf" srcId="{393706C8-3EEF-4C0F-9DF6-E3E721E6B9B1}" destId="{DB6DAC69-ADC7-4AB4-AF9C-10DF04E5DE68}" srcOrd="0" destOrd="0" presId="urn:microsoft.com/office/officeart/2008/layout/LinedList"/>
    <dgm:cxn modelId="{56A01FFB-0822-4078-9E84-9A00AC4D6A80}" srcId="{1565C08B-00D2-4A1D-9695-ADE4F8D2688E}" destId="{92EA11CB-0434-4581-B1E2-9225A865ADF4}" srcOrd="3" destOrd="0" parTransId="{FB579D80-F647-477D-B4E2-C71465A75F47}" sibTransId="{44F80C0C-DBFA-4130-AB36-9ECBED232847}"/>
    <dgm:cxn modelId="{ABA80998-BA85-4D91-A9D4-C3BC52309160}" type="presParOf" srcId="{48CA12FD-1A70-4B42-8556-A86E78096157}" destId="{2C1D2792-6738-4AB0-87A7-36C1487CA92F}" srcOrd="0" destOrd="0" presId="urn:microsoft.com/office/officeart/2008/layout/LinedList"/>
    <dgm:cxn modelId="{4D930127-81F1-4DCD-B933-2BC4C24AAF50}" type="presParOf" srcId="{48CA12FD-1A70-4B42-8556-A86E78096157}" destId="{617DC7F0-BEE4-4D30-8DF2-380A86E56E5A}" srcOrd="1" destOrd="0" presId="urn:microsoft.com/office/officeart/2008/layout/LinedList"/>
    <dgm:cxn modelId="{FDF08BBD-3773-4139-A15B-2865F931D5BF}" type="presParOf" srcId="{617DC7F0-BEE4-4D30-8DF2-380A86E56E5A}" destId="{1F8158BC-F96E-4295-99C9-86E952D3295E}" srcOrd="0" destOrd="0" presId="urn:microsoft.com/office/officeart/2008/layout/LinedList"/>
    <dgm:cxn modelId="{ADD74919-AF17-4D4A-96B1-F0105586D9A6}" type="presParOf" srcId="{617DC7F0-BEE4-4D30-8DF2-380A86E56E5A}" destId="{BD24237D-FF27-4F07-BB22-52D60DC08B8E}" srcOrd="1" destOrd="0" presId="urn:microsoft.com/office/officeart/2008/layout/LinedList"/>
    <dgm:cxn modelId="{029B1427-9B38-409D-841A-A0234463396F}" type="presParOf" srcId="{48CA12FD-1A70-4B42-8556-A86E78096157}" destId="{2526C161-AD9F-4996-BB14-E846593D8068}" srcOrd="2" destOrd="0" presId="urn:microsoft.com/office/officeart/2008/layout/LinedList"/>
    <dgm:cxn modelId="{795CA944-C953-422D-99A0-2D4A747CA4D3}" type="presParOf" srcId="{48CA12FD-1A70-4B42-8556-A86E78096157}" destId="{733A4272-80D0-4A7D-954E-4E5F83B53ADB}" srcOrd="3" destOrd="0" presId="urn:microsoft.com/office/officeart/2008/layout/LinedList"/>
    <dgm:cxn modelId="{BC225254-921A-4851-805F-3A79A5FD0B70}" type="presParOf" srcId="{733A4272-80D0-4A7D-954E-4E5F83B53ADB}" destId="{DB6DAC69-ADC7-4AB4-AF9C-10DF04E5DE68}" srcOrd="0" destOrd="0" presId="urn:microsoft.com/office/officeart/2008/layout/LinedList"/>
    <dgm:cxn modelId="{35149418-75E7-47D7-AB49-C1298AB348E1}" type="presParOf" srcId="{733A4272-80D0-4A7D-954E-4E5F83B53ADB}" destId="{C777DF49-E66F-414E-9090-61AF4CB2842E}" srcOrd="1" destOrd="0" presId="urn:microsoft.com/office/officeart/2008/layout/LinedList"/>
    <dgm:cxn modelId="{60A3B7FF-33A4-4CA6-AAF4-275F886D6FC1}" type="presParOf" srcId="{48CA12FD-1A70-4B42-8556-A86E78096157}" destId="{5109D022-906D-400A-94C6-C2B60746BEB8}" srcOrd="4" destOrd="0" presId="urn:microsoft.com/office/officeart/2008/layout/LinedList"/>
    <dgm:cxn modelId="{641E5D76-C00A-49AA-AD32-E401FD1FA8AC}" type="presParOf" srcId="{48CA12FD-1A70-4B42-8556-A86E78096157}" destId="{A95E3EC8-6651-484D-A4E2-43D16C2A5D12}" srcOrd="5" destOrd="0" presId="urn:microsoft.com/office/officeart/2008/layout/LinedList"/>
    <dgm:cxn modelId="{E3BC0120-88B4-46AB-B4A2-88B805D1F844}" type="presParOf" srcId="{A95E3EC8-6651-484D-A4E2-43D16C2A5D12}" destId="{9B0CD526-A0B9-439A-9DF6-AFB8D8D7DE97}" srcOrd="0" destOrd="0" presId="urn:microsoft.com/office/officeart/2008/layout/LinedList"/>
    <dgm:cxn modelId="{C7EC75A8-5C9E-40CD-A7E8-3C5E4466852B}" type="presParOf" srcId="{A95E3EC8-6651-484D-A4E2-43D16C2A5D12}" destId="{3EB0AE88-E57E-4E87-9DE0-E63E4A887198}" srcOrd="1" destOrd="0" presId="urn:microsoft.com/office/officeart/2008/layout/LinedList"/>
    <dgm:cxn modelId="{15293DFD-355F-481B-9128-446B40B66942}" type="presParOf" srcId="{48CA12FD-1A70-4B42-8556-A86E78096157}" destId="{FEC82B2D-FB1D-4498-848C-D98660779B8A}" srcOrd="6" destOrd="0" presId="urn:microsoft.com/office/officeart/2008/layout/LinedList"/>
    <dgm:cxn modelId="{DA1C81F6-7EAA-475F-8223-F1E3E55BA43D}" type="presParOf" srcId="{48CA12FD-1A70-4B42-8556-A86E78096157}" destId="{D18E9A0B-5BD2-4CAA-A0A9-01428D5BEA5A}" srcOrd="7" destOrd="0" presId="urn:microsoft.com/office/officeart/2008/layout/LinedList"/>
    <dgm:cxn modelId="{3A05E2BC-82DA-4782-BB53-6CC27861D97F}" type="presParOf" srcId="{D18E9A0B-5BD2-4CAA-A0A9-01428D5BEA5A}" destId="{23DAB0A0-409F-4C53-AC54-4E98FB2444E7}" srcOrd="0" destOrd="0" presId="urn:microsoft.com/office/officeart/2008/layout/LinedList"/>
    <dgm:cxn modelId="{94F797CC-4519-49AF-9C80-5DDB57C78046}" type="presParOf" srcId="{D18E9A0B-5BD2-4CAA-A0A9-01428D5BEA5A}" destId="{79AE75A4-B28C-4004-9D09-E8C8DAF812DC}" srcOrd="1" destOrd="0" presId="urn:microsoft.com/office/officeart/2008/layout/LinedList"/>
    <dgm:cxn modelId="{E8C561B7-F649-4D5F-824C-63BC505ECF69}" type="presParOf" srcId="{48CA12FD-1A70-4B42-8556-A86E78096157}" destId="{A5E566FD-2779-402B-B76F-501975DF9DD7}" srcOrd="8" destOrd="0" presId="urn:microsoft.com/office/officeart/2008/layout/LinedList"/>
    <dgm:cxn modelId="{BF527769-E945-482D-89D3-4A3364E9E42E}" type="presParOf" srcId="{48CA12FD-1A70-4B42-8556-A86E78096157}" destId="{AC0A39A5-7DB0-440A-92B7-8C5D575A09C3}" srcOrd="9" destOrd="0" presId="urn:microsoft.com/office/officeart/2008/layout/LinedList"/>
    <dgm:cxn modelId="{CC5F93A6-5992-4FF8-B99C-A436E1D6A0FD}" type="presParOf" srcId="{AC0A39A5-7DB0-440A-92B7-8C5D575A09C3}" destId="{F9A44C8B-7761-4679-B6BF-29943B9087C8}" srcOrd="0" destOrd="0" presId="urn:microsoft.com/office/officeart/2008/layout/LinedList"/>
    <dgm:cxn modelId="{C8F44DDC-0DAE-4051-9D7A-038D1DFCE3D7}" type="presParOf" srcId="{AC0A39A5-7DB0-440A-92B7-8C5D575A09C3}" destId="{E74C4419-4188-4FC4-81E6-57055DC4E6A4}" srcOrd="1" destOrd="0" presId="urn:microsoft.com/office/officeart/2008/layout/LinedList"/>
    <dgm:cxn modelId="{04B0DA50-B583-4804-9CBB-28DEEA9A7436}" type="presParOf" srcId="{48CA12FD-1A70-4B42-8556-A86E78096157}" destId="{F665B098-682B-457D-9856-CB2AD8B3523B}" srcOrd="10" destOrd="0" presId="urn:microsoft.com/office/officeart/2008/layout/LinedList"/>
    <dgm:cxn modelId="{377E9056-9999-4FFB-B2A8-40AAFCF6ECBA}" type="presParOf" srcId="{48CA12FD-1A70-4B42-8556-A86E78096157}" destId="{56C7B324-FA64-49A7-A71E-BFD422401356}" srcOrd="11" destOrd="0" presId="urn:microsoft.com/office/officeart/2008/layout/LinedList"/>
    <dgm:cxn modelId="{A803EEB7-6185-4A77-A73B-7E37BFB883DA}" type="presParOf" srcId="{56C7B324-FA64-49A7-A71E-BFD422401356}" destId="{F0ED7B9F-C990-4D77-87C3-0B80B3C02C22}" srcOrd="0" destOrd="0" presId="urn:microsoft.com/office/officeart/2008/layout/LinedList"/>
    <dgm:cxn modelId="{0E251326-6972-4058-B3CD-9FC8A7ED299F}" type="presParOf" srcId="{56C7B324-FA64-49A7-A71E-BFD422401356}" destId="{13B37297-8B6C-4401-9452-21CA8177DAA1}" srcOrd="1" destOrd="0" presId="urn:microsoft.com/office/officeart/2008/layout/LinedList"/>
    <dgm:cxn modelId="{441274CD-9CCF-4934-B00C-EBE0061C1E28}" type="presParOf" srcId="{48CA12FD-1A70-4B42-8556-A86E78096157}" destId="{00EF9368-AFE0-4D1F-92C6-DF480F8A78D5}" srcOrd="12" destOrd="0" presId="urn:microsoft.com/office/officeart/2008/layout/LinedList"/>
    <dgm:cxn modelId="{4E7DB47E-ECBA-4855-94E2-8930E1D1FBF1}" type="presParOf" srcId="{48CA12FD-1A70-4B42-8556-A86E78096157}" destId="{9AD202C4-34AA-4380-A6C2-F4A8B9962E43}" srcOrd="13" destOrd="0" presId="urn:microsoft.com/office/officeart/2008/layout/LinedList"/>
    <dgm:cxn modelId="{7488882B-8F50-42B5-99E8-02C71593D631}" type="presParOf" srcId="{9AD202C4-34AA-4380-A6C2-F4A8B9962E43}" destId="{07BCAD5F-A9E9-4344-AE60-609D4BAA9B4C}" srcOrd="0" destOrd="0" presId="urn:microsoft.com/office/officeart/2008/layout/LinedList"/>
    <dgm:cxn modelId="{26B69CDF-50A2-437E-A537-1EF610071C1F}" type="presParOf" srcId="{9AD202C4-34AA-4380-A6C2-F4A8B9962E43}" destId="{DB82EEA1-9758-454D-8B7C-D895B4552F26}" srcOrd="1" destOrd="0" presId="urn:microsoft.com/office/officeart/2008/layout/LinedList"/>
    <dgm:cxn modelId="{BCE30B55-EF28-43E4-8830-A353F455CFAB}" type="presParOf" srcId="{48CA12FD-1A70-4B42-8556-A86E78096157}" destId="{B9125F88-9ADC-43D0-B09C-E5A9D8C05699}" srcOrd="14" destOrd="0" presId="urn:microsoft.com/office/officeart/2008/layout/LinedList"/>
    <dgm:cxn modelId="{3920E2ED-5998-42BA-AB2D-BD7AD0B0B365}" type="presParOf" srcId="{48CA12FD-1A70-4B42-8556-A86E78096157}" destId="{D2404FCD-6C46-4878-BD22-10FEC202EBB7}" srcOrd="15" destOrd="0" presId="urn:microsoft.com/office/officeart/2008/layout/LinedList"/>
    <dgm:cxn modelId="{337E5463-4030-47BA-A420-7291D38E1CEE}" type="presParOf" srcId="{D2404FCD-6C46-4878-BD22-10FEC202EBB7}" destId="{EF407674-DA7F-42A1-9947-02E2D7C0694D}" srcOrd="0" destOrd="0" presId="urn:microsoft.com/office/officeart/2008/layout/LinedList"/>
    <dgm:cxn modelId="{9241C6F3-ABE3-4BDE-878B-B8016F9DF9B1}" type="presParOf" srcId="{D2404FCD-6C46-4878-BD22-10FEC202EBB7}" destId="{AD1580B1-8E4D-4DE6-9CD4-E6EB86C342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60235FD-CDBC-456E-9B42-BE8A9216B6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9385BC-61E5-4DDC-8F5C-2A56D07E767E}">
      <dgm:prSet/>
      <dgm:spPr/>
      <dgm:t>
        <a:bodyPr/>
        <a:lstStyle/>
        <a:p>
          <a:r>
            <a:rPr lang="en-US"/>
            <a:t>If you need </a:t>
          </a:r>
          <a:r>
            <a:rPr lang="en-US" b="1"/>
            <a:t>super-fast DB access</a:t>
          </a:r>
          <a:r>
            <a:rPr lang="en-US"/>
            <a:t> → use </a:t>
          </a:r>
          <a:r>
            <a:rPr lang="en-US" b="1"/>
            <a:t>I3/I4i</a:t>
          </a:r>
          <a:r>
            <a:rPr lang="en-US"/>
            <a:t>.</a:t>
          </a:r>
        </a:p>
      </dgm:t>
    </dgm:pt>
    <dgm:pt modelId="{C318BEA5-DCE1-4F28-B746-D965C17B49CA}" type="parTrans" cxnId="{A9F627AE-427A-438B-8E83-005F5728F9F3}">
      <dgm:prSet/>
      <dgm:spPr/>
      <dgm:t>
        <a:bodyPr/>
        <a:lstStyle/>
        <a:p>
          <a:endParaRPr lang="en-US"/>
        </a:p>
      </dgm:t>
    </dgm:pt>
    <dgm:pt modelId="{DD2254F5-4E1E-41FC-949B-AA6DA7A0FA7E}" type="sibTrans" cxnId="{A9F627AE-427A-438B-8E83-005F5728F9F3}">
      <dgm:prSet/>
      <dgm:spPr/>
      <dgm:t>
        <a:bodyPr/>
        <a:lstStyle/>
        <a:p>
          <a:endParaRPr lang="en-US"/>
        </a:p>
      </dgm:t>
    </dgm:pt>
    <dgm:pt modelId="{72FAD24A-41E2-402B-BB96-0FD3F28D68BD}">
      <dgm:prSet/>
      <dgm:spPr/>
      <dgm:t>
        <a:bodyPr/>
        <a:lstStyle/>
        <a:p>
          <a:r>
            <a:rPr lang="en-US"/>
            <a:t>If you need to store </a:t>
          </a:r>
          <a:r>
            <a:rPr lang="en-US" b="1"/>
            <a:t>petabytes of logs/data</a:t>
          </a:r>
          <a:r>
            <a:rPr lang="en-US"/>
            <a:t> → use </a:t>
          </a:r>
          <a:r>
            <a:rPr lang="en-US" b="1"/>
            <a:t>D2 or H1</a:t>
          </a:r>
          <a:r>
            <a:rPr lang="en-US"/>
            <a:t>.</a:t>
          </a:r>
        </a:p>
      </dgm:t>
    </dgm:pt>
    <dgm:pt modelId="{59A64060-2D7E-400C-8794-A2EDBE4D06FE}" type="parTrans" cxnId="{F3B1B856-E527-4F3A-9828-5AA8BA1AB9BA}">
      <dgm:prSet/>
      <dgm:spPr/>
      <dgm:t>
        <a:bodyPr/>
        <a:lstStyle/>
        <a:p>
          <a:endParaRPr lang="en-US"/>
        </a:p>
      </dgm:t>
    </dgm:pt>
    <dgm:pt modelId="{95A60BF6-5ECB-45EC-BAF3-5BF9565B3200}" type="sibTrans" cxnId="{F3B1B856-E527-4F3A-9828-5AA8BA1AB9BA}">
      <dgm:prSet/>
      <dgm:spPr/>
      <dgm:t>
        <a:bodyPr/>
        <a:lstStyle/>
        <a:p>
          <a:endParaRPr lang="en-US"/>
        </a:p>
      </dgm:t>
    </dgm:pt>
    <dgm:pt modelId="{D89F1B27-2AA9-45E4-8460-EC8F34C8FD52}">
      <dgm:prSet/>
      <dgm:spPr/>
      <dgm:t>
        <a:bodyPr/>
        <a:lstStyle/>
        <a:p>
          <a:r>
            <a:rPr lang="en-US"/>
            <a:t>If you want </a:t>
          </a:r>
          <a:r>
            <a:rPr lang="en-US" b="1"/>
            <a:t>high speed + massive capacity</a:t>
          </a:r>
          <a:r>
            <a:rPr lang="en-US"/>
            <a:t> → use </a:t>
          </a:r>
          <a:r>
            <a:rPr lang="en-US" b="1"/>
            <a:t>I3en/I8g/I7i</a:t>
          </a:r>
          <a:r>
            <a:rPr lang="en-US"/>
            <a:t>.</a:t>
          </a:r>
        </a:p>
      </dgm:t>
    </dgm:pt>
    <dgm:pt modelId="{7619F1C1-5473-4CBC-BD2B-594414A3B8E1}" type="parTrans" cxnId="{A42E4873-5932-4484-A43D-D6378AB045BA}">
      <dgm:prSet/>
      <dgm:spPr/>
      <dgm:t>
        <a:bodyPr/>
        <a:lstStyle/>
        <a:p>
          <a:endParaRPr lang="en-US"/>
        </a:p>
      </dgm:t>
    </dgm:pt>
    <dgm:pt modelId="{6007B71D-066B-4BDE-A972-8DB5F16B1011}" type="sibTrans" cxnId="{A42E4873-5932-4484-A43D-D6378AB045BA}">
      <dgm:prSet/>
      <dgm:spPr/>
      <dgm:t>
        <a:bodyPr/>
        <a:lstStyle/>
        <a:p>
          <a:endParaRPr lang="en-US"/>
        </a:p>
      </dgm:t>
    </dgm:pt>
    <dgm:pt modelId="{04B13940-AC72-4F1A-9C9A-FE0526A6B63B}" type="pres">
      <dgm:prSet presAssocID="{F60235FD-CDBC-456E-9B42-BE8A9216B636}" presName="root" presStyleCnt="0">
        <dgm:presLayoutVars>
          <dgm:dir/>
          <dgm:resizeHandles val="exact"/>
        </dgm:presLayoutVars>
      </dgm:prSet>
      <dgm:spPr/>
    </dgm:pt>
    <dgm:pt modelId="{A26E64A3-00C1-462B-8E65-4A4A2E514173}" type="pres">
      <dgm:prSet presAssocID="{D39385BC-61E5-4DDC-8F5C-2A56D07E767E}" presName="compNode" presStyleCnt="0"/>
      <dgm:spPr/>
    </dgm:pt>
    <dgm:pt modelId="{724AB714-3FDE-4E9E-9203-0AAD85052F13}" type="pres">
      <dgm:prSet presAssocID="{D39385BC-61E5-4DDC-8F5C-2A56D07E767E}" presName="bgRect" presStyleLbl="bgShp" presStyleIdx="0" presStyleCnt="3"/>
      <dgm:spPr/>
    </dgm:pt>
    <dgm:pt modelId="{58426F26-37C6-4291-A2C0-64BDC95AE17A}" type="pres">
      <dgm:prSet presAssocID="{D39385BC-61E5-4DDC-8F5C-2A56D07E76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4D8BD7EC-CB5C-4FD8-AB9B-F5BCD10CDB86}" type="pres">
      <dgm:prSet presAssocID="{D39385BC-61E5-4DDC-8F5C-2A56D07E767E}" presName="spaceRect" presStyleCnt="0"/>
      <dgm:spPr/>
    </dgm:pt>
    <dgm:pt modelId="{B793FC17-724B-4AB0-86DE-A93487B1DD01}" type="pres">
      <dgm:prSet presAssocID="{D39385BC-61E5-4DDC-8F5C-2A56D07E767E}" presName="parTx" presStyleLbl="revTx" presStyleIdx="0" presStyleCnt="3">
        <dgm:presLayoutVars>
          <dgm:chMax val="0"/>
          <dgm:chPref val="0"/>
        </dgm:presLayoutVars>
      </dgm:prSet>
      <dgm:spPr/>
    </dgm:pt>
    <dgm:pt modelId="{DE3E51DF-DB00-495F-9244-09957B57D379}" type="pres">
      <dgm:prSet presAssocID="{DD2254F5-4E1E-41FC-949B-AA6DA7A0FA7E}" presName="sibTrans" presStyleCnt="0"/>
      <dgm:spPr/>
    </dgm:pt>
    <dgm:pt modelId="{6A0563D7-C685-409C-82F6-10EC009671A7}" type="pres">
      <dgm:prSet presAssocID="{72FAD24A-41E2-402B-BB96-0FD3F28D68BD}" presName="compNode" presStyleCnt="0"/>
      <dgm:spPr/>
    </dgm:pt>
    <dgm:pt modelId="{1A0D92C0-EBF4-44C4-B7EB-BC10A0A449D6}" type="pres">
      <dgm:prSet presAssocID="{72FAD24A-41E2-402B-BB96-0FD3F28D68BD}" presName="bgRect" presStyleLbl="bgShp" presStyleIdx="1" presStyleCnt="3"/>
      <dgm:spPr/>
    </dgm:pt>
    <dgm:pt modelId="{26A47747-51FA-4AF3-82CA-54BD624C4B39}" type="pres">
      <dgm:prSet presAssocID="{72FAD24A-41E2-402B-BB96-0FD3F28D68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FF5A12-7174-4179-A4BA-BEEB9294382C}" type="pres">
      <dgm:prSet presAssocID="{72FAD24A-41E2-402B-BB96-0FD3F28D68BD}" presName="spaceRect" presStyleCnt="0"/>
      <dgm:spPr/>
    </dgm:pt>
    <dgm:pt modelId="{79500237-B855-4F8D-941F-C1BCF8959F7C}" type="pres">
      <dgm:prSet presAssocID="{72FAD24A-41E2-402B-BB96-0FD3F28D68BD}" presName="parTx" presStyleLbl="revTx" presStyleIdx="1" presStyleCnt="3">
        <dgm:presLayoutVars>
          <dgm:chMax val="0"/>
          <dgm:chPref val="0"/>
        </dgm:presLayoutVars>
      </dgm:prSet>
      <dgm:spPr/>
    </dgm:pt>
    <dgm:pt modelId="{76C67F9D-221C-45CA-84CC-8F10ED929DCF}" type="pres">
      <dgm:prSet presAssocID="{95A60BF6-5ECB-45EC-BAF3-5BF9565B3200}" presName="sibTrans" presStyleCnt="0"/>
      <dgm:spPr/>
    </dgm:pt>
    <dgm:pt modelId="{5400B6C6-FC38-4550-931A-3CB5591E179E}" type="pres">
      <dgm:prSet presAssocID="{D89F1B27-2AA9-45E4-8460-EC8F34C8FD52}" presName="compNode" presStyleCnt="0"/>
      <dgm:spPr/>
    </dgm:pt>
    <dgm:pt modelId="{7E693974-4DC1-48A9-BEF5-9F0FA55955D6}" type="pres">
      <dgm:prSet presAssocID="{D89F1B27-2AA9-45E4-8460-EC8F34C8FD52}" presName="bgRect" presStyleLbl="bgShp" presStyleIdx="2" presStyleCnt="3"/>
      <dgm:spPr/>
    </dgm:pt>
    <dgm:pt modelId="{CFB4F74F-3987-4427-A0F4-5B16F14DB1D7}" type="pres">
      <dgm:prSet presAssocID="{D89F1B27-2AA9-45E4-8460-EC8F34C8FD5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FE3D9DE8-7DEA-4D28-ACA3-E6B8F447FF8C}" type="pres">
      <dgm:prSet presAssocID="{D89F1B27-2AA9-45E4-8460-EC8F34C8FD52}" presName="spaceRect" presStyleCnt="0"/>
      <dgm:spPr/>
    </dgm:pt>
    <dgm:pt modelId="{096BD695-9969-4FAB-B8DB-2A5060D1A084}" type="pres">
      <dgm:prSet presAssocID="{D89F1B27-2AA9-45E4-8460-EC8F34C8FD5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139D3D-A121-4E8F-AAEB-222670FF4FCD}" type="presOf" srcId="{F60235FD-CDBC-456E-9B42-BE8A9216B636}" destId="{04B13940-AC72-4F1A-9C9A-FE0526A6B63B}" srcOrd="0" destOrd="0" presId="urn:microsoft.com/office/officeart/2018/2/layout/IconVerticalSolidList"/>
    <dgm:cxn modelId="{A42E4873-5932-4484-A43D-D6378AB045BA}" srcId="{F60235FD-CDBC-456E-9B42-BE8A9216B636}" destId="{D89F1B27-2AA9-45E4-8460-EC8F34C8FD52}" srcOrd="2" destOrd="0" parTransId="{7619F1C1-5473-4CBC-BD2B-594414A3B8E1}" sibTransId="{6007B71D-066B-4BDE-A972-8DB5F16B1011}"/>
    <dgm:cxn modelId="{F3B1B856-E527-4F3A-9828-5AA8BA1AB9BA}" srcId="{F60235FD-CDBC-456E-9B42-BE8A9216B636}" destId="{72FAD24A-41E2-402B-BB96-0FD3F28D68BD}" srcOrd="1" destOrd="0" parTransId="{59A64060-2D7E-400C-8794-A2EDBE4D06FE}" sibTransId="{95A60BF6-5ECB-45EC-BAF3-5BF9565B3200}"/>
    <dgm:cxn modelId="{081DFBA5-1532-4D83-A208-C0C3928CBDCF}" type="presOf" srcId="{72FAD24A-41E2-402B-BB96-0FD3F28D68BD}" destId="{79500237-B855-4F8D-941F-C1BCF8959F7C}" srcOrd="0" destOrd="0" presId="urn:microsoft.com/office/officeart/2018/2/layout/IconVerticalSolidList"/>
    <dgm:cxn modelId="{9201D1A6-7C8A-48F8-9C71-09EB2F7A6B92}" type="presOf" srcId="{D39385BC-61E5-4DDC-8F5C-2A56D07E767E}" destId="{B793FC17-724B-4AB0-86DE-A93487B1DD01}" srcOrd="0" destOrd="0" presId="urn:microsoft.com/office/officeart/2018/2/layout/IconVerticalSolidList"/>
    <dgm:cxn modelId="{A9F627AE-427A-438B-8E83-005F5728F9F3}" srcId="{F60235FD-CDBC-456E-9B42-BE8A9216B636}" destId="{D39385BC-61E5-4DDC-8F5C-2A56D07E767E}" srcOrd="0" destOrd="0" parTransId="{C318BEA5-DCE1-4F28-B746-D965C17B49CA}" sibTransId="{DD2254F5-4E1E-41FC-949B-AA6DA7A0FA7E}"/>
    <dgm:cxn modelId="{09A328C9-4685-4AEB-B277-F74D3E722EFA}" type="presOf" srcId="{D89F1B27-2AA9-45E4-8460-EC8F34C8FD52}" destId="{096BD695-9969-4FAB-B8DB-2A5060D1A084}" srcOrd="0" destOrd="0" presId="urn:microsoft.com/office/officeart/2018/2/layout/IconVerticalSolidList"/>
    <dgm:cxn modelId="{AA0C1A84-BBF1-426F-9186-8CEB84912B88}" type="presParOf" srcId="{04B13940-AC72-4F1A-9C9A-FE0526A6B63B}" destId="{A26E64A3-00C1-462B-8E65-4A4A2E514173}" srcOrd="0" destOrd="0" presId="urn:microsoft.com/office/officeart/2018/2/layout/IconVerticalSolidList"/>
    <dgm:cxn modelId="{556B4F18-152F-47F9-9AC3-A73C8D333FB6}" type="presParOf" srcId="{A26E64A3-00C1-462B-8E65-4A4A2E514173}" destId="{724AB714-3FDE-4E9E-9203-0AAD85052F13}" srcOrd="0" destOrd="0" presId="urn:microsoft.com/office/officeart/2018/2/layout/IconVerticalSolidList"/>
    <dgm:cxn modelId="{A8330BFA-7BE1-4824-8886-8F7381A533A7}" type="presParOf" srcId="{A26E64A3-00C1-462B-8E65-4A4A2E514173}" destId="{58426F26-37C6-4291-A2C0-64BDC95AE17A}" srcOrd="1" destOrd="0" presId="urn:microsoft.com/office/officeart/2018/2/layout/IconVerticalSolidList"/>
    <dgm:cxn modelId="{882CE731-BA45-4F16-8458-7E65DC011504}" type="presParOf" srcId="{A26E64A3-00C1-462B-8E65-4A4A2E514173}" destId="{4D8BD7EC-CB5C-4FD8-AB9B-F5BCD10CDB86}" srcOrd="2" destOrd="0" presId="urn:microsoft.com/office/officeart/2018/2/layout/IconVerticalSolidList"/>
    <dgm:cxn modelId="{7E0DD214-AD97-48DE-9D11-D49C95C62254}" type="presParOf" srcId="{A26E64A3-00C1-462B-8E65-4A4A2E514173}" destId="{B793FC17-724B-4AB0-86DE-A93487B1DD01}" srcOrd="3" destOrd="0" presId="urn:microsoft.com/office/officeart/2018/2/layout/IconVerticalSolidList"/>
    <dgm:cxn modelId="{47AC1376-0709-4727-8A9C-0B4684038DFA}" type="presParOf" srcId="{04B13940-AC72-4F1A-9C9A-FE0526A6B63B}" destId="{DE3E51DF-DB00-495F-9244-09957B57D379}" srcOrd="1" destOrd="0" presId="urn:microsoft.com/office/officeart/2018/2/layout/IconVerticalSolidList"/>
    <dgm:cxn modelId="{FA7475F1-5017-4C7D-A3D9-79CF13A1558C}" type="presParOf" srcId="{04B13940-AC72-4F1A-9C9A-FE0526A6B63B}" destId="{6A0563D7-C685-409C-82F6-10EC009671A7}" srcOrd="2" destOrd="0" presId="urn:microsoft.com/office/officeart/2018/2/layout/IconVerticalSolidList"/>
    <dgm:cxn modelId="{94C616B9-1911-4304-9CCD-1B4EB3BB6B52}" type="presParOf" srcId="{6A0563D7-C685-409C-82F6-10EC009671A7}" destId="{1A0D92C0-EBF4-44C4-B7EB-BC10A0A449D6}" srcOrd="0" destOrd="0" presId="urn:microsoft.com/office/officeart/2018/2/layout/IconVerticalSolidList"/>
    <dgm:cxn modelId="{03E016EE-BDDA-429E-84AA-67E61B244F97}" type="presParOf" srcId="{6A0563D7-C685-409C-82F6-10EC009671A7}" destId="{26A47747-51FA-4AF3-82CA-54BD624C4B39}" srcOrd="1" destOrd="0" presId="urn:microsoft.com/office/officeart/2018/2/layout/IconVerticalSolidList"/>
    <dgm:cxn modelId="{EAD8A65A-2BEC-46AA-A65B-C7C4A838C579}" type="presParOf" srcId="{6A0563D7-C685-409C-82F6-10EC009671A7}" destId="{64FF5A12-7174-4179-A4BA-BEEB9294382C}" srcOrd="2" destOrd="0" presId="urn:microsoft.com/office/officeart/2018/2/layout/IconVerticalSolidList"/>
    <dgm:cxn modelId="{3831C0DA-099D-43A6-B1B4-D8C14AB78292}" type="presParOf" srcId="{6A0563D7-C685-409C-82F6-10EC009671A7}" destId="{79500237-B855-4F8D-941F-C1BCF8959F7C}" srcOrd="3" destOrd="0" presId="urn:microsoft.com/office/officeart/2018/2/layout/IconVerticalSolidList"/>
    <dgm:cxn modelId="{318C3D1E-6D54-492A-B295-792426D02B8C}" type="presParOf" srcId="{04B13940-AC72-4F1A-9C9A-FE0526A6B63B}" destId="{76C67F9D-221C-45CA-84CC-8F10ED929DCF}" srcOrd="3" destOrd="0" presId="urn:microsoft.com/office/officeart/2018/2/layout/IconVerticalSolidList"/>
    <dgm:cxn modelId="{A2ED2A85-13FE-4A52-8849-E778D6E5A310}" type="presParOf" srcId="{04B13940-AC72-4F1A-9C9A-FE0526A6B63B}" destId="{5400B6C6-FC38-4550-931A-3CB5591E179E}" srcOrd="4" destOrd="0" presId="urn:microsoft.com/office/officeart/2018/2/layout/IconVerticalSolidList"/>
    <dgm:cxn modelId="{2AD1AD31-75F1-4E79-8110-3B4A8D931F24}" type="presParOf" srcId="{5400B6C6-FC38-4550-931A-3CB5591E179E}" destId="{7E693974-4DC1-48A9-BEF5-9F0FA55955D6}" srcOrd="0" destOrd="0" presId="urn:microsoft.com/office/officeart/2018/2/layout/IconVerticalSolidList"/>
    <dgm:cxn modelId="{1EE1D42D-A561-4F63-919D-FA7A85D2D1EC}" type="presParOf" srcId="{5400B6C6-FC38-4550-931A-3CB5591E179E}" destId="{CFB4F74F-3987-4427-A0F4-5B16F14DB1D7}" srcOrd="1" destOrd="0" presId="urn:microsoft.com/office/officeart/2018/2/layout/IconVerticalSolidList"/>
    <dgm:cxn modelId="{1F8657DD-D275-4FE1-8D18-BBF903CBA688}" type="presParOf" srcId="{5400B6C6-FC38-4550-931A-3CB5591E179E}" destId="{FE3D9DE8-7DEA-4D28-ACA3-E6B8F447FF8C}" srcOrd="2" destOrd="0" presId="urn:microsoft.com/office/officeart/2018/2/layout/IconVerticalSolidList"/>
    <dgm:cxn modelId="{F298286D-77A9-4E95-B3B9-A47C5F67F232}" type="presParOf" srcId="{5400B6C6-FC38-4550-931A-3CB5591E179E}" destId="{096BD695-9969-4FAB-B8DB-2A5060D1A0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D8616-C42A-4A48-AF16-F7E50108102A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6C736-5D9F-423C-9D61-F9DCC520A4F5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950D7-5D30-40D9-9C7B-5528F4D1E99A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EC2 is one of the most popular of AWS’ offering </a:t>
          </a:r>
        </a:p>
      </dsp:txBody>
      <dsp:txXfrm>
        <a:off x="1172126" y="90072"/>
        <a:ext cx="2114937" cy="897246"/>
      </dsp:txXfrm>
    </dsp:sp>
    <dsp:sp modelId="{A31F2009-744A-4750-B9BF-6F03E9BCCC04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44EC0-BAAE-4F98-A426-4872DFA0742E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66018-7151-47E4-8FDD-6D7BF7049E9B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EC2 = Elastic Compute Cloud = Infrastructure as a Service</a:t>
          </a:r>
        </a:p>
      </dsp:txBody>
      <dsp:txXfrm>
        <a:off x="4745088" y="90072"/>
        <a:ext cx="2114937" cy="897246"/>
      </dsp:txXfrm>
    </dsp:sp>
    <dsp:sp modelId="{27A259B9-C1C3-483E-902F-968BFA78AD2E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10BF3-A0DB-4266-A6CF-5307EDA86956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F2174-319B-4A2F-AF79-B5D8D449D3C7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It mainly consists in the capability of : </a:t>
          </a:r>
        </a:p>
      </dsp:txBody>
      <dsp:txXfrm>
        <a:off x="8318049" y="90072"/>
        <a:ext cx="2114937" cy="897246"/>
      </dsp:txXfrm>
    </dsp:sp>
    <dsp:sp modelId="{183F1EC8-EA3D-458B-9588-ADFA1D321045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70C92F-F51E-4C39-B7CC-B7FFEE37615D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AF37F-8F5A-4345-8DF0-7013BFB9745F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Renting virtual machines (EC2) </a:t>
          </a:r>
        </a:p>
      </dsp:txBody>
      <dsp:txXfrm>
        <a:off x="1172126" y="1727045"/>
        <a:ext cx="2114937" cy="897246"/>
      </dsp:txXfrm>
    </dsp:sp>
    <dsp:sp modelId="{5337BB6C-61E2-4A2E-9DC5-4A14C661EFCD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F2916-32AA-4D49-B999-7F49ABFBA749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BC838-EB96-4D0A-9036-809F65C72E54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Storing data on virtual drives (EBS) </a:t>
          </a:r>
        </a:p>
      </dsp:txBody>
      <dsp:txXfrm>
        <a:off x="4745088" y="1727045"/>
        <a:ext cx="2114937" cy="897246"/>
      </dsp:txXfrm>
    </dsp:sp>
    <dsp:sp modelId="{616C583F-B120-4BF5-9B69-000290EAC964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F7183-8E42-4952-ACB0-C487B708C09E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E8205-45B4-41F5-ABD0-7E559C93DED4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Distributing load across machines (ELB) </a:t>
          </a:r>
        </a:p>
      </dsp:txBody>
      <dsp:txXfrm>
        <a:off x="8318049" y="1727045"/>
        <a:ext cx="2114937" cy="897246"/>
      </dsp:txXfrm>
    </dsp:sp>
    <dsp:sp modelId="{8D284B72-CECF-4A9A-87C0-7E829AFEF631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A4810-C8DC-4CBA-8C9A-83A920ED5FB1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C9A80-A31E-4215-B719-397ADEEDA3C6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Scaling the services using an auto-scaling group (ASG)</a:t>
          </a:r>
        </a:p>
      </dsp:txBody>
      <dsp:txXfrm>
        <a:off x="1172126" y="3364019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A102F-9209-4D4C-BB4C-0EE5E6C18E13}">
      <dsp:nvSpPr>
        <dsp:cNvPr id="0" name=""/>
        <dsp:cNvSpPr/>
      </dsp:nvSpPr>
      <dsp:spPr>
        <a:xfrm>
          <a:off x="0" y="367700"/>
          <a:ext cx="6666833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User Data runs when the instance starts for the first time.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If you reboot the instance later, it will not run again by default.</a:t>
          </a:r>
        </a:p>
      </dsp:txBody>
      <dsp:txXfrm>
        <a:off x="0" y="367700"/>
        <a:ext cx="6666833" cy="1231650"/>
      </dsp:txXfrm>
    </dsp:sp>
    <dsp:sp modelId="{ACA8F91D-69F0-4835-9650-CEDED71D8AC0}">
      <dsp:nvSpPr>
        <dsp:cNvPr id="0" name=""/>
        <dsp:cNvSpPr/>
      </dsp:nvSpPr>
      <dsp:spPr>
        <a:xfrm>
          <a:off x="333341" y="11678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Runs Only Once</a:t>
          </a:r>
          <a:endParaRPr lang="en-US" sz="1700" kern="1200"/>
        </a:p>
      </dsp:txBody>
      <dsp:txXfrm>
        <a:off x="357839" y="141278"/>
        <a:ext cx="4617787" cy="452844"/>
      </dsp:txXfrm>
    </dsp:sp>
    <dsp:sp modelId="{35439C1A-3E1D-4FE5-BE2B-7315258016D1}">
      <dsp:nvSpPr>
        <dsp:cNvPr id="0" name=""/>
        <dsp:cNvSpPr/>
      </dsp:nvSpPr>
      <dsp:spPr>
        <a:xfrm>
          <a:off x="0" y="1942070"/>
          <a:ext cx="6666833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The script executes with root/admin permissions.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So it can install software, update system, and change settings.</a:t>
          </a:r>
        </a:p>
      </dsp:txBody>
      <dsp:txXfrm>
        <a:off x="0" y="1942070"/>
        <a:ext cx="6666833" cy="1231650"/>
      </dsp:txXfrm>
    </dsp:sp>
    <dsp:sp modelId="{8E4A9550-98F2-49AF-95FF-40A70BB84A17}">
      <dsp:nvSpPr>
        <dsp:cNvPr id="0" name=""/>
        <dsp:cNvSpPr/>
      </dsp:nvSpPr>
      <dsp:spPr>
        <a:xfrm>
          <a:off x="333341" y="1691150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Runs as Root User</a:t>
          </a:r>
          <a:endParaRPr lang="en-US" sz="1700" kern="1200"/>
        </a:p>
      </dsp:txBody>
      <dsp:txXfrm>
        <a:off x="357839" y="1715648"/>
        <a:ext cx="4617787" cy="452844"/>
      </dsp:txXfrm>
    </dsp:sp>
    <dsp:sp modelId="{A40130AE-FC8E-4A57-95C7-0CD7F6A1183B}">
      <dsp:nvSpPr>
        <dsp:cNvPr id="0" name=""/>
        <dsp:cNvSpPr/>
      </dsp:nvSpPr>
      <dsp:spPr>
        <a:xfrm>
          <a:off x="0" y="3516439"/>
          <a:ext cx="6666833" cy="182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Installing Updates → yum update -y (Linux)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Installing Software → Apache, MySQL, Nginx, etc.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Downloading Files → from internet (e.g., GitHub, S3).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Custom Setup → create users, set environment variables, etc.</a:t>
          </a:r>
        </a:p>
      </dsp:txBody>
      <dsp:txXfrm>
        <a:off x="0" y="3516439"/>
        <a:ext cx="6666833" cy="1820700"/>
      </dsp:txXfrm>
    </dsp:sp>
    <dsp:sp modelId="{00089483-4911-48DD-86DA-1C1DBD38FC11}">
      <dsp:nvSpPr>
        <dsp:cNvPr id="0" name=""/>
        <dsp:cNvSpPr/>
      </dsp:nvSpPr>
      <dsp:spPr>
        <a:xfrm>
          <a:off x="333341" y="326551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Use Cases (Examples)</a:t>
          </a:r>
          <a:endParaRPr lang="en-US" sz="1700" kern="1200"/>
        </a:p>
      </dsp:txBody>
      <dsp:txXfrm>
        <a:off x="357839" y="3290017"/>
        <a:ext cx="4617787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E820B-072A-4304-8A45-C37CB3D68C1D}">
      <dsp:nvSpPr>
        <dsp:cNvPr id="0" name=""/>
        <dsp:cNvSpPr/>
      </dsp:nvSpPr>
      <dsp:spPr>
        <a:xfrm>
          <a:off x="210785" y="273818"/>
          <a:ext cx="1335114" cy="13351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4358F-1792-48B4-9A7C-F404A05C5C99}">
      <dsp:nvSpPr>
        <dsp:cNvPr id="0" name=""/>
        <dsp:cNvSpPr/>
      </dsp:nvSpPr>
      <dsp:spPr>
        <a:xfrm>
          <a:off x="491159" y="554192"/>
          <a:ext cx="774366" cy="7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96237-7F1E-41FD-9B22-7E40BB2528F3}">
      <dsp:nvSpPr>
        <dsp:cNvPr id="0" name=""/>
        <dsp:cNvSpPr/>
      </dsp:nvSpPr>
      <dsp:spPr>
        <a:xfrm>
          <a:off x="1831996" y="273818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We’ll be launching our first virtual server using the AWS Console </a:t>
          </a:r>
        </a:p>
      </dsp:txBody>
      <dsp:txXfrm>
        <a:off x="1831996" y="273818"/>
        <a:ext cx="3147056" cy="1335114"/>
      </dsp:txXfrm>
    </dsp:sp>
    <dsp:sp modelId="{634BA9C4-8C9D-45B3-8333-02B1BE271450}">
      <dsp:nvSpPr>
        <dsp:cNvPr id="0" name=""/>
        <dsp:cNvSpPr/>
      </dsp:nvSpPr>
      <dsp:spPr>
        <a:xfrm>
          <a:off x="5527403" y="273818"/>
          <a:ext cx="1335114" cy="13351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DB86B-E628-415E-9186-B69A891B1A88}">
      <dsp:nvSpPr>
        <dsp:cNvPr id="0" name=""/>
        <dsp:cNvSpPr/>
      </dsp:nvSpPr>
      <dsp:spPr>
        <a:xfrm>
          <a:off x="5807777" y="554192"/>
          <a:ext cx="774366" cy="7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00270-0E00-4CCC-B0CF-534E4C49B600}">
      <dsp:nvSpPr>
        <dsp:cNvPr id="0" name=""/>
        <dsp:cNvSpPr/>
      </dsp:nvSpPr>
      <dsp:spPr>
        <a:xfrm>
          <a:off x="7148614" y="273818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We’ll get a first high-level approach to the various parameters </a:t>
          </a:r>
        </a:p>
      </dsp:txBody>
      <dsp:txXfrm>
        <a:off x="7148614" y="273818"/>
        <a:ext cx="3147056" cy="1335114"/>
      </dsp:txXfrm>
    </dsp:sp>
    <dsp:sp modelId="{5AD98C3F-02F0-4420-8004-5E6CAE0558EE}">
      <dsp:nvSpPr>
        <dsp:cNvPr id="0" name=""/>
        <dsp:cNvSpPr/>
      </dsp:nvSpPr>
      <dsp:spPr>
        <a:xfrm>
          <a:off x="210785" y="2268014"/>
          <a:ext cx="1335114" cy="13351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C3A81-899A-436E-B411-EE33E69AE95A}">
      <dsp:nvSpPr>
        <dsp:cNvPr id="0" name=""/>
        <dsp:cNvSpPr/>
      </dsp:nvSpPr>
      <dsp:spPr>
        <a:xfrm>
          <a:off x="491159" y="2548388"/>
          <a:ext cx="774366" cy="7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3F1DC-DC2D-4324-92F8-9B48D327842D}">
      <dsp:nvSpPr>
        <dsp:cNvPr id="0" name=""/>
        <dsp:cNvSpPr/>
      </dsp:nvSpPr>
      <dsp:spPr>
        <a:xfrm>
          <a:off x="1831996" y="2268014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We’ll see that our web server is launched using EC2 user data </a:t>
          </a:r>
        </a:p>
      </dsp:txBody>
      <dsp:txXfrm>
        <a:off x="1831996" y="2268014"/>
        <a:ext cx="3147056" cy="1335114"/>
      </dsp:txXfrm>
    </dsp:sp>
    <dsp:sp modelId="{6172294B-69AC-422E-B3DD-A77B057F5F27}">
      <dsp:nvSpPr>
        <dsp:cNvPr id="0" name=""/>
        <dsp:cNvSpPr/>
      </dsp:nvSpPr>
      <dsp:spPr>
        <a:xfrm>
          <a:off x="5527403" y="2268014"/>
          <a:ext cx="1335114" cy="13351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65396-6E83-4680-B468-536165CF7490}">
      <dsp:nvSpPr>
        <dsp:cNvPr id="0" name=""/>
        <dsp:cNvSpPr/>
      </dsp:nvSpPr>
      <dsp:spPr>
        <a:xfrm>
          <a:off x="5807777" y="2548388"/>
          <a:ext cx="774366" cy="7743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EB6A2-DA30-4561-949F-BCD4B810E24B}">
      <dsp:nvSpPr>
        <dsp:cNvPr id="0" name=""/>
        <dsp:cNvSpPr/>
      </dsp:nvSpPr>
      <dsp:spPr>
        <a:xfrm>
          <a:off x="7148614" y="2268014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We’ll learn how to start / stop / terminate our instance.</a:t>
          </a:r>
        </a:p>
      </dsp:txBody>
      <dsp:txXfrm>
        <a:off x="7148614" y="2268014"/>
        <a:ext cx="3147056" cy="13351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DEF50-95F8-42A9-88F1-4F2A85BCD81A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81959-00EF-47F4-AD02-258A7A32C002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3A5B6-7423-4402-8ACC-F5CC6E44848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1-What are General Purpose Instances?</a:t>
          </a:r>
          <a:endParaRPr lang="en-US" sz="1900" kern="1200"/>
        </a:p>
      </dsp:txBody>
      <dsp:txXfrm>
        <a:off x="1357965" y="2319"/>
        <a:ext cx="4887299" cy="1175727"/>
      </dsp:txXfrm>
    </dsp:sp>
    <dsp:sp modelId="{375A1AA5-F4B6-42AC-BB4E-7C394710C863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585C2-63BC-48A6-A52E-CED9A8C958DE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0BA56-3232-4EDE-AD61-6074C2B1DC4A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These instances are balanced: a mix of compute, memory, and networking.</a:t>
          </a:r>
        </a:p>
      </dsp:txBody>
      <dsp:txXfrm>
        <a:off x="1357965" y="1471979"/>
        <a:ext cx="4887299" cy="1175727"/>
      </dsp:txXfrm>
    </dsp:sp>
    <dsp:sp modelId="{6105202E-76FC-46A3-A51B-6C9A6297D315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488A6-05CC-4B37-9185-70EDA88E4EA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AB435-197D-4AB1-8A01-DBADE4C5054E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Good for lots of workloads: web servers, small/medium databases, dev/test, application servers.</a:t>
          </a:r>
        </a:p>
      </dsp:txBody>
      <dsp:txXfrm>
        <a:off x="1357965" y="2941639"/>
        <a:ext cx="4887299" cy="1175727"/>
      </dsp:txXfrm>
    </dsp:sp>
    <dsp:sp modelId="{DBCFC391-4944-4EEE-9DB2-4C09B47E4F2D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B2E5C-895E-40F8-B304-78E8B4E806EA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02728-B79B-403C-979A-7D68CC50ACD2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AWS keeps releasing new “generations” with better CPUs, faster memory, better networking.</a:t>
          </a:r>
        </a:p>
      </dsp:txBody>
      <dsp:txXfrm>
        <a:off x="1357965" y="4411299"/>
        <a:ext cx="4887299" cy="1175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D2792-6738-4AB0-87A7-36C1487CA92F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58BC-F96E-4295-99C9-86E952D3295E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D2</a:t>
          </a:r>
          <a:endParaRPr lang="en-US" sz="2200" kern="1200"/>
        </a:p>
      </dsp:txBody>
      <dsp:txXfrm>
        <a:off x="0" y="0"/>
        <a:ext cx="6900512" cy="692017"/>
      </dsp:txXfrm>
    </dsp:sp>
    <dsp:sp modelId="{2526C161-AD9F-4996-BB14-E846593D8068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6DAC69-ADC7-4AB4-AF9C-10DF04E5DE68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Uses </a:t>
          </a:r>
          <a:r>
            <a:rPr lang="en-US" sz="2200" b="1" kern="1200"/>
            <a:t>HDD storage</a:t>
          </a:r>
          <a:r>
            <a:rPr lang="en-US" sz="2200" kern="1200"/>
            <a:t> (slower but cheap).</a:t>
          </a:r>
        </a:p>
      </dsp:txBody>
      <dsp:txXfrm>
        <a:off x="0" y="692017"/>
        <a:ext cx="6900512" cy="692017"/>
      </dsp:txXfrm>
    </dsp:sp>
    <dsp:sp modelId="{5109D022-906D-400A-94C6-C2B60746BEB8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CD526-A0B9-439A-9DF6-AFB8D8D7DE97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Best for </a:t>
          </a:r>
          <a:r>
            <a:rPr lang="en-US" sz="2200" b="1" kern="1200"/>
            <a:t>sequential read/write</a:t>
          </a:r>
          <a:r>
            <a:rPr lang="en-US" sz="2200" kern="1200"/>
            <a:t> on very large datasets.</a:t>
          </a:r>
        </a:p>
      </dsp:txBody>
      <dsp:txXfrm>
        <a:off x="0" y="1384035"/>
        <a:ext cx="6900512" cy="692017"/>
      </dsp:txXfrm>
    </dsp:sp>
    <dsp:sp modelId="{FEC82B2D-FB1D-4498-848C-D98660779B8A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DAB0A0-409F-4C53-AC54-4E98FB2444E7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Hadoop clusters, log storage.</a:t>
          </a:r>
        </a:p>
      </dsp:txBody>
      <dsp:txXfrm>
        <a:off x="0" y="2076052"/>
        <a:ext cx="6900512" cy="692017"/>
      </dsp:txXfrm>
    </dsp:sp>
    <dsp:sp modelId="{A5E566FD-2779-402B-B76F-501975DF9DD7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44C8B-7761-4679-B6BF-29943B9087C8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H1</a:t>
          </a:r>
          <a:endParaRPr lang="en-US" sz="2200" kern="1200"/>
        </a:p>
      </dsp:txBody>
      <dsp:txXfrm>
        <a:off x="0" y="2768070"/>
        <a:ext cx="6900512" cy="692017"/>
      </dsp:txXfrm>
    </dsp:sp>
    <dsp:sp modelId="{F665B098-682B-457D-9856-CB2AD8B3523B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D7B9F-C990-4D77-87C3-0B80B3C02C22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Mix of </a:t>
          </a:r>
          <a:r>
            <a:rPr lang="en-US" sz="2200" b="1" kern="1200"/>
            <a:t>high throughput + big HDD storage</a:t>
          </a:r>
          <a:r>
            <a:rPr lang="en-US" sz="2200" kern="1200"/>
            <a:t>.</a:t>
          </a:r>
        </a:p>
      </dsp:txBody>
      <dsp:txXfrm>
        <a:off x="0" y="3460088"/>
        <a:ext cx="6900512" cy="692017"/>
      </dsp:txXfrm>
    </dsp:sp>
    <dsp:sp modelId="{00EF9368-AFE0-4D1F-92C6-DF480F8A78D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CAD5F-A9E9-4344-AE60-609D4BAA9B4C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Best for </a:t>
          </a:r>
          <a:r>
            <a:rPr lang="en-US" sz="2200" b="1" kern="1200"/>
            <a:t>large-scale data processing</a:t>
          </a:r>
          <a:r>
            <a:rPr lang="en-US" sz="2200" kern="1200"/>
            <a:t>.</a:t>
          </a:r>
        </a:p>
      </dsp:txBody>
      <dsp:txXfrm>
        <a:off x="0" y="4152105"/>
        <a:ext cx="6900512" cy="692017"/>
      </dsp:txXfrm>
    </dsp:sp>
    <dsp:sp modelId="{B9125F88-9ADC-43D0-B09C-E5A9D8C05699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07674-DA7F-42A1-9947-02E2D7C0694D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Example: Big Data analytics, video processing.</a:t>
          </a:r>
        </a:p>
      </dsp:txBody>
      <dsp:txXfrm>
        <a:off x="0" y="4844123"/>
        <a:ext cx="6900512" cy="6920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AB714-3FDE-4E9E-9203-0AAD85052F13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6F26-37C6-4291-A2C0-64BDC95AE17A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3FC17-724B-4AB0-86DE-A93487B1DD01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you need </a:t>
          </a:r>
          <a:r>
            <a:rPr lang="en-US" sz="2500" b="1" kern="1200"/>
            <a:t>super-fast DB access</a:t>
          </a:r>
          <a:r>
            <a:rPr lang="en-US" sz="2500" kern="1200"/>
            <a:t> → use </a:t>
          </a:r>
          <a:r>
            <a:rPr lang="en-US" sz="2500" b="1" kern="1200"/>
            <a:t>I3/I4i</a:t>
          </a:r>
          <a:r>
            <a:rPr lang="en-US" sz="2500" kern="1200"/>
            <a:t>.</a:t>
          </a:r>
        </a:p>
      </dsp:txBody>
      <dsp:txXfrm>
        <a:off x="1761361" y="651"/>
        <a:ext cx="4889891" cy="1524988"/>
      </dsp:txXfrm>
    </dsp:sp>
    <dsp:sp modelId="{1A0D92C0-EBF4-44C4-B7EB-BC10A0A449D6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47747-51FA-4AF3-82CA-54BD624C4B39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00237-B855-4F8D-941F-C1BCF8959F7C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you need to store </a:t>
          </a:r>
          <a:r>
            <a:rPr lang="en-US" sz="2500" b="1" kern="1200"/>
            <a:t>petabytes of logs/data</a:t>
          </a:r>
          <a:r>
            <a:rPr lang="en-US" sz="2500" kern="1200"/>
            <a:t> → use </a:t>
          </a:r>
          <a:r>
            <a:rPr lang="en-US" sz="2500" b="1" kern="1200"/>
            <a:t>D2 or H1</a:t>
          </a:r>
          <a:r>
            <a:rPr lang="en-US" sz="2500" kern="1200"/>
            <a:t>.</a:t>
          </a:r>
        </a:p>
      </dsp:txBody>
      <dsp:txXfrm>
        <a:off x="1761361" y="1906887"/>
        <a:ext cx="4889891" cy="1524988"/>
      </dsp:txXfrm>
    </dsp:sp>
    <dsp:sp modelId="{7E693974-4DC1-48A9-BEF5-9F0FA55955D6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4F74F-3987-4427-A0F4-5B16F14DB1D7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BD695-9969-4FAB-B8DB-2A5060D1A084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If you want </a:t>
          </a:r>
          <a:r>
            <a:rPr lang="en-US" sz="2500" b="1" kern="1200"/>
            <a:t>high speed + massive capacity</a:t>
          </a:r>
          <a:r>
            <a:rPr lang="en-US" sz="2500" kern="1200"/>
            <a:t> → use </a:t>
          </a:r>
          <a:r>
            <a:rPr lang="en-US" sz="2500" b="1" kern="1200"/>
            <a:t>I3en/I8g/I7i</a:t>
          </a:r>
          <a:r>
            <a:rPr lang="en-US" sz="2500" kern="1200"/>
            <a:t>.</a:t>
          </a:r>
        </a:p>
      </dsp:txBody>
      <dsp:txXfrm>
        <a:off x="1761361" y="3813123"/>
        <a:ext cx="4889891" cy="1524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0EDD-728E-0493-CFA1-6C857A9B3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085D3-C2DC-3D73-F1D6-EC51C7E69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692E-9325-BD3A-2F51-62687E00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76ABF-4D60-1829-D312-8B85608D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48A3F-27C9-F02C-30A7-AFF895269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39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B738-3343-0B17-1817-8BB2E6B2F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2871D-E16A-6538-E53A-A0372E0C9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EE8A9-EB8A-1864-8C1C-1A3D7E4B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FADDD-5D61-0F11-ACB6-4FCD39F9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065D1-B8CE-81D1-3112-366FF922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89BD-DA9E-3D45-FE4F-FC8505E8B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E98F3-A3D0-E6BA-210F-A897303BD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D52FA-9AD7-3AF2-0792-7CDFDB97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06C1-3EC5-A25B-EA87-CB5DB111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9BC3F-20FA-69C6-FC6E-93227F8D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3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7489-910C-A72F-7BB1-7783467D5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8773-DBD0-2D32-DB26-1D5DC00D5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33617-0B7F-E4CE-43E6-C56DFCE95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A1F21-9CED-CFFC-F671-82B9A7F8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21DC-0767-6068-1DEB-8E9B64F1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B82C7-E892-1C7F-9154-683BF121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3A8C-347A-00D0-C94A-84B1CB9D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0CA2C-BFF1-AB0C-7D5F-3D69DBD0B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D878A-59FD-1097-AB5E-77DCD4456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BDD3B-2A95-09C2-DD96-9F95CF2C6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696C3-4B42-1C19-EC46-75D0CDBC8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9598E-BF93-9C5A-48C6-874AE376F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5172F-A8DA-BE77-DDA7-0C7C9C0A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AEC74-0CD2-C5C4-BF11-00769B1E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7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2D0D-6578-3E2C-8C9E-6B70B94DD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64968-B1C6-5E0D-9291-DC69953B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12CD7-A87D-877E-250A-4494492C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B4E03-F6BD-8DFE-6D22-5770FEDE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6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011DE-11A8-6622-8982-465BB742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B34BC-7314-C393-3F9D-5496FA76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4E227-C878-C1EA-2125-677484A8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8B05-41E3-9212-5F63-54CDF9306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9E4E-3447-3221-2DDA-379DAE46C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DF99D-A2F8-F2D5-3767-EC54092C3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73C58-DECF-4A70-20E3-5281CEDF2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4812C-7CBF-88E4-E7D1-0AA7AC8B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48ABA-15BF-BFF7-F7F7-4C61958D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8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5976-6A75-7B85-DD32-ADFA75EC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D61A0-0FF0-1746-3E1D-4B3D2323C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CB0C2-48E6-7F51-C498-14023890B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7F534-C273-16E2-ACEE-124BC5FA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427C6-6212-4B7B-BE80-E799C78A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C5896-E76E-142E-EB8F-B2049898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2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2615-5C2C-BD82-6393-E56DCB76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E3396-F98C-7D52-45B9-4CD9D3000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A1F28-3181-B65E-C78E-F09A3DAB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B9B72-09A1-71D7-2596-942AB3A2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D4A10-77C4-D42F-E38E-324921CC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1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CC4FE2-04B1-B3B0-5141-6895245849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1DC5-AB8B-7563-E7D2-15B13F00F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6FA5-CB9D-EF5B-3126-EFC8AC1A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01F11-245D-E3C7-5866-E1B667E5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AD867-5ACD-BC26-D452-D2C52C0F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3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66783-B605-EE06-0B26-2324088C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DA75F-2D40-8F81-A85B-625AFBAEC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204C3-E9BF-C1D9-4FA8-AE5B334AC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51C58-5889-483D-A76C-BF2569C1CF0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C9E27-9804-E7BA-25FD-DC7D4549F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DCB2-EA4F-B1E4-4A4C-CB4807237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CFC0F-8BB8-4059-822B-83F254D0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8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ind Chime">
            <a:extLst>
              <a:ext uri="{FF2B5EF4-FFF2-40B4-BE49-F238E27FC236}">
                <a16:creationId xmlns:a16="http://schemas.microsoft.com/office/drawing/2014/main" id="{559CAB05-2DAA-9C6B-533C-E0E7448FD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0BDFA-F2D0-2A52-53BC-43A84040D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>
                <a:solidFill>
                  <a:srgbClr val="FFFFFF"/>
                </a:solidFill>
              </a:rPr>
              <a:t>Amazon EC2</a:t>
            </a:r>
            <a:br>
              <a:rPr lang="en-US" sz="6600" b="1">
                <a:solidFill>
                  <a:srgbClr val="FFFFFF"/>
                </a:solidFill>
              </a:rPr>
            </a:br>
            <a:endParaRPr lang="en-US" sz="6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3821F-93D2-D8B2-9173-F44BDB423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(Elastic Compute Cloud)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ue wave&#10;&#10;AI-generated content may be incorrect.">
            <a:extLst>
              <a:ext uri="{FF2B5EF4-FFF2-40B4-BE49-F238E27FC236}">
                <a16:creationId xmlns:a16="http://schemas.microsoft.com/office/drawing/2014/main" id="{C396A08A-04E4-FBF7-DB10-EE76ECF286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8D7489-771F-92AC-C411-EC798FE6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Definition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3ECA18-50E7-6FA3-7AB4-7D4842501D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9940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553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53077-4DBA-7186-A466-997A5197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EC2 sizing &amp; configuration options</a:t>
            </a:r>
          </a:p>
        </p:txBody>
      </p:sp>
      <p:pic>
        <p:nvPicPr>
          <p:cNvPr id="25" name="Graphic 24" descr="Server">
            <a:extLst>
              <a:ext uri="{FF2B5EF4-FFF2-40B4-BE49-F238E27FC236}">
                <a16:creationId xmlns:a16="http://schemas.microsoft.com/office/drawing/2014/main" id="{EB670612-3EF9-9757-14A4-5B522C657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2134-AE3C-AAFD-08A6-7FD232679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• Operating System (OS): Linux, Windows or Mac OS </a:t>
            </a:r>
          </a:p>
          <a:p>
            <a:pPr marL="0" indent="0">
              <a:buNone/>
            </a:pPr>
            <a:r>
              <a:rPr lang="en-US" sz="1700"/>
              <a:t>• How much compute power &amp; cores (CPU) </a:t>
            </a:r>
          </a:p>
          <a:p>
            <a:pPr marL="0" indent="0">
              <a:buNone/>
            </a:pPr>
            <a:r>
              <a:rPr lang="en-US" sz="1700"/>
              <a:t>• How much random-access memory (RAM) </a:t>
            </a:r>
          </a:p>
          <a:p>
            <a:pPr marL="0" indent="0">
              <a:buNone/>
            </a:pPr>
            <a:r>
              <a:rPr lang="en-US" sz="1700"/>
              <a:t>• How much storage space: </a:t>
            </a:r>
          </a:p>
          <a:p>
            <a:pPr marL="457200" lvl="1" indent="0">
              <a:buNone/>
            </a:pPr>
            <a:r>
              <a:rPr lang="en-US" sz="1700"/>
              <a:t>• Network-attached (EBS &amp; EFS) </a:t>
            </a:r>
          </a:p>
          <a:p>
            <a:pPr marL="457200" lvl="1" indent="0">
              <a:buNone/>
            </a:pPr>
            <a:r>
              <a:rPr lang="en-US" sz="1700"/>
              <a:t>• hardware (EC2 Instance Store) </a:t>
            </a:r>
          </a:p>
          <a:p>
            <a:pPr marL="0" indent="0">
              <a:buNone/>
            </a:pPr>
            <a:r>
              <a:rPr lang="en-US" sz="1700"/>
              <a:t>• Network card: speed of the card, Public IP address </a:t>
            </a:r>
          </a:p>
          <a:p>
            <a:pPr marL="0" indent="0">
              <a:buNone/>
            </a:pPr>
            <a:r>
              <a:rPr lang="en-US" sz="1700"/>
              <a:t>• Firewall rules: security group </a:t>
            </a:r>
          </a:p>
          <a:p>
            <a:pPr marL="0" indent="0">
              <a:buNone/>
            </a:pPr>
            <a:r>
              <a:rPr lang="en-US" sz="1700"/>
              <a:t>• Bootstrap script (configure at first launch): EC2 User Data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04B2D-A07D-FD31-02CD-627B8B9C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 b="1"/>
              <a:t>Amazon EC2 – User Data</a:t>
            </a:r>
            <a:br>
              <a:rPr lang="en-US" sz="4000" b="1"/>
            </a:br>
            <a:endParaRPr lang="en-US" sz="4000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8A52E43E-7888-3F4C-1785-9FE2C0A71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F9646-61A6-3A46-11B0-CD236C63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/>
              <a:t> Definition</a:t>
            </a:r>
          </a:p>
          <a:p>
            <a:r>
              <a:rPr lang="en-US" sz="2000" b="1"/>
              <a:t>EC2 User Data</a:t>
            </a:r>
            <a:r>
              <a:rPr lang="en-US" sz="2000"/>
              <a:t> = a script you give to EC2 when launching it.</a:t>
            </a:r>
          </a:p>
          <a:p>
            <a:r>
              <a:rPr lang="en-US" sz="2000"/>
              <a:t>The script runs automatically at the first boot of the instance.</a:t>
            </a:r>
          </a:p>
          <a:p>
            <a:r>
              <a:rPr lang="en-US" sz="2000"/>
              <a:t>Purpose → bootstrap the machine (auto-configuration).</a:t>
            </a:r>
          </a:p>
          <a:p>
            <a:r>
              <a:rPr lang="en-US" sz="2000"/>
              <a:t> Bootstrapping = running commands at startup (like setup tasks).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9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720DF-2BD4-33B4-3CE9-765306F2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Key Points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:a16="http://schemas.microsoft.com/office/drawing/2014/main" id="{826654BE-1B4A-556E-44E7-1B2BC4A3E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8509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600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F6D26-669A-82B5-27DC-F6B4A9316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85800"/>
            <a:ext cx="10506456" cy="1157005"/>
          </a:xfrm>
        </p:spPr>
        <p:txBody>
          <a:bodyPr anchor="b">
            <a:normAutofit/>
          </a:bodyPr>
          <a:lstStyle/>
          <a:p>
            <a:r>
              <a:rPr lang="en-US" sz="4800"/>
              <a:t>Launching an EC2 Instance running Linux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093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95805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F96B5389-4EE0-4647-709B-C24758583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117954"/>
              </p:ext>
            </p:extLst>
          </p:nvPr>
        </p:nvGraphicFramePr>
        <p:xfrm>
          <a:off x="838200" y="2295252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261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222CE-7DE2-3F71-0935-B1306528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Instance Types</a:t>
            </a:r>
            <a:br>
              <a:rPr lang="en-US" sz="8000"/>
            </a:br>
            <a:endParaRPr lang="en-US" sz="800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53429D-61CA-EDC7-7514-16149DE40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74235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040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D67718-305E-F444-51E1-BE24ED3C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kern="1200">
                <a:latin typeface="+mj-lt"/>
                <a:ea typeface="+mj-ea"/>
                <a:cs typeface="+mj-cs"/>
              </a:rPr>
              <a:t>Main Families &amp; Examples</a:t>
            </a:r>
            <a:endParaRPr lang="en-US" sz="4000" kern="120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C4D8A1-F801-F3D5-7737-A2E2F1F9B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472884"/>
              </p:ext>
            </p:extLst>
          </p:nvPr>
        </p:nvGraphicFramePr>
        <p:xfrm>
          <a:off x="547688" y="2196084"/>
          <a:ext cx="11093452" cy="403269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{8799B23B-EC83-4686-B30A-512413B5E67A}</a:tableStyleId>
              </a:tblPr>
              <a:tblGrid>
                <a:gridCol w="1110506">
                  <a:extLst>
                    <a:ext uri="{9D8B030D-6E8A-4147-A177-3AD203B41FA5}">
                      <a16:colId xmlns:a16="http://schemas.microsoft.com/office/drawing/2014/main" val="3976496089"/>
                    </a:ext>
                  </a:extLst>
                </a:gridCol>
                <a:gridCol w="1763489">
                  <a:extLst>
                    <a:ext uri="{9D8B030D-6E8A-4147-A177-3AD203B41FA5}">
                      <a16:colId xmlns:a16="http://schemas.microsoft.com/office/drawing/2014/main" val="3935998645"/>
                    </a:ext>
                  </a:extLst>
                </a:gridCol>
                <a:gridCol w="2748656">
                  <a:extLst>
                    <a:ext uri="{9D8B030D-6E8A-4147-A177-3AD203B41FA5}">
                      <a16:colId xmlns:a16="http://schemas.microsoft.com/office/drawing/2014/main" val="2675827123"/>
                    </a:ext>
                  </a:extLst>
                </a:gridCol>
                <a:gridCol w="3057376">
                  <a:extLst>
                    <a:ext uri="{9D8B030D-6E8A-4147-A177-3AD203B41FA5}">
                      <a16:colId xmlns:a16="http://schemas.microsoft.com/office/drawing/2014/main" val="1313561877"/>
                    </a:ext>
                  </a:extLst>
                </a:gridCol>
                <a:gridCol w="2413425">
                  <a:extLst>
                    <a:ext uri="{9D8B030D-6E8A-4147-A177-3AD203B41FA5}">
                      <a16:colId xmlns:a16="http://schemas.microsoft.com/office/drawing/2014/main" val="637927890"/>
                    </a:ext>
                  </a:extLst>
                </a:gridCol>
              </a:tblGrid>
              <a:tr h="545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Instance Family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Processor / Architecture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vCPUs / Memory (some sizes)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Network &amp; Other Features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Good For / Highlights</a:t>
                      </a:r>
                      <a:endParaRPr lang="en-US" sz="12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179252"/>
                  </a:ext>
                </a:extLst>
              </a:tr>
              <a:tr h="735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T4g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AWS Graviton2 (ARM) 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Up to </a:t>
                      </a: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8 vCPUs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32 GiB RAM</a:t>
                      </a: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 (for t4g.2xlarge)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Up to ~5 Gbps network, burstable CPU credits model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Cost-efficient for lightweight / bursty workloads (microservices, dev/test, websites)</a:t>
                      </a:r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62759"/>
                  </a:ext>
                </a:extLst>
              </a:tr>
              <a:tr h="545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T3 / T3a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Intel / AMD x86 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Examples: t3.2xlarge has 8 vCPUs, 32 GiB RAM </a:t>
                      </a:r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Burstable; good for workloads with occasional spikes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296530"/>
                  </a:ext>
                </a:extLst>
              </a:tr>
              <a:tr h="735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M6g / M6gd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Graviton2 (ARM)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Medium → large sizes: e.g. 32 vCPUs, 128 GiB RAM etc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High network bandwidth, EBS optimized, sometimes local NVMe storage (for gd variants) </a:t>
                      </a:r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Better price/performance especially on ARM; for apps with more steady CPU usage</a:t>
                      </a:r>
                      <a:endParaRPr 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629619"/>
                  </a:ext>
                </a:extLst>
              </a:tr>
              <a:tr h="735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M7g / M7gd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Graviton3 (newer ARM)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Larger sizes: memory heavy, more vCPUs etc. 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Even better network / memory bandwidth, sometimes instance store with NVMe on “gd” variants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For more demanding general workloads, where memory + CPU both matter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675845"/>
                  </a:ext>
                </a:extLst>
              </a:tr>
              <a:tr h="735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none" spc="0">
                          <a:solidFill>
                            <a:schemeClr val="tx1"/>
                          </a:solidFill>
                        </a:rPr>
                        <a:t>M7i / M8i / M8g</a:t>
                      </a:r>
                      <a:endParaRPr lang="en-US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cap="none" spc="0">
                          <a:solidFill>
                            <a:schemeClr val="tx1"/>
                          </a:solidFill>
                        </a:rPr>
                        <a:t>Intel / Xeon / Graviton4 improvements etc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Very large sizes: many vCPUs (up to 192+), large RAM (hundreds of GiB) 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High networking &amp; EBS bandwidth, latest Nitro system </a:t>
                      </a: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cap="none" spc="0">
                          <a:solidFill>
                            <a:schemeClr val="tx1"/>
                          </a:solidFill>
                        </a:rPr>
                        <a:t>Enterprise apps, large databases, large-scale application servers etc.</a:t>
                      </a:r>
                      <a:endParaRPr lang="fr-FR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3857" marR="23873" marT="64506" marB="6450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09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844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60F030-00E2-ECA9-867C-67F6101B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b="1"/>
              <a:t>Main Families</a:t>
            </a:r>
            <a:br>
              <a:rPr lang="en-US" sz="5400" b="1"/>
            </a:br>
            <a:endParaRPr lang="en-US" sz="5400"/>
          </a:p>
        </p:txBody>
      </p:sp>
      <p:pic>
        <p:nvPicPr>
          <p:cNvPr id="68" name="Picture 67" descr="Electronic circuit board">
            <a:extLst>
              <a:ext uri="{FF2B5EF4-FFF2-40B4-BE49-F238E27FC236}">
                <a16:creationId xmlns:a16="http://schemas.microsoft.com/office/drawing/2014/main" id="{E569E7D5-5B70-4E8E-F778-581FE8ED1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50" r="1141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0541D8A1-15AE-1C4C-6E4E-5E71BA681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1200" b="1" dirty="0"/>
              <a:t>T Family (Burstable)</a:t>
            </a:r>
            <a:endParaRPr lang="en-US" sz="1200" dirty="0"/>
          </a:p>
          <a:p>
            <a:pPr lvl="1"/>
            <a:r>
              <a:rPr lang="en-US" sz="1200" dirty="0"/>
              <a:t>Examples: T3, T4g</a:t>
            </a:r>
          </a:p>
          <a:p>
            <a:pPr lvl="1"/>
            <a:r>
              <a:rPr lang="en-US" sz="1200" dirty="0"/>
              <a:t>Use: Low/medium workloads with occasional spikes.</a:t>
            </a:r>
          </a:p>
          <a:p>
            <a:pPr lvl="1"/>
            <a:r>
              <a:rPr lang="en-US" sz="1200" dirty="0"/>
              <a:t>Model: CPU Credit System.</a:t>
            </a:r>
          </a:p>
          <a:p>
            <a:r>
              <a:rPr lang="en-US" sz="1200" b="1" dirty="0"/>
              <a:t>M Family (Standard, Non-Burstable)</a:t>
            </a:r>
            <a:endParaRPr lang="en-US" sz="1200" dirty="0"/>
          </a:p>
          <a:p>
            <a:pPr lvl="1"/>
            <a:r>
              <a:rPr lang="en-US" sz="1200" dirty="0"/>
              <a:t>Examples: M6g, M7g, M7i, M8i</a:t>
            </a:r>
          </a:p>
          <a:p>
            <a:pPr lvl="1"/>
            <a:r>
              <a:rPr lang="en-US" sz="1200" dirty="0"/>
              <a:t>Use: Steady workloads with balanced CPU &amp; RAM needs.</a:t>
            </a:r>
          </a:p>
          <a:p>
            <a:pPr lvl="1"/>
            <a:r>
              <a:rPr lang="en-US" sz="1200" dirty="0"/>
              <a:t>Larger sizes available for enterprise apps.</a:t>
            </a:r>
          </a:p>
          <a:p>
            <a:r>
              <a:rPr lang="en-US" sz="1200" b="1" dirty="0"/>
              <a:t>When to Use</a:t>
            </a:r>
          </a:p>
          <a:p>
            <a:r>
              <a:rPr lang="en-US" sz="1200" dirty="0"/>
              <a:t> T-family (burstable) → Workloads that are idle most of the time but occasionally spike.</a:t>
            </a:r>
          </a:p>
          <a:p>
            <a:pPr lvl="1"/>
            <a:r>
              <a:rPr lang="en-US" sz="1200" dirty="0"/>
              <a:t>Example: Development/test servers, blogs, small websites, microservices.</a:t>
            </a:r>
          </a:p>
          <a:p>
            <a:r>
              <a:rPr lang="en-US" sz="1200" dirty="0"/>
              <a:t> M-family (non-burstable) → Workloads with consistent, steady usage.</a:t>
            </a:r>
          </a:p>
          <a:p>
            <a:pPr lvl="1"/>
            <a:r>
              <a:rPr lang="en-US" sz="1200" dirty="0"/>
              <a:t>Example: ERP system, medium-size databases, backend services.</a:t>
            </a:r>
          </a:p>
          <a:p>
            <a:pPr lvl="1"/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9085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649EC-E2BE-94F0-B296-CBDA60E3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/>
              <a:t>Compute Optimized Instances</a:t>
            </a:r>
            <a:br>
              <a:rPr lang="en-US" sz="5400" b="1"/>
            </a:b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0414-ED5F-0B5E-AA60-F59BFDB04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000" b="1"/>
              <a:t> What are Compute-Optimized Instances?</a:t>
            </a:r>
          </a:p>
          <a:p>
            <a:r>
              <a:rPr lang="en-US" sz="2000"/>
              <a:t>Special EC2 instances for CPU-heavy tasks.</a:t>
            </a:r>
          </a:p>
          <a:p>
            <a:r>
              <a:rPr lang="en-US" sz="2000"/>
              <a:t>More vCPUs (processing power) than memory.</a:t>
            </a:r>
          </a:p>
          <a:p>
            <a:r>
              <a:rPr lang="en-US" sz="2000"/>
              <a:t>Best for apps that need lots of processing, not lots of RAM.</a:t>
            </a:r>
          </a:p>
          <a:p>
            <a:r>
              <a:rPr lang="en-US" sz="2000" b="1"/>
              <a:t>Types (Latest Common Ones)</a:t>
            </a:r>
          </a:p>
          <a:p>
            <a:r>
              <a:rPr lang="en-US" sz="2000" b="1"/>
              <a:t>C6g</a:t>
            </a:r>
            <a:r>
              <a:rPr lang="en-US" sz="2000"/>
              <a:t> – Based on AWS Graviton2 (ARM) → Cheaper, good performance.</a:t>
            </a:r>
          </a:p>
          <a:p>
            <a:pPr lvl="1"/>
            <a:r>
              <a:rPr lang="en-US" sz="2000"/>
              <a:t>Example: Data analytics, gaming servers.</a:t>
            </a:r>
          </a:p>
          <a:p>
            <a:r>
              <a:rPr lang="en-US" sz="2000" b="1"/>
              <a:t>C7g (new)</a:t>
            </a:r>
            <a:r>
              <a:rPr lang="en-US" sz="2000"/>
              <a:t> – Based on Graviton3 (ARM) → Faster + DDR5 memory.</a:t>
            </a:r>
          </a:p>
          <a:p>
            <a:pPr lvl="1"/>
            <a:r>
              <a:rPr lang="en-US" sz="2000"/>
              <a:t>Example: Video encoding, real-time analytics.</a:t>
            </a:r>
          </a:p>
          <a:p>
            <a:r>
              <a:rPr lang="en-US" sz="2000" b="1"/>
              <a:t>C5 / C5n</a:t>
            </a:r>
            <a:r>
              <a:rPr lang="en-US" sz="2000"/>
              <a:t> – Intel/AMD x86 → Best for workloads needing x86 support.</a:t>
            </a:r>
          </a:p>
          <a:p>
            <a:pPr lvl="1"/>
            <a:r>
              <a:rPr lang="en-US" sz="2000"/>
              <a:t>Example: Legacy apps, scientific modeling.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329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056B9-82AA-5DE0-C262-6FE96D4B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/>
              <a:t>Key Features</a:t>
            </a:r>
            <a:br>
              <a:rPr lang="en-US" sz="4800" b="1"/>
            </a:br>
            <a:endParaRPr lang="en-US" sz="4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ED396-92C5-D7E7-17E8-752D41E61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/>
              <a:t>High CPU power.</a:t>
            </a:r>
          </a:p>
          <a:p>
            <a:r>
              <a:rPr lang="en-US" sz="2200"/>
              <a:t>High network bandwidth (especially C5n / C7gn).</a:t>
            </a:r>
          </a:p>
          <a:p>
            <a:r>
              <a:rPr lang="en-US" sz="2200"/>
              <a:t>Some have </a:t>
            </a:r>
            <a:r>
              <a:rPr lang="en-US" sz="2200" b="1"/>
              <a:t>local NVMe SSDs</a:t>
            </a:r>
            <a:r>
              <a:rPr lang="en-US" sz="2200"/>
              <a:t> (“gd”) → very fast temp storage.</a:t>
            </a:r>
          </a:p>
          <a:p>
            <a:pPr marL="0" indent="0">
              <a:buNone/>
            </a:pPr>
            <a:r>
              <a:rPr lang="en-US" sz="2200" b="1"/>
              <a:t> Example</a:t>
            </a:r>
          </a:p>
          <a:p>
            <a:r>
              <a:rPr lang="en-US" sz="2200" b="1"/>
              <a:t>Video encoding server</a:t>
            </a:r>
            <a:r>
              <a:rPr lang="en-US" sz="2200"/>
              <a:t> → needs CPU 24/7 → use </a:t>
            </a:r>
            <a:r>
              <a:rPr lang="en-US" sz="2200" b="1"/>
              <a:t>C7g or C6g</a:t>
            </a:r>
            <a:r>
              <a:rPr lang="en-US" sz="2200"/>
              <a:t>.</a:t>
            </a:r>
          </a:p>
          <a:p>
            <a:r>
              <a:rPr lang="en-US" sz="2200" b="1"/>
              <a:t>Scientific calculations</a:t>
            </a:r>
            <a:r>
              <a:rPr lang="en-US" sz="2200"/>
              <a:t> → needs many cores → use </a:t>
            </a:r>
            <a:r>
              <a:rPr lang="en-US" sz="2200" b="1"/>
              <a:t>C5n or C7gn</a:t>
            </a:r>
            <a:r>
              <a:rPr lang="en-US" sz="2200"/>
              <a:t>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81000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5B54B-DB2D-6307-A8A8-686D842A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Memory Optimized Instances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54" name="Graphic 53" descr="Disk">
            <a:extLst>
              <a:ext uri="{FF2B5EF4-FFF2-40B4-BE49-F238E27FC236}">
                <a16:creationId xmlns:a16="http://schemas.microsoft.com/office/drawing/2014/main" id="{93682378-E2CA-CA4C-B2E8-D114E004E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4DF9E-445E-BDFB-5BF3-67A84766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000" b="1">
                <a:solidFill>
                  <a:schemeClr val="tx2"/>
                </a:solidFill>
              </a:rPr>
              <a:t>What are Memory-Optimized Instances?</a:t>
            </a:r>
          </a:p>
          <a:p>
            <a:r>
              <a:rPr lang="en-US" sz="1000">
                <a:solidFill>
                  <a:schemeClr val="tx2"/>
                </a:solidFill>
              </a:rPr>
              <a:t>EC2 instances with extra-large RAM.</a:t>
            </a:r>
          </a:p>
          <a:p>
            <a:r>
              <a:rPr lang="en-US" sz="1000">
                <a:solidFill>
                  <a:schemeClr val="tx2"/>
                </a:solidFill>
              </a:rPr>
              <a:t>Best for apps that need lots of memory, not just CPU.</a:t>
            </a:r>
          </a:p>
          <a:p>
            <a:r>
              <a:rPr lang="en-US" sz="1000">
                <a:solidFill>
                  <a:schemeClr val="tx2"/>
                </a:solidFill>
              </a:rPr>
              <a:t>Example: Databases, caching, in-memory analytics.</a:t>
            </a:r>
          </a:p>
          <a:p>
            <a:r>
              <a:rPr lang="en-US" sz="1000" b="1">
                <a:solidFill>
                  <a:schemeClr val="tx2"/>
                </a:solidFill>
              </a:rPr>
              <a:t>Common Types</a:t>
            </a:r>
          </a:p>
          <a:p>
            <a:r>
              <a:rPr lang="en-US" sz="1000" b="1">
                <a:solidFill>
                  <a:schemeClr val="tx2"/>
                </a:solidFill>
              </a:rPr>
              <a:t>R6g</a:t>
            </a:r>
            <a:r>
              <a:rPr lang="en-US" sz="1000">
                <a:solidFill>
                  <a:schemeClr val="tx2"/>
                </a:solidFill>
              </a:rPr>
              <a:t> – Based on Graviton2 (ARM) → Cheaper, good price/performance.</a:t>
            </a:r>
          </a:p>
          <a:p>
            <a:pPr lvl="1"/>
            <a:r>
              <a:rPr lang="en-US" sz="1000">
                <a:solidFill>
                  <a:schemeClr val="tx2"/>
                </a:solidFill>
              </a:rPr>
              <a:t>Example: Real-time big data, Redis, Memcached.</a:t>
            </a:r>
          </a:p>
          <a:p>
            <a:r>
              <a:rPr lang="en-US" sz="1000" b="1">
                <a:solidFill>
                  <a:schemeClr val="tx2"/>
                </a:solidFill>
              </a:rPr>
              <a:t>R5</a:t>
            </a:r>
            <a:r>
              <a:rPr lang="en-US" sz="1000">
                <a:solidFill>
                  <a:schemeClr val="tx2"/>
                </a:solidFill>
              </a:rPr>
              <a:t> – Intel/AMD x86 → Large RAM, steady performance.</a:t>
            </a:r>
          </a:p>
          <a:p>
            <a:pPr lvl="1"/>
            <a:r>
              <a:rPr lang="en-US" sz="1000">
                <a:solidFill>
                  <a:schemeClr val="tx2"/>
                </a:solidFill>
              </a:rPr>
              <a:t>Example: SQL/NoSQL databases, in-memory caching.</a:t>
            </a:r>
          </a:p>
          <a:p>
            <a:r>
              <a:rPr lang="en-US" sz="1000" b="1">
                <a:solidFill>
                  <a:schemeClr val="tx2"/>
                </a:solidFill>
              </a:rPr>
              <a:t>R4 (older)</a:t>
            </a:r>
            <a:r>
              <a:rPr lang="en-US" sz="1000">
                <a:solidFill>
                  <a:schemeClr val="tx2"/>
                </a:solidFill>
              </a:rPr>
              <a:t> – Still used but less efficient than R5/R6.</a:t>
            </a:r>
          </a:p>
          <a:p>
            <a:pPr lvl="1"/>
            <a:r>
              <a:rPr lang="en-US" sz="1000">
                <a:solidFill>
                  <a:schemeClr val="tx2"/>
                </a:solidFill>
              </a:rPr>
              <a:t>Example: Big databases in legacy workloads.</a:t>
            </a:r>
          </a:p>
          <a:p>
            <a:r>
              <a:rPr lang="en-US" sz="1000" b="1">
                <a:solidFill>
                  <a:schemeClr val="tx2"/>
                </a:solidFill>
              </a:rPr>
              <a:t>X1 / X1e</a:t>
            </a:r>
            <a:r>
              <a:rPr lang="en-US" sz="1000">
                <a:solidFill>
                  <a:schemeClr val="tx2"/>
                </a:solidFill>
              </a:rPr>
              <a:t> – Super high memory capacity.</a:t>
            </a:r>
          </a:p>
          <a:p>
            <a:pPr lvl="1"/>
            <a:r>
              <a:rPr lang="en-US" sz="1000">
                <a:solidFill>
                  <a:schemeClr val="tx2"/>
                </a:solidFill>
              </a:rPr>
              <a:t>Example: </a:t>
            </a:r>
            <a:r>
              <a:rPr lang="en-US" sz="1000" b="1">
                <a:solidFill>
                  <a:schemeClr val="tx2"/>
                </a:solidFill>
              </a:rPr>
              <a:t>SAP HANA, Apache Spark</a:t>
            </a:r>
            <a:r>
              <a:rPr lang="en-US" sz="1000">
                <a:solidFill>
                  <a:schemeClr val="tx2"/>
                </a:solidFill>
              </a:rPr>
              <a:t>, very large enterprise DBs.</a:t>
            </a:r>
          </a:p>
          <a:p>
            <a:r>
              <a:rPr lang="en-US" sz="1000" b="1">
                <a:solidFill>
                  <a:schemeClr val="tx2"/>
                </a:solidFill>
              </a:rPr>
              <a:t>High-end (u-series like u-24tb1)</a:t>
            </a:r>
            <a:r>
              <a:rPr lang="en-US" sz="1000">
                <a:solidFill>
                  <a:schemeClr val="tx2"/>
                </a:solidFill>
              </a:rPr>
              <a:t> – For </a:t>
            </a:r>
            <a:r>
              <a:rPr lang="en-US" sz="1000" b="1">
                <a:solidFill>
                  <a:schemeClr val="tx2"/>
                </a:solidFill>
              </a:rPr>
              <a:t>extreme memory needs</a:t>
            </a:r>
            <a:r>
              <a:rPr lang="en-US" sz="1000">
                <a:solidFill>
                  <a:schemeClr val="tx2"/>
                </a:solidFill>
              </a:rPr>
              <a:t> (TBs of RAM).</a:t>
            </a:r>
          </a:p>
          <a:p>
            <a:pPr lvl="1"/>
            <a:r>
              <a:rPr lang="en-US" sz="1000">
                <a:solidFill>
                  <a:schemeClr val="tx2"/>
                </a:solidFill>
              </a:rPr>
              <a:t>Example: Very large SAP HANA or scientific workloads.</a:t>
            </a:r>
          </a:p>
          <a:p>
            <a:endParaRPr lang="en-US" sz="1000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896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2835C-58EA-E94B-58EC-8FB2A6A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100" b="1"/>
              <a:t>Key Features</a:t>
            </a:r>
            <a:br>
              <a:rPr lang="en-US" sz="6100" b="1"/>
            </a:br>
            <a:endParaRPr lang="en-US" sz="61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312C7-AAF3-28A2-AD33-1D383D90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r>
              <a:rPr lang="en-US" sz="2000"/>
              <a:t>Tons of </a:t>
            </a:r>
            <a:r>
              <a:rPr lang="en-US" sz="2000" b="1"/>
              <a:t>RAM</a:t>
            </a:r>
            <a:r>
              <a:rPr lang="en-US" sz="2000"/>
              <a:t> (hundreds of GBs to TBs).</a:t>
            </a:r>
          </a:p>
          <a:p>
            <a:r>
              <a:rPr lang="en-US" sz="2000"/>
              <a:t>High network bandwidth.</a:t>
            </a:r>
          </a:p>
          <a:p>
            <a:r>
              <a:rPr lang="en-US" sz="2000"/>
              <a:t>Great for apps where </a:t>
            </a:r>
            <a:r>
              <a:rPr lang="en-US" sz="2000" b="1"/>
              <a:t>data must stay in memory</a:t>
            </a:r>
            <a:r>
              <a:rPr lang="en-US" sz="2000"/>
              <a:t> for speed.</a:t>
            </a:r>
          </a:p>
          <a:p>
            <a:r>
              <a:rPr lang="en-US" sz="2000" b="1"/>
              <a:t>Examples</a:t>
            </a:r>
          </a:p>
          <a:p>
            <a:r>
              <a:rPr lang="en-US" sz="2000" b="1"/>
              <a:t>Amazon RDS database</a:t>
            </a:r>
            <a:r>
              <a:rPr lang="en-US" sz="2000"/>
              <a:t> (MySQL, PostgreSQL) with huge tables → use </a:t>
            </a:r>
            <a:r>
              <a:rPr lang="en-US" sz="2000" b="1"/>
              <a:t>R5/R6g</a:t>
            </a:r>
            <a:r>
              <a:rPr lang="en-US" sz="2000"/>
              <a:t>.</a:t>
            </a:r>
          </a:p>
          <a:p>
            <a:r>
              <a:rPr lang="en-US" sz="2000" b="1"/>
              <a:t>Redis or Memcached</a:t>
            </a:r>
            <a:r>
              <a:rPr lang="en-US" sz="2000"/>
              <a:t> (in-memory cache for speed) → use </a:t>
            </a:r>
            <a:r>
              <a:rPr lang="en-US" sz="2000" b="1"/>
              <a:t>R6g</a:t>
            </a:r>
            <a:r>
              <a:rPr lang="en-US" sz="2000"/>
              <a:t>.</a:t>
            </a:r>
          </a:p>
          <a:p>
            <a:r>
              <a:rPr lang="en-US" sz="2000" b="1"/>
              <a:t>SAP HANA</a:t>
            </a:r>
            <a:r>
              <a:rPr lang="en-US" sz="2000"/>
              <a:t> (enterprise in-memory DB) → use </a:t>
            </a:r>
            <a:r>
              <a:rPr lang="en-US" sz="2000" b="1"/>
              <a:t>X1 or u-series</a:t>
            </a:r>
            <a:r>
              <a:rPr lang="en-US" sz="2000"/>
              <a:t>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1528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8637BD-F282-3598-DB36-EBB77E2A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Storage Optimized Instances (EC2)</a:t>
            </a:r>
            <a:br>
              <a:rPr lang="en-US" sz="3600" b="1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52D5-022D-B97D-5142-23580083B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Made for</a:t>
            </a:r>
            <a:r>
              <a:rPr lang="en-US" sz="1800">
                <a:solidFill>
                  <a:schemeClr val="tx2"/>
                </a:solidFill>
              </a:rPr>
              <a:t>: Workloads needing </a:t>
            </a:r>
            <a:r>
              <a:rPr lang="en-US" sz="1800" b="1">
                <a:solidFill>
                  <a:schemeClr val="tx2"/>
                </a:solidFill>
              </a:rPr>
              <a:t>very fast &amp; large local storage</a:t>
            </a:r>
            <a:r>
              <a:rPr lang="en-US" sz="1800">
                <a:solidFill>
                  <a:schemeClr val="tx2"/>
                </a:solidFill>
              </a:rPr>
              <a:t> (SSD/HDD).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 b="1">
                <a:solidFill>
                  <a:schemeClr val="tx2"/>
                </a:solidFill>
              </a:rPr>
              <a:t>Best for</a:t>
            </a:r>
            <a:r>
              <a:rPr lang="en-US" sz="1800">
                <a:solidFill>
                  <a:schemeClr val="tx2"/>
                </a:solidFill>
              </a:rPr>
              <a:t>: Big Data, Data Warehousing, NoSQL DBs, Log processing.</a:t>
            </a:r>
          </a:p>
          <a:p>
            <a:r>
              <a:rPr lang="en-US" sz="1800" b="1">
                <a:solidFill>
                  <a:schemeClr val="tx2"/>
                </a:solidFill>
              </a:rPr>
              <a:t>Types of Storage Optimized Instances</a:t>
            </a:r>
          </a:p>
          <a:p>
            <a:r>
              <a:rPr lang="en-US" sz="1800" b="1">
                <a:solidFill>
                  <a:schemeClr val="tx2"/>
                </a:solidFill>
              </a:rPr>
              <a:t>I3 / I4i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Use </a:t>
            </a:r>
            <a:r>
              <a:rPr lang="en-US" sz="1800" b="1">
                <a:solidFill>
                  <a:schemeClr val="tx2"/>
                </a:solidFill>
              </a:rPr>
              <a:t>NVMe SSD</a:t>
            </a:r>
            <a:r>
              <a:rPr lang="en-US" sz="1800">
                <a:solidFill>
                  <a:schemeClr val="tx2"/>
                </a:solidFill>
              </a:rPr>
              <a:t> (very fast).</a:t>
            </a:r>
          </a:p>
          <a:p>
            <a:r>
              <a:rPr lang="en-US" sz="1800">
                <a:solidFill>
                  <a:schemeClr val="tx2"/>
                </a:solidFill>
              </a:rPr>
              <a:t>Best for </a:t>
            </a:r>
            <a:r>
              <a:rPr lang="en-US" sz="1800" b="1">
                <a:solidFill>
                  <a:schemeClr val="tx2"/>
                </a:solidFill>
              </a:rPr>
              <a:t>NoSQL DBs, caching, search engines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>
                <a:solidFill>
                  <a:schemeClr val="tx2"/>
                </a:solidFill>
              </a:rPr>
              <a:t>Example: ElasticSearch, Cassandra.</a:t>
            </a:r>
          </a:p>
          <a:p>
            <a:r>
              <a:rPr lang="en-US" sz="1800" b="1">
                <a:solidFill>
                  <a:schemeClr val="tx2"/>
                </a:solidFill>
              </a:rPr>
              <a:t>I3en / I8g / I7i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Even </a:t>
            </a:r>
            <a:r>
              <a:rPr lang="en-US" sz="1800" b="1">
                <a:solidFill>
                  <a:schemeClr val="tx2"/>
                </a:solidFill>
              </a:rPr>
              <a:t>bigger storage + faster</a:t>
            </a:r>
            <a:r>
              <a:rPr lang="en-US" sz="1800">
                <a:solidFill>
                  <a:schemeClr val="tx2"/>
                </a:solidFill>
              </a:rPr>
              <a:t> than I3/I4i.</a:t>
            </a:r>
          </a:p>
          <a:p>
            <a:r>
              <a:rPr lang="en-US" sz="1800">
                <a:solidFill>
                  <a:schemeClr val="tx2"/>
                </a:solidFill>
              </a:rPr>
              <a:t>Best for </a:t>
            </a:r>
            <a:r>
              <a:rPr lang="en-US" sz="1800" b="1">
                <a:solidFill>
                  <a:schemeClr val="tx2"/>
                </a:solidFill>
              </a:rPr>
              <a:t>Big Data analytics &amp; data warehouses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r>
              <a:rPr lang="en-US" sz="1800">
                <a:solidFill>
                  <a:schemeClr val="tx2"/>
                </a:solidFill>
              </a:rPr>
              <a:t>Example: Hadoop, Teradata.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48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70AB7E-F79E-663C-BC71-E56B6A7FF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5412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88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EEDAC-86A4-739A-8A1A-04496391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US" b="1"/>
              <a:t>Example to Understand</a:t>
            </a:r>
            <a:br>
              <a:rPr lang="en-US" b="1"/>
            </a:b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840CA87-131A-7840-786F-65063D958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61893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6100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8EE0B-6225-6F54-5B98-02149461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Accelerated Computing Instances (EC2)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6BD06-D38E-1E1F-ED90-FD7992121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253"/>
            <a:ext cx="10515600" cy="466971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Made for</a:t>
            </a:r>
            <a:r>
              <a:rPr lang="en-US" dirty="0"/>
              <a:t>: Workloads needing </a:t>
            </a:r>
            <a:r>
              <a:rPr lang="en-US" b="1" dirty="0"/>
              <a:t>specialized hardware</a:t>
            </a:r>
            <a:r>
              <a:rPr lang="en-US" dirty="0"/>
              <a:t> (GPUs, FPGAs, custom chips).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Best for</a:t>
            </a:r>
            <a:r>
              <a:rPr lang="en-US" dirty="0"/>
              <a:t>: Machine Learning, AI, Deep Learning, Graphics, HPC (High-Performance Computing).</a:t>
            </a:r>
          </a:p>
          <a:p>
            <a:r>
              <a:rPr lang="en-US" b="1" dirty="0"/>
              <a:t> Types of Accelerated Instances</a:t>
            </a:r>
          </a:p>
          <a:p>
            <a:r>
              <a:rPr lang="en-US" b="1" dirty="0"/>
              <a:t>P3 / P4</a:t>
            </a:r>
            <a:endParaRPr lang="en-US" dirty="0"/>
          </a:p>
          <a:p>
            <a:r>
              <a:rPr lang="en-US" dirty="0"/>
              <a:t>GPU-based (NVIDIA V100 / A100).</a:t>
            </a:r>
          </a:p>
          <a:p>
            <a:r>
              <a:rPr lang="en-US" dirty="0"/>
              <a:t>Best for: Deep Learning, ML training, Scientific simulations.</a:t>
            </a:r>
          </a:p>
          <a:p>
            <a:r>
              <a:rPr lang="en-US" dirty="0"/>
              <a:t>Example: Training Image Recognition model.</a:t>
            </a:r>
          </a:p>
          <a:p>
            <a:r>
              <a:rPr lang="en-US" b="1" dirty="0"/>
              <a:t>G4 / G5</a:t>
            </a:r>
            <a:endParaRPr lang="en-US" dirty="0"/>
          </a:p>
          <a:p>
            <a:r>
              <a:rPr lang="en-US" b="1" dirty="0"/>
              <a:t>GPU-based (T4 / A10G GPUs)</a:t>
            </a:r>
            <a:r>
              <a:rPr lang="en-US" dirty="0"/>
              <a:t>.</a:t>
            </a:r>
          </a:p>
          <a:p>
            <a:r>
              <a:rPr lang="en-US" dirty="0"/>
              <a:t>Best for: Graphics rendering, Gaming, Virtual Desktops.</a:t>
            </a:r>
          </a:p>
          <a:p>
            <a:r>
              <a:rPr lang="en-US" dirty="0"/>
              <a:t>Example: Running 3D games or CAD software on cloud.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2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Electronic circuit board with processor">
            <a:extLst>
              <a:ext uri="{FF2B5EF4-FFF2-40B4-BE49-F238E27FC236}">
                <a16:creationId xmlns:a16="http://schemas.microsoft.com/office/drawing/2014/main" id="{97C626A7-5BBE-B855-9063-7499B4821C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545" b="14185"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D5502-1D0C-10E1-7AD4-D01D3BD97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211016"/>
            <a:ext cx="6906491" cy="5965948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rgbClr val="FFFFFF"/>
                </a:solidFill>
              </a:rPr>
              <a:t>Inf1 / Inf2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 b="1">
                <a:solidFill>
                  <a:srgbClr val="FFFFFF"/>
                </a:solidFill>
              </a:rPr>
              <a:t>AWS Inferentia chips</a:t>
            </a:r>
            <a:r>
              <a:rPr lang="en-US" sz="1800">
                <a:solidFill>
                  <a:srgbClr val="FFFFFF"/>
                </a:solidFill>
              </a:rPr>
              <a:t> (custom AI chip).</a:t>
            </a:r>
          </a:p>
          <a:p>
            <a:r>
              <a:rPr lang="en-US" sz="1800">
                <a:solidFill>
                  <a:srgbClr val="FFFFFF"/>
                </a:solidFill>
              </a:rPr>
              <a:t>Best for: </a:t>
            </a:r>
            <a:r>
              <a:rPr lang="en-US" sz="1800" b="1">
                <a:solidFill>
                  <a:srgbClr val="FFFFFF"/>
                </a:solidFill>
              </a:rPr>
              <a:t>Machine Learning Inference (fast predictions, low cost).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Example: Running a chatbot that predicts answers in real-time.</a:t>
            </a:r>
          </a:p>
          <a:p>
            <a:r>
              <a:rPr lang="en-US" sz="1800" b="1">
                <a:solidFill>
                  <a:srgbClr val="FFFFFF"/>
                </a:solidFill>
              </a:rPr>
              <a:t>F1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 b="1">
                <a:solidFill>
                  <a:srgbClr val="FFFFFF"/>
                </a:solidFill>
              </a:rPr>
              <a:t>FPGA-based (Field Programmable Gate Array)</a:t>
            </a:r>
            <a:r>
              <a:rPr lang="en-US" sz="1800">
                <a:solidFill>
                  <a:srgbClr val="FFFFFF"/>
                </a:solidFill>
              </a:rPr>
              <a:t>.</a:t>
            </a:r>
          </a:p>
          <a:p>
            <a:r>
              <a:rPr lang="en-US" sz="1800">
                <a:solidFill>
                  <a:srgbClr val="FFFFFF"/>
                </a:solidFill>
              </a:rPr>
              <a:t>Best for: </a:t>
            </a:r>
            <a:r>
              <a:rPr lang="en-US" sz="1800" b="1">
                <a:solidFill>
                  <a:srgbClr val="FFFFFF"/>
                </a:solidFill>
              </a:rPr>
              <a:t>Custom hardware acceleration (encryption, genomics, video processing).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Example: DNA sequencing or financial risk modeling.</a:t>
            </a:r>
          </a:p>
          <a:p>
            <a:br>
              <a:rPr lang="en-US" sz="1800">
                <a:solidFill>
                  <a:srgbClr val="FFFFFF"/>
                </a:solidFill>
              </a:rPr>
            </a:br>
            <a:r>
              <a:rPr lang="en-US" sz="1800" b="1">
                <a:solidFill>
                  <a:srgbClr val="FFFFFF"/>
                </a:solidFill>
              </a:rPr>
              <a:t>Example to Understand</a:t>
            </a:r>
          </a:p>
          <a:p>
            <a:r>
              <a:rPr lang="en-US" sz="1800">
                <a:solidFill>
                  <a:srgbClr val="FFFFFF"/>
                </a:solidFill>
              </a:rPr>
              <a:t>Training a </a:t>
            </a:r>
            <a:r>
              <a:rPr lang="en-US" sz="1800" b="1">
                <a:solidFill>
                  <a:srgbClr val="FFFFFF"/>
                </a:solidFill>
              </a:rPr>
              <a:t>deep learning model</a:t>
            </a:r>
            <a:r>
              <a:rPr lang="en-US" sz="1800">
                <a:solidFill>
                  <a:srgbClr val="FFFFFF"/>
                </a:solidFill>
              </a:rPr>
              <a:t> (like ChatGPT ) → </a:t>
            </a:r>
            <a:r>
              <a:rPr lang="en-US" sz="1800" b="1">
                <a:solidFill>
                  <a:srgbClr val="FFFFFF"/>
                </a:solidFill>
              </a:rPr>
              <a:t>P4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Running </a:t>
            </a:r>
            <a:r>
              <a:rPr lang="en-US" sz="1800" b="1">
                <a:solidFill>
                  <a:srgbClr val="FFFFFF"/>
                </a:solidFill>
              </a:rPr>
              <a:t>gaming / 3D apps</a:t>
            </a:r>
            <a:r>
              <a:rPr lang="en-US" sz="1800">
                <a:solidFill>
                  <a:srgbClr val="FFFFFF"/>
                </a:solidFill>
              </a:rPr>
              <a:t> → </a:t>
            </a:r>
            <a:r>
              <a:rPr lang="en-US" sz="1800" b="1">
                <a:solidFill>
                  <a:srgbClr val="FFFFFF"/>
                </a:solidFill>
              </a:rPr>
              <a:t>G4/G5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Making </a:t>
            </a:r>
            <a:r>
              <a:rPr lang="en-US" sz="1800" b="1">
                <a:solidFill>
                  <a:srgbClr val="FFFFFF"/>
                </a:solidFill>
              </a:rPr>
              <a:t>fast AI predictions at low cost</a:t>
            </a:r>
            <a:r>
              <a:rPr lang="en-US" sz="1800">
                <a:solidFill>
                  <a:srgbClr val="FFFFFF"/>
                </a:solidFill>
              </a:rPr>
              <a:t> → </a:t>
            </a:r>
            <a:r>
              <a:rPr lang="en-US" sz="1800" b="1">
                <a:solidFill>
                  <a:srgbClr val="FFFFFF"/>
                </a:solidFill>
              </a:rPr>
              <a:t>Inf1</a:t>
            </a:r>
            <a:endParaRPr lang="en-US" sz="1800">
              <a:solidFill>
                <a:srgbClr val="FFFFFF"/>
              </a:solidFill>
            </a:endParaRPr>
          </a:p>
          <a:p>
            <a:r>
              <a:rPr lang="en-US" sz="1800">
                <a:solidFill>
                  <a:srgbClr val="FFFFFF"/>
                </a:solidFill>
              </a:rPr>
              <a:t>Doing </a:t>
            </a:r>
            <a:r>
              <a:rPr lang="en-US" sz="1800" b="1">
                <a:solidFill>
                  <a:srgbClr val="FFFFFF"/>
                </a:solidFill>
              </a:rPr>
              <a:t>specialized hardware tasks</a:t>
            </a:r>
            <a:r>
              <a:rPr lang="en-US" sz="1800">
                <a:solidFill>
                  <a:srgbClr val="FFFFFF"/>
                </a:solidFill>
              </a:rPr>
              <a:t> → </a:t>
            </a:r>
            <a:r>
              <a:rPr lang="en-US" sz="1800" b="1">
                <a:solidFill>
                  <a:srgbClr val="FFFFFF"/>
                </a:solidFill>
              </a:rPr>
              <a:t>F1</a:t>
            </a:r>
            <a:endParaRPr lang="en-US" sz="1800">
              <a:solidFill>
                <a:srgbClr val="FFFFFF"/>
              </a:solidFill>
            </a:endParaRPr>
          </a:p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263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85E18-7110-05DF-7D8E-EEDBF20F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HPC Optimized EC2 Instances</a:t>
            </a:r>
            <a:br>
              <a:rPr lang="en-US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85FA-F8C9-F889-533F-D5ED06E8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500" dirty="0"/>
              <a:t> Made for: High-Performance Computing (HPC) workloads.</a:t>
            </a:r>
            <a:br>
              <a:rPr lang="en-US" sz="1500" dirty="0"/>
            </a:br>
            <a:r>
              <a:rPr lang="en-US" sz="1500" dirty="0"/>
              <a:t> Best for: Complex simulations, deep learning, weather modeling, genomics, rendering, and scientific computing.</a:t>
            </a:r>
            <a:br>
              <a:rPr lang="en-US" sz="1500" dirty="0"/>
            </a:br>
            <a:r>
              <a:rPr lang="en-US" sz="1500" b="1" dirty="0"/>
              <a:t> Key features:</a:t>
            </a:r>
          </a:p>
          <a:p>
            <a:r>
              <a:rPr lang="en-US" sz="1500" b="1" dirty="0"/>
              <a:t>Powerful CPUs</a:t>
            </a:r>
            <a:endParaRPr lang="en-US" sz="1500" dirty="0"/>
          </a:p>
          <a:p>
            <a:r>
              <a:rPr lang="en-US" sz="1500" b="1" dirty="0"/>
              <a:t>High network bandwidth (up to 400 Gbps)</a:t>
            </a:r>
            <a:endParaRPr lang="en-US" sz="1500" dirty="0"/>
          </a:p>
          <a:p>
            <a:r>
              <a:rPr lang="en-US" sz="1500" b="1" dirty="0"/>
              <a:t>Low-latency networking (Elastic Fabric Adapter - EFA)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Types of HPC Instances</a:t>
            </a:r>
          </a:p>
          <a:p>
            <a:r>
              <a:rPr lang="en-US" sz="1500" b="1" dirty="0"/>
              <a:t>Hpc6a</a:t>
            </a:r>
            <a:endParaRPr lang="en-US" sz="1500" dirty="0"/>
          </a:p>
          <a:p>
            <a:r>
              <a:rPr lang="en-US" sz="1500" dirty="0"/>
              <a:t>AMD EPYC processors.</a:t>
            </a:r>
          </a:p>
          <a:p>
            <a:r>
              <a:rPr lang="en-US" sz="1500" b="1" dirty="0"/>
              <a:t>Best for</a:t>
            </a:r>
            <a:r>
              <a:rPr lang="en-US" sz="1500" dirty="0"/>
              <a:t>: Large-scale simulations (CFD, weather, genomics).</a:t>
            </a:r>
          </a:p>
          <a:p>
            <a:r>
              <a:rPr lang="en-US" sz="1500" b="1" dirty="0"/>
              <a:t>Up to 100 Gbps</a:t>
            </a:r>
            <a:r>
              <a:rPr lang="en-US" sz="1500" dirty="0"/>
              <a:t> network with EFA.</a:t>
            </a:r>
          </a:p>
          <a:p>
            <a:r>
              <a:rPr lang="en-US" sz="1500" b="1" dirty="0"/>
              <a:t>Lower cost</a:t>
            </a:r>
            <a:r>
              <a:rPr lang="en-US" sz="1500" dirty="0"/>
              <a:t> compared to other HPC instances.</a:t>
            </a:r>
          </a:p>
          <a:p>
            <a:r>
              <a:rPr lang="en-US" sz="1500" b="1" dirty="0"/>
              <a:t>Hpc6id</a:t>
            </a:r>
            <a:endParaRPr lang="en-US" sz="1500" dirty="0"/>
          </a:p>
          <a:p>
            <a:r>
              <a:rPr lang="en-US" sz="1500" dirty="0"/>
              <a:t>Optimized for </a:t>
            </a:r>
            <a:r>
              <a:rPr lang="en-US" sz="1500" b="1" dirty="0"/>
              <a:t>HPC + high storage I/O</a:t>
            </a:r>
            <a:r>
              <a:rPr lang="en-US" sz="1500" dirty="0"/>
              <a:t>.</a:t>
            </a:r>
          </a:p>
          <a:p>
            <a:r>
              <a:rPr lang="en-US" sz="1500" b="1" dirty="0"/>
              <a:t>Best for</a:t>
            </a:r>
            <a:r>
              <a:rPr lang="en-US" sz="1500" dirty="0"/>
              <a:t>: Finite Element Analysis (FEA), seismic modeling, fluid dynamics.</a:t>
            </a:r>
          </a:p>
          <a:p>
            <a:r>
              <a:rPr lang="en-US" sz="1500" dirty="0"/>
              <a:t>Includes </a:t>
            </a:r>
            <a:r>
              <a:rPr lang="en-US" sz="1500" b="1" dirty="0"/>
              <a:t>local </a:t>
            </a:r>
            <a:r>
              <a:rPr lang="en-US" sz="1500" b="1" dirty="0" err="1"/>
              <a:t>NVMe</a:t>
            </a:r>
            <a:r>
              <a:rPr lang="en-US" sz="1500" b="1" dirty="0"/>
              <a:t> storage</a:t>
            </a:r>
            <a:r>
              <a:rPr lang="en-US" sz="1500" dirty="0"/>
              <a:t> for fast data access.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02119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6185A-EB6F-78D6-8A90-7A450994B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500" b="1" dirty="0"/>
              <a:t>Hpc7g</a:t>
            </a:r>
            <a:endParaRPr lang="en-US" sz="1500" dirty="0"/>
          </a:p>
          <a:p>
            <a:r>
              <a:rPr lang="en-US" sz="1500" dirty="0"/>
              <a:t>Powered by </a:t>
            </a:r>
            <a:r>
              <a:rPr lang="en-US" sz="1500" b="1" dirty="0"/>
              <a:t>AWS Graviton3E processors</a:t>
            </a:r>
            <a:r>
              <a:rPr lang="en-US" sz="1500" dirty="0"/>
              <a:t>.</a:t>
            </a:r>
          </a:p>
          <a:p>
            <a:r>
              <a:rPr lang="en-US" sz="1500" b="1" dirty="0"/>
              <a:t>Best for</a:t>
            </a:r>
            <a:r>
              <a:rPr lang="en-US" sz="1500" dirty="0"/>
              <a:t>: Energy exploration, molecular modeling, CFD.</a:t>
            </a:r>
          </a:p>
          <a:p>
            <a:r>
              <a:rPr lang="en-US" sz="1500" b="1" dirty="0"/>
              <a:t>Up to 200 Gbps</a:t>
            </a:r>
            <a:r>
              <a:rPr lang="en-US" sz="1500" dirty="0"/>
              <a:t> network bandwidth.</a:t>
            </a:r>
          </a:p>
          <a:p>
            <a:r>
              <a:rPr lang="en-US" sz="1500" b="1" dirty="0"/>
              <a:t>Hpc7a</a:t>
            </a:r>
            <a:endParaRPr lang="en-US" sz="1500" dirty="0"/>
          </a:p>
          <a:p>
            <a:r>
              <a:rPr lang="en-US" sz="1500" dirty="0"/>
              <a:t>Latest HPC with </a:t>
            </a:r>
            <a:r>
              <a:rPr lang="en-US" sz="1500" b="1" dirty="0"/>
              <a:t>AMD 4th Gen EPYC CPUs</a:t>
            </a:r>
            <a:r>
              <a:rPr lang="en-US" sz="1500" dirty="0"/>
              <a:t>.</a:t>
            </a:r>
          </a:p>
          <a:p>
            <a:r>
              <a:rPr lang="en-US" sz="1500" b="1" dirty="0"/>
              <a:t>Best for</a:t>
            </a:r>
            <a:r>
              <a:rPr lang="en-US" sz="1500" dirty="0"/>
              <a:t>: Extreme-scale simulations needing lots of compute.</a:t>
            </a:r>
          </a:p>
          <a:p>
            <a:r>
              <a:rPr lang="en-US" sz="1500" b="1" dirty="0"/>
              <a:t>Up to 300–400 Gbps</a:t>
            </a:r>
            <a:r>
              <a:rPr lang="en-US" sz="1500" dirty="0"/>
              <a:t> bandwidth with EFA.</a:t>
            </a:r>
          </a:p>
          <a:p>
            <a:pPr marL="0" indent="0">
              <a:buNone/>
            </a:pPr>
            <a:br>
              <a:rPr lang="en-US" sz="1500" dirty="0"/>
            </a:br>
            <a:r>
              <a:rPr lang="en-US" sz="1500" b="1" dirty="0"/>
              <a:t> Example to Understand</a:t>
            </a:r>
          </a:p>
          <a:p>
            <a:r>
              <a:rPr lang="en-US" sz="1500" dirty="0"/>
              <a:t>Weather forecast model → </a:t>
            </a:r>
            <a:r>
              <a:rPr lang="en-US" sz="1500" b="1" dirty="0"/>
              <a:t>Hpc6a</a:t>
            </a:r>
            <a:endParaRPr lang="en-US" sz="1500" dirty="0"/>
          </a:p>
          <a:p>
            <a:r>
              <a:rPr lang="en-US" sz="1500" dirty="0"/>
              <a:t>Oil &amp; Gas seismic simulation  → </a:t>
            </a:r>
            <a:r>
              <a:rPr lang="en-US" sz="1500" b="1" dirty="0"/>
              <a:t>Hpc6id</a:t>
            </a:r>
            <a:endParaRPr lang="en-US" sz="1500" dirty="0"/>
          </a:p>
          <a:p>
            <a:r>
              <a:rPr lang="en-US" sz="1500" dirty="0"/>
              <a:t>Molecular biology / Drug research  → </a:t>
            </a:r>
            <a:r>
              <a:rPr lang="en-US" sz="1500" b="1" dirty="0"/>
              <a:t>Hpc7g</a:t>
            </a:r>
            <a:endParaRPr lang="en-US" sz="1500" dirty="0"/>
          </a:p>
          <a:p>
            <a:r>
              <a:rPr lang="en-US" sz="1500" dirty="0"/>
              <a:t>Super large scientific simulations → </a:t>
            </a:r>
            <a:r>
              <a:rPr lang="en-US" sz="1500" b="1" dirty="0"/>
              <a:t>Hpc7a</a:t>
            </a:r>
            <a:endParaRPr lang="en-US" sz="1500" dirty="0"/>
          </a:p>
          <a:p>
            <a:br>
              <a:rPr lang="en-US" sz="1500" dirty="0"/>
            </a:br>
            <a:r>
              <a:rPr lang="en-US" sz="1500" dirty="0"/>
              <a:t>HPC instances = </a:t>
            </a:r>
            <a:r>
              <a:rPr lang="en-US" sz="1500" b="1" dirty="0"/>
              <a:t>supercomputers on AWS</a:t>
            </a:r>
            <a:r>
              <a:rPr lang="en-US" sz="1500" dirty="0"/>
              <a:t>  (best performance + low latency networking).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1733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1866</Words>
  <Application>Microsoft Office PowerPoint</Application>
  <PresentationFormat>Widescreen</PresentationFormat>
  <Paragraphs>211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Amazon EC2 </vt:lpstr>
      <vt:lpstr>Definition </vt:lpstr>
      <vt:lpstr>EC2 sizing &amp; configuration options</vt:lpstr>
      <vt:lpstr>Amazon EC2 – User Data </vt:lpstr>
      <vt:lpstr>Key Points </vt:lpstr>
      <vt:lpstr>Launching an EC2 Instance running Linux</vt:lpstr>
      <vt:lpstr>Instance Types </vt:lpstr>
      <vt:lpstr>Main Families &amp; Examples</vt:lpstr>
      <vt:lpstr>Main Families </vt:lpstr>
      <vt:lpstr>Compute Optimized Instances </vt:lpstr>
      <vt:lpstr>Key Features </vt:lpstr>
      <vt:lpstr>Memory Optimized Instances</vt:lpstr>
      <vt:lpstr>Key Features </vt:lpstr>
      <vt:lpstr>Storage Optimized Instances (EC2) </vt:lpstr>
      <vt:lpstr>PowerPoint Presentation</vt:lpstr>
      <vt:lpstr>Example to Understand </vt:lpstr>
      <vt:lpstr>Accelerated Computing Instances (EC2) </vt:lpstr>
      <vt:lpstr>PowerPoint Presentation</vt:lpstr>
      <vt:lpstr>HPC Optimized EC2 Instances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2025-09-23T07:06:05Z</dcterms:created>
  <dcterms:modified xsi:type="dcterms:W3CDTF">2025-09-23T09:27:43Z</dcterms:modified>
</cp:coreProperties>
</file>