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FBE1-0173-5C07-F4F5-E6C292DA4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A5B82-C93E-2AEC-8163-B90BA3A71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EC1E8-A944-D0F6-01D3-B7B57B0B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EE3F-18D7-80FF-E8F1-0373A6AD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6E71-CF2E-574F-D067-3ED525B6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6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C51E-B2D6-C165-70C1-7A2CA93E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B73D-02DA-AAC8-7C20-47BD2A34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2A85E-099F-E551-34C8-5FD4D893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60BD-25A5-0C31-D29A-AACC7A3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F9C1-DB79-59D7-4224-074DA7D0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0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3BB2-187A-A44B-2173-9C5D646D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01F39-1093-E49D-F53A-82B916288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65D05-9763-2314-243B-A80C7129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8B980-0240-0CDA-6B40-AC28CD18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B989-411C-ACD1-C29C-6611C1F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2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E7AE-E0FD-B083-DA9D-D2C0CBD5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F4EE-A43E-40D0-FA48-EDE05088E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02580-9AE7-2B64-F319-4E74867C4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7D564-3587-9C29-35ED-D8E1071E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7FFD-BC69-DE14-9200-159412BC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9A2EB-B094-B718-3B6B-F72B9BB1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3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F490-A65F-27D3-0101-FB0424CD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DD052-410D-2C64-7688-6930D8BD5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CB714-27E8-1696-135D-FEA385729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707DC-C239-7CF1-B008-05938404B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70CD9-A784-7873-5419-B1581DE68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171558-0661-1A45-51EC-A7F2EFF9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8B6E5-A161-3551-B702-D9B50C43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45E8C-7CAB-E12C-FD90-66A7C81F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7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632C-0B83-67EC-8B09-03A97A32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F96A9-F168-CF15-4180-6165E4E2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340D4-7109-E499-6CB3-3E4D272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8DB5C-9B94-099E-A0BD-88CEC823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5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E5C8C-BDC0-763B-21F6-8B363FF5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D2575-3976-9C3F-C447-21D58452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9C2C7-A4E4-DE1F-AF56-277267F3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6D04-698E-9EC1-A5C6-C1DD6213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E37E-9168-D500-8638-1580C5B4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CA037-B913-B650-EAD8-089CDC77B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09BA-D876-75AE-521C-73BDDA2E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5A9C5-20D7-87CF-5022-5E47DAC4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5012-7A56-BA1E-47FF-B3F15CD3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7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CA43-101B-C764-F331-17DE0EBA2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EC2C9-02CA-69B1-EC44-68E87F644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B1C3A-064E-16ED-87D7-66A4FC89C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B581E-2419-3B29-75D4-D229DBB7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FEDFA-17C2-1B6D-333A-EDC665C2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C3FB3-3323-0388-294C-71E87C98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7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53CE-F478-2B7B-18D4-E52DE6B5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AA851-EAFA-1679-0F96-98C1ED12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CF95D-FA09-E2E3-CF6A-42C523ED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EB95-06BF-F676-A159-32EC8311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87A0-40F5-94C1-22DF-E33BFA71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3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4FF3B-816F-97B6-5B24-AE48A3057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729FC-85D5-0F23-2624-386712FC8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3519A-4AED-F345-F791-7C21ADB3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BF8A-E6ED-A398-E849-441DFE43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ECF8A-404B-DF6A-D00B-AD11EF8E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4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B221D-8322-B788-89DD-9EEAE3B4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B3BA6-BF6F-B2AF-C9E4-58F5B1DE0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6880D-C0F8-0024-402B-F55182E75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8A35F-C669-4B7B-8C5A-2C33D60EBA6F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5D68F-19CB-E5A1-9B9A-103664CC1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9BEA1-2665-3BBA-2927-C943E3AF4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D05A8-01DB-4E79-9482-C97A1A249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93FC1-A585-AC2D-613C-AC900DC36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en-US" sz="6600" b="1"/>
              <a:t>NAT Instance</a:t>
            </a:r>
            <a:endParaRPr lang="en-US" sz="6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4E91B9-9D85-0EA7-49C2-1DFBAAF2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US" b="1"/>
              <a:t>NAT Instance</a:t>
            </a:r>
            <a:br>
              <a:rPr lang="en-US" b="1"/>
            </a:br>
            <a:endParaRPr lang="en-US"/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129726CB-1A9F-C03C-3975-1773AA8F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5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/>
              <a:t>1. Definition</a:t>
            </a:r>
          </a:p>
          <a:p>
            <a:r>
              <a:rPr lang="en-US" sz="1500"/>
              <a:t>NAT = Network Address Translation</a:t>
            </a:r>
          </a:p>
          <a:p>
            <a:r>
              <a:rPr lang="en-US" sz="1500"/>
              <a:t>A NAT Instance is an EC2 instance configured to let private subnet EC2s connect to the Internet, while still preventing inbound Internet connections to those private instances.</a:t>
            </a:r>
          </a:p>
          <a:p>
            <a:pPr marL="0" indent="0">
              <a:buNone/>
            </a:pPr>
            <a:r>
              <a:rPr lang="en-US" sz="1500" b="1"/>
              <a:t>2. Key Points</a:t>
            </a:r>
          </a:p>
          <a:p>
            <a:r>
              <a:rPr lang="en-US" sz="1500"/>
              <a:t>Must be launched in a Public Subnet (so it has Internet access).</a:t>
            </a:r>
          </a:p>
          <a:p>
            <a:r>
              <a:rPr lang="en-US" sz="1500"/>
              <a:t>Must have an Elastic IP attached.</a:t>
            </a:r>
          </a:p>
          <a:p>
            <a:r>
              <a:rPr lang="en-US" sz="1500"/>
              <a:t>Must disable Source/Destination Check on the NAT Instance.</a:t>
            </a:r>
          </a:p>
          <a:p>
            <a:r>
              <a:rPr lang="en-US" sz="1500"/>
              <a:t>Route Tables of the private subnet must point Internet-bound traffic (0.0.0.0/0) to the NAT Instance.</a:t>
            </a:r>
            <a:br>
              <a:rPr lang="en-US" sz="1500"/>
            </a:br>
            <a:endParaRPr lang="en-US" sz="1500"/>
          </a:p>
          <a:p>
            <a:endParaRPr lang="en-US" sz="1500"/>
          </a:p>
        </p:txBody>
      </p:sp>
      <p:pic>
        <p:nvPicPr>
          <p:cNvPr id="13" name="Picture 12" descr="Abstract background">
            <a:extLst>
              <a:ext uri="{FF2B5EF4-FFF2-40B4-BE49-F238E27FC236}">
                <a16:creationId xmlns:a16="http://schemas.microsoft.com/office/drawing/2014/main" id="{E478E5CB-FE64-85F4-AA32-D0FAB47C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80" r="131" b="-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90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46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86AB4-72D9-CB81-A112-1BA2C151C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3. How It Works (Flow)</a:t>
            </a:r>
          </a:p>
          <a:p>
            <a:r>
              <a:rPr lang="en-US" sz="2200"/>
              <a:t>Private EC2 → sends request to Internet.</a:t>
            </a:r>
          </a:p>
          <a:p>
            <a:r>
              <a:rPr lang="en-US" sz="2200"/>
              <a:t>Request goes to NAT Instance (via Route Table).</a:t>
            </a:r>
          </a:p>
          <a:p>
            <a:r>
              <a:rPr lang="en-US" sz="2200"/>
              <a:t>NAT Instance → replaces private IP with its own Elastic IP → sends to Internet.</a:t>
            </a:r>
          </a:p>
          <a:p>
            <a:r>
              <a:rPr lang="en-US" sz="2200"/>
              <a:t>Response from Internet → comes back to NAT Instance → forwarded to Private EC2.</a:t>
            </a:r>
          </a:p>
          <a:p>
            <a:pPr marL="0" indent="0">
              <a:buNone/>
            </a:pPr>
            <a:r>
              <a:rPr lang="en-US" sz="2200" b="1"/>
              <a:t>4. Limitations</a:t>
            </a:r>
          </a:p>
          <a:p>
            <a:r>
              <a:rPr lang="en-US" sz="2200"/>
              <a:t>Single EC2 = Single Point of Failure.</a:t>
            </a:r>
          </a:p>
          <a:p>
            <a:r>
              <a:rPr lang="en-US" sz="2200"/>
              <a:t>Not scalable – performance depends on the instance size.</a:t>
            </a:r>
          </a:p>
          <a:p>
            <a:r>
              <a:rPr lang="en-US" sz="2200"/>
              <a:t> Needs manual patching, maintenance, and configuration.</a:t>
            </a:r>
          </a:p>
          <a:p>
            <a:r>
              <a:rPr lang="en-US" sz="2200"/>
              <a:t> NAT Gateway is the recommended modern replacement (managed, scalable, HA).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8574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NAT Instance</vt:lpstr>
      <vt:lpstr>NAT Instance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2025-09-12T07:33:39Z</dcterms:created>
  <dcterms:modified xsi:type="dcterms:W3CDTF">2025-09-12T07:43:32Z</dcterms:modified>
</cp:coreProperties>
</file>