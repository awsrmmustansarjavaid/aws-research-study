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  <p:sldMasterId id="2147483752" r:id="rId2"/>
  </p:sldMasterIdLst>
  <p:sldIdLst>
    <p:sldId id="256" r:id="rId3"/>
    <p:sldId id="258" r:id="rId4"/>
    <p:sldId id="259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70844-22E1-48D2-BC7D-FF9ACAA4F420}" v="7" dt="2025-03-18T08:45:16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Ullah" userId="0856adb400b2166a" providerId="LiveId" clId="{0A470844-22E1-48D2-BC7D-FF9ACAA4F420}"/>
    <pc:docChg chg="undo custSel addSld delSld modSld addMainMaster delMainMaster">
      <pc:chgData name="Adnan Ullah" userId="0856adb400b2166a" providerId="LiveId" clId="{0A470844-22E1-48D2-BC7D-FF9ACAA4F420}" dt="2025-03-18T11:44:21.383" v="704" actId="20577"/>
      <pc:docMkLst>
        <pc:docMk/>
      </pc:docMkLst>
      <pc:sldChg chg="addSp delSp modSp new mod setBg modClrScheme addAnim setClrOvrMap chgLayout">
        <pc:chgData name="Adnan Ullah" userId="0856adb400b2166a" providerId="LiveId" clId="{0A470844-22E1-48D2-BC7D-FF9ACAA4F420}" dt="2025-03-17T22:01:46.165" v="163" actId="255"/>
        <pc:sldMkLst>
          <pc:docMk/>
          <pc:sldMk cId="909604407" sldId="256"/>
        </pc:sldMkLst>
        <pc:spChg chg="mod">
          <ac:chgData name="Adnan Ullah" userId="0856adb400b2166a" providerId="LiveId" clId="{0A470844-22E1-48D2-BC7D-FF9ACAA4F420}" dt="2025-03-17T22:01:46.165" v="163" actId="255"/>
          <ac:spMkLst>
            <pc:docMk/>
            <pc:sldMk cId="909604407" sldId="256"/>
            <ac:spMk id="2" creationId="{77F75F42-B803-4169-70A3-488813B2BDA5}"/>
          </ac:spMkLst>
        </pc:spChg>
        <pc:spChg chg="mod">
          <ac:chgData name="Adnan Ullah" userId="0856adb400b2166a" providerId="LiveId" clId="{0A470844-22E1-48D2-BC7D-FF9ACAA4F420}" dt="2025-03-17T22:01:04.264" v="160" actId="26606"/>
          <ac:spMkLst>
            <pc:docMk/>
            <pc:sldMk cId="909604407" sldId="256"/>
            <ac:spMk id="3" creationId="{A04408E7-8140-A451-5609-83B87412C543}"/>
          </ac:spMkLst>
        </pc:spChg>
        <pc:spChg chg="add del">
          <ac:chgData name="Adnan Ullah" userId="0856adb400b2166a" providerId="LiveId" clId="{0A470844-22E1-48D2-BC7D-FF9ACAA4F420}" dt="2025-03-17T21:59:11.455" v="139" actId="26606"/>
          <ac:spMkLst>
            <pc:docMk/>
            <pc:sldMk cId="909604407" sldId="256"/>
            <ac:spMk id="9" creationId="{33E93247-6229-44AB-A550-739E971E690B}"/>
          </ac:spMkLst>
        </pc:spChg>
        <pc:spChg chg="add del">
          <ac:chgData name="Adnan Ullah" userId="0856adb400b2166a" providerId="LiveId" clId="{0A470844-22E1-48D2-BC7D-FF9ACAA4F420}" dt="2025-03-17T21:59:16.158" v="141" actId="26606"/>
          <ac:spMkLst>
            <pc:docMk/>
            <pc:sldMk cId="909604407" sldId="256"/>
            <ac:spMk id="15" creationId="{6FA9327B-0F60-46E3-AD80-CE73838567B3}"/>
          </ac:spMkLst>
        </pc:spChg>
        <pc:spChg chg="add del">
          <ac:chgData name="Adnan Ullah" userId="0856adb400b2166a" providerId="LiveId" clId="{0A470844-22E1-48D2-BC7D-FF9ACAA4F420}" dt="2025-03-17T21:59:18.198" v="143" actId="26606"/>
          <ac:spMkLst>
            <pc:docMk/>
            <pc:sldMk cId="909604407" sldId="256"/>
            <ac:spMk id="20" creationId="{6DA65B90-7B06-4499-91BA-CDDD36132481}"/>
          </ac:spMkLst>
        </pc:spChg>
        <pc:spChg chg="add del">
          <ac:chgData name="Adnan Ullah" userId="0856adb400b2166a" providerId="LiveId" clId="{0A470844-22E1-48D2-BC7D-FF9ACAA4F420}" dt="2025-03-17T21:59:18.198" v="143" actId="26606"/>
          <ac:spMkLst>
            <pc:docMk/>
            <pc:sldMk cId="909604407" sldId="256"/>
            <ac:spMk id="21" creationId="{E99D7AAF-4170-4D21-AB6C-605F6F100C2E}"/>
          </ac:spMkLst>
        </pc:spChg>
        <pc:spChg chg="add del">
          <ac:chgData name="Adnan Ullah" userId="0856adb400b2166a" providerId="LiveId" clId="{0A470844-22E1-48D2-BC7D-FF9ACAA4F420}" dt="2025-03-17T21:59:18.198" v="143" actId="26606"/>
          <ac:spMkLst>
            <pc:docMk/>
            <pc:sldMk cId="909604407" sldId="256"/>
            <ac:spMk id="23" creationId="{9502469D-C562-48E3-ABA2-3CFA55C52684}"/>
          </ac:spMkLst>
        </pc:spChg>
        <pc:spChg chg="add del">
          <ac:chgData name="Adnan Ullah" userId="0856adb400b2166a" providerId="LiveId" clId="{0A470844-22E1-48D2-BC7D-FF9ACAA4F420}" dt="2025-03-17T21:59:21.205" v="145" actId="26606"/>
          <ac:spMkLst>
            <pc:docMk/>
            <pc:sldMk cId="909604407" sldId="256"/>
            <ac:spMk id="27" creationId="{F1CE6CDF-ADB7-468C-85C9-B20A076F3C16}"/>
          </ac:spMkLst>
        </pc:spChg>
        <pc:spChg chg="add del">
          <ac:chgData name="Adnan Ullah" userId="0856adb400b2166a" providerId="LiveId" clId="{0A470844-22E1-48D2-BC7D-FF9ACAA4F420}" dt="2025-03-17T21:59:21.205" v="145" actId="26606"/>
          <ac:spMkLst>
            <pc:docMk/>
            <pc:sldMk cId="909604407" sldId="256"/>
            <ac:spMk id="28" creationId="{639EA3C6-5BB9-4426-BF58-2B808502F815}"/>
          </ac:spMkLst>
        </pc:spChg>
        <pc:spChg chg="add del">
          <ac:chgData name="Adnan Ullah" userId="0856adb400b2166a" providerId="LiveId" clId="{0A470844-22E1-48D2-BC7D-FF9ACAA4F420}" dt="2025-03-17T21:59:21.205" v="145" actId="26606"/>
          <ac:spMkLst>
            <pc:docMk/>
            <pc:sldMk cId="909604407" sldId="256"/>
            <ac:spMk id="29" creationId="{480A35E7-9EF6-40E1-A6C5-0B6D3D7245DD}"/>
          </ac:spMkLst>
        </pc:spChg>
        <pc:spChg chg="add del">
          <ac:chgData name="Adnan Ullah" userId="0856adb400b2166a" providerId="LiveId" clId="{0A470844-22E1-48D2-BC7D-FF9ACAA4F420}" dt="2025-03-17T22:00:03.799" v="150" actId="26606"/>
          <ac:spMkLst>
            <pc:docMk/>
            <pc:sldMk cId="909604407" sldId="256"/>
            <ac:spMk id="32" creationId="{C93D702E-F4E0-47FC-A74C-ECD9647A81AA}"/>
          </ac:spMkLst>
        </pc:spChg>
        <pc:spChg chg="add del">
          <ac:chgData name="Adnan Ullah" userId="0856adb400b2166a" providerId="LiveId" clId="{0A470844-22E1-48D2-BC7D-FF9ACAA4F420}" dt="2025-03-17T22:01:04.264" v="160" actId="26606"/>
          <ac:spMkLst>
            <pc:docMk/>
            <pc:sldMk cId="909604407" sldId="256"/>
            <ac:spMk id="38" creationId="{33E93247-6229-44AB-A550-739E971E690B}"/>
          </ac:spMkLst>
        </pc:spChg>
        <pc:spChg chg="add del">
          <ac:chgData name="Adnan Ullah" userId="0856adb400b2166a" providerId="LiveId" clId="{0A470844-22E1-48D2-BC7D-FF9ACAA4F420}" dt="2025-03-17T22:00:53.490" v="157" actId="26606"/>
          <ac:spMkLst>
            <pc:docMk/>
            <pc:sldMk cId="909604407" sldId="256"/>
            <ac:spMk id="47" creationId="{19F9BF86-FE94-4517-B97D-026C7515E589}"/>
          </ac:spMkLst>
        </pc:spChg>
        <pc:spChg chg="add del">
          <ac:chgData name="Adnan Ullah" userId="0856adb400b2166a" providerId="LiveId" clId="{0A470844-22E1-48D2-BC7D-FF9ACAA4F420}" dt="2025-03-17T22:01:04.205" v="159" actId="26606"/>
          <ac:spMkLst>
            <pc:docMk/>
            <pc:sldMk cId="909604407" sldId="256"/>
            <ac:spMk id="51" creationId="{1E644DE9-8D09-43E2-BA69-F57482CFC93A}"/>
          </ac:spMkLst>
        </pc:spChg>
        <pc:spChg chg="add del">
          <ac:chgData name="Adnan Ullah" userId="0856adb400b2166a" providerId="LiveId" clId="{0A470844-22E1-48D2-BC7D-FF9ACAA4F420}" dt="2025-03-17T22:01:04.205" v="159" actId="26606"/>
          <ac:spMkLst>
            <pc:docMk/>
            <pc:sldMk cId="909604407" sldId="256"/>
            <ac:spMk id="52" creationId="{6C23C919-B32E-40FF-B3D8-631316E84E3E}"/>
          </ac:spMkLst>
        </pc:spChg>
        <pc:spChg chg="add">
          <ac:chgData name="Adnan Ullah" userId="0856adb400b2166a" providerId="LiveId" clId="{0A470844-22E1-48D2-BC7D-FF9ACAA4F420}" dt="2025-03-17T22:01:04.264" v="160" actId="26606"/>
          <ac:spMkLst>
            <pc:docMk/>
            <pc:sldMk cId="909604407" sldId="256"/>
            <ac:spMk id="54" creationId="{19F9BF86-FE94-4517-B97D-026C7515E589}"/>
          </ac:spMkLst>
        </pc:spChg>
        <pc:picChg chg="add del">
          <ac:chgData name="Adnan Ullah" userId="0856adb400b2166a" providerId="LiveId" clId="{0A470844-22E1-48D2-BC7D-FF9ACAA4F420}" dt="2025-03-17T21:59:11.455" v="139" actId="26606"/>
          <ac:picMkLst>
            <pc:docMk/>
            <pc:sldMk cId="909604407" sldId="256"/>
            <ac:picMk id="4" creationId="{1E4B3ECE-C11A-D7F2-8C5B-E188C19832C5}"/>
          </ac:picMkLst>
        </pc:picChg>
        <pc:picChg chg="add del">
          <ac:chgData name="Adnan Ullah" userId="0856adb400b2166a" providerId="LiveId" clId="{0A470844-22E1-48D2-BC7D-FF9ACAA4F420}" dt="2025-03-17T21:59:16.158" v="141" actId="26606"/>
          <ac:picMkLst>
            <pc:docMk/>
            <pc:sldMk cId="909604407" sldId="256"/>
            <ac:picMk id="16" creationId="{97DD52BD-09F9-B492-7C1B-7FDCFB5B6D5D}"/>
          </ac:picMkLst>
        </pc:picChg>
        <pc:picChg chg="add del">
          <ac:chgData name="Adnan Ullah" userId="0856adb400b2166a" providerId="LiveId" clId="{0A470844-22E1-48D2-BC7D-FF9ACAA4F420}" dt="2025-03-17T21:59:18.198" v="143" actId="26606"/>
          <ac:picMkLst>
            <pc:docMk/>
            <pc:sldMk cId="909604407" sldId="256"/>
            <ac:picMk id="22" creationId="{8DB01329-3751-E173-FEFD-0EBCD302FA81}"/>
          </ac:picMkLst>
        </pc:picChg>
        <pc:picChg chg="add del">
          <ac:chgData name="Adnan Ullah" userId="0856adb400b2166a" providerId="LiveId" clId="{0A470844-22E1-48D2-BC7D-FF9ACAA4F420}" dt="2025-03-17T21:59:21.205" v="145" actId="26606"/>
          <ac:picMkLst>
            <pc:docMk/>
            <pc:sldMk cId="909604407" sldId="256"/>
            <ac:picMk id="30" creationId="{EA3FAE11-ADC6-8DB3-5B79-6D0EBCB72C03}"/>
          </ac:picMkLst>
        </pc:picChg>
        <pc:picChg chg="add mod ord">
          <ac:chgData name="Adnan Ullah" userId="0856adb400b2166a" providerId="LiveId" clId="{0A470844-22E1-48D2-BC7D-FF9ACAA4F420}" dt="2025-03-17T22:01:04.264" v="160" actId="26606"/>
          <ac:picMkLst>
            <pc:docMk/>
            <pc:sldMk cId="909604407" sldId="256"/>
            <ac:picMk id="33" creationId="{A1F9ADD8-3C69-B0DA-1F30-F74DB6325BBD}"/>
          </ac:picMkLst>
        </pc:picChg>
        <pc:cxnChg chg="add del">
          <ac:chgData name="Adnan Ullah" userId="0856adb400b2166a" providerId="LiveId" clId="{0A470844-22E1-48D2-BC7D-FF9ACAA4F420}" dt="2025-03-17T21:59:11.455" v="139" actId="26606"/>
          <ac:cxnSpMkLst>
            <pc:docMk/>
            <pc:sldMk cId="909604407" sldId="256"/>
            <ac:cxnSpMk id="11" creationId="{EE2E603F-4A95-4FE8-BB06-211DFD75DBEF}"/>
          </ac:cxnSpMkLst>
        </pc:cxnChg>
        <pc:cxnChg chg="add del">
          <ac:chgData name="Adnan Ullah" userId="0856adb400b2166a" providerId="LiveId" clId="{0A470844-22E1-48D2-BC7D-FF9ACAA4F420}" dt="2025-03-17T21:59:11.455" v="139" actId="26606"/>
          <ac:cxnSpMkLst>
            <pc:docMk/>
            <pc:sldMk cId="909604407" sldId="256"/>
            <ac:cxnSpMk id="13" creationId="{2CF06E40-3ECB-4820-95B5-8A70B07D4B47}"/>
          </ac:cxnSpMkLst>
        </pc:cxnChg>
        <pc:cxnChg chg="add del">
          <ac:chgData name="Adnan Ullah" userId="0856adb400b2166a" providerId="LiveId" clId="{0A470844-22E1-48D2-BC7D-FF9ACAA4F420}" dt="2025-03-17T21:59:16.158" v="141" actId="26606"/>
          <ac:cxnSpMkLst>
            <pc:docMk/>
            <pc:sldMk cId="909604407" sldId="256"/>
            <ac:cxnSpMk id="17" creationId="{BD1C99D0-461D-4A91-81EF-CCCD798B37A1}"/>
          </ac:cxnSpMkLst>
        </pc:cxnChg>
        <pc:cxnChg chg="add del">
          <ac:chgData name="Adnan Ullah" userId="0856adb400b2166a" providerId="LiveId" clId="{0A470844-22E1-48D2-BC7D-FF9ACAA4F420}" dt="2025-03-17T21:59:18.198" v="143" actId="26606"/>
          <ac:cxnSpMkLst>
            <pc:docMk/>
            <pc:sldMk cId="909604407" sldId="256"/>
            <ac:cxnSpMk id="19" creationId="{BBDB03F3-936C-4FC9-8A4E-9ADA66A9809A}"/>
          </ac:cxnSpMkLst>
        </pc:cxnChg>
        <pc:cxnChg chg="add del">
          <ac:chgData name="Adnan Ullah" userId="0856adb400b2166a" providerId="LiveId" clId="{0A470844-22E1-48D2-BC7D-FF9ACAA4F420}" dt="2025-03-17T21:59:18.198" v="143" actId="26606"/>
          <ac:cxnSpMkLst>
            <pc:docMk/>
            <pc:sldMk cId="909604407" sldId="256"/>
            <ac:cxnSpMk id="24" creationId="{4D594499-F983-4364-8ABC-5BCDC2E906BF}"/>
          </ac:cxnSpMkLst>
        </pc:cxnChg>
        <pc:cxnChg chg="add del">
          <ac:chgData name="Adnan Ullah" userId="0856adb400b2166a" providerId="LiveId" clId="{0A470844-22E1-48D2-BC7D-FF9ACAA4F420}" dt="2025-03-17T21:59:18.198" v="143" actId="26606"/>
          <ac:cxnSpMkLst>
            <pc:docMk/>
            <pc:sldMk cId="909604407" sldId="256"/>
            <ac:cxnSpMk id="25" creationId="{6D4C177C-581F-4CC8-A686-0B6D25DC6A70}"/>
          </ac:cxnSpMkLst>
        </pc:cxnChg>
        <pc:cxnChg chg="add del">
          <ac:chgData name="Adnan Ullah" userId="0856adb400b2166a" providerId="LiveId" clId="{0A470844-22E1-48D2-BC7D-FF9ACAA4F420}" dt="2025-03-17T22:01:04.264" v="160" actId="26606"/>
          <ac:cxnSpMkLst>
            <pc:docMk/>
            <pc:sldMk cId="909604407" sldId="256"/>
            <ac:cxnSpMk id="40" creationId="{EE2E603F-4A95-4FE8-BB06-211DFD75DBEF}"/>
          </ac:cxnSpMkLst>
        </pc:cxnChg>
        <pc:cxnChg chg="add del">
          <ac:chgData name="Adnan Ullah" userId="0856adb400b2166a" providerId="LiveId" clId="{0A470844-22E1-48D2-BC7D-FF9ACAA4F420}" dt="2025-03-17T22:01:04.264" v="160" actId="26606"/>
          <ac:cxnSpMkLst>
            <pc:docMk/>
            <pc:sldMk cId="909604407" sldId="256"/>
            <ac:cxnSpMk id="42" creationId="{D7CC41EB-2D81-4303-9171-6401B388BA35}"/>
          </ac:cxnSpMkLst>
        </pc:cxnChg>
        <pc:cxnChg chg="add del">
          <ac:chgData name="Adnan Ullah" userId="0856adb400b2166a" providerId="LiveId" clId="{0A470844-22E1-48D2-BC7D-FF9ACAA4F420}" dt="2025-03-17T22:00:53.490" v="157" actId="26606"/>
          <ac:cxnSpMkLst>
            <pc:docMk/>
            <pc:sldMk cId="909604407" sldId="256"/>
            <ac:cxnSpMk id="49" creationId="{6CA391F1-4B2C-521B-F6A5-52C74B30349D}"/>
          </ac:cxnSpMkLst>
        </pc:cxnChg>
        <pc:cxnChg chg="add">
          <ac:chgData name="Adnan Ullah" userId="0856adb400b2166a" providerId="LiveId" clId="{0A470844-22E1-48D2-BC7D-FF9ACAA4F420}" dt="2025-03-17T22:01:04.264" v="160" actId="26606"/>
          <ac:cxnSpMkLst>
            <pc:docMk/>
            <pc:sldMk cId="909604407" sldId="256"/>
            <ac:cxnSpMk id="55" creationId="{6CA391F1-4B2C-521B-F6A5-52C74B30349D}"/>
          </ac:cxnSpMkLst>
        </pc:cxnChg>
      </pc:sldChg>
      <pc:sldChg chg="addSp delSp modSp new mod setBg">
        <pc:chgData name="Adnan Ullah" userId="0856adb400b2166a" providerId="LiveId" clId="{0A470844-22E1-48D2-BC7D-FF9ACAA4F420}" dt="2025-03-17T22:11:55.287" v="204" actId="26606"/>
        <pc:sldMkLst>
          <pc:docMk/>
          <pc:sldMk cId="1942115570" sldId="257"/>
        </pc:sldMkLst>
        <pc:spChg chg="mod">
          <ac:chgData name="Adnan Ullah" userId="0856adb400b2166a" providerId="LiveId" clId="{0A470844-22E1-48D2-BC7D-FF9ACAA4F420}" dt="2025-03-17T22:11:55.287" v="204" actId="26606"/>
          <ac:spMkLst>
            <pc:docMk/>
            <pc:sldMk cId="1942115570" sldId="257"/>
            <ac:spMk id="2" creationId="{6D6DD829-4D5F-D99F-900E-79AE4ADAD58D}"/>
          </ac:spMkLst>
        </pc:spChg>
        <pc:spChg chg="add del mod">
          <ac:chgData name="Adnan Ullah" userId="0856adb400b2166a" providerId="LiveId" clId="{0A470844-22E1-48D2-BC7D-FF9ACAA4F420}" dt="2025-03-17T22:11:55.287" v="204" actId="26606"/>
          <ac:spMkLst>
            <pc:docMk/>
            <pc:sldMk cId="1942115570" sldId="257"/>
            <ac:spMk id="3" creationId="{DFF695D8-A28A-BA22-5DF0-8038671F4B6F}"/>
          </ac:spMkLst>
        </pc:spChg>
        <pc:spChg chg="add del">
          <ac:chgData name="Adnan Ullah" userId="0856adb400b2166a" providerId="LiveId" clId="{0A470844-22E1-48D2-BC7D-FF9ACAA4F420}" dt="2025-03-17T22:10:52.923" v="193" actId="26606"/>
          <ac:spMkLst>
            <pc:docMk/>
            <pc:sldMk cId="1942115570" sldId="257"/>
            <ac:spMk id="9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11:49.812" v="201" actId="26606"/>
          <ac:spMkLst>
            <pc:docMk/>
            <pc:sldMk cId="1942115570" sldId="257"/>
            <ac:spMk id="10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10:58.204" v="195" actId="26606"/>
          <ac:spMkLst>
            <pc:docMk/>
            <pc:sldMk cId="1942115570" sldId="257"/>
            <ac:spMk id="13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11:06.669" v="197" actId="26606"/>
          <ac:spMkLst>
            <pc:docMk/>
            <pc:sldMk cId="1942115570" sldId="257"/>
            <ac:spMk id="17" creationId="{063F27BC-7079-4FF7-8F7C-ABC82FA3C247}"/>
          </ac:spMkLst>
        </pc:spChg>
        <pc:spChg chg="add del">
          <ac:chgData name="Adnan Ullah" userId="0856adb400b2166a" providerId="LiveId" clId="{0A470844-22E1-48D2-BC7D-FF9ACAA4F420}" dt="2025-03-17T22:11:47.532" v="199" actId="26606"/>
          <ac:spMkLst>
            <pc:docMk/>
            <pc:sldMk cId="1942115570" sldId="257"/>
            <ac:spMk id="21" creationId="{DBDA151C-5770-45E4-AAFF-59E7F403866D}"/>
          </ac:spMkLst>
        </pc:spChg>
        <pc:spChg chg="add del">
          <ac:chgData name="Adnan Ullah" userId="0856adb400b2166a" providerId="LiveId" clId="{0A470844-22E1-48D2-BC7D-FF9ACAA4F420}" dt="2025-03-17T22:11:49.812" v="201" actId="26606"/>
          <ac:spMkLst>
            <pc:docMk/>
            <pc:sldMk cId="1942115570" sldId="257"/>
            <ac:spMk id="25" creationId="{DFF695D8-A28A-BA22-5DF0-8038671F4B6F}"/>
          </ac:spMkLst>
        </pc:spChg>
        <pc:spChg chg="add del">
          <ac:chgData name="Adnan Ullah" userId="0856adb400b2166a" providerId="LiveId" clId="{0A470844-22E1-48D2-BC7D-FF9ACAA4F420}" dt="2025-03-17T22:11:55.262" v="203" actId="26606"/>
          <ac:spMkLst>
            <pc:docMk/>
            <pc:sldMk cId="1942115570" sldId="257"/>
            <ac:spMk id="27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11:55.262" v="203" actId="26606"/>
          <ac:spMkLst>
            <pc:docMk/>
            <pc:sldMk cId="1942115570" sldId="257"/>
            <ac:spMk id="28" creationId="{DFF695D8-A28A-BA22-5DF0-8038671F4B6F}"/>
          </ac:spMkLst>
        </pc:spChg>
        <pc:spChg chg="add">
          <ac:chgData name="Adnan Ullah" userId="0856adb400b2166a" providerId="LiveId" clId="{0A470844-22E1-48D2-BC7D-FF9ACAA4F420}" dt="2025-03-17T22:11:55.287" v="204" actId="26606"/>
          <ac:spMkLst>
            <pc:docMk/>
            <pc:sldMk cId="1942115570" sldId="257"/>
            <ac:spMk id="32" creationId="{DBDA151C-5770-45E4-AAFF-59E7F403866D}"/>
          </ac:spMkLst>
        </pc:spChg>
        <pc:graphicFrameChg chg="add del">
          <ac:chgData name="Adnan Ullah" userId="0856adb400b2166a" providerId="LiveId" clId="{0A470844-22E1-48D2-BC7D-FF9ACAA4F420}" dt="2025-03-17T22:11:06.669" v="197" actId="26606"/>
          <ac:graphicFrameMkLst>
            <pc:docMk/>
            <pc:sldMk cId="1942115570" sldId="257"/>
            <ac:graphicFrameMk id="19" creationId="{B1950F45-610F-682B-7739-7FAA1C289018}"/>
          </ac:graphicFrameMkLst>
        </pc:graphicFrameChg>
        <pc:graphicFrameChg chg="add del">
          <ac:chgData name="Adnan Ullah" userId="0856adb400b2166a" providerId="LiveId" clId="{0A470844-22E1-48D2-BC7D-FF9ACAA4F420}" dt="2025-03-17T22:11:47.532" v="199" actId="26606"/>
          <ac:graphicFrameMkLst>
            <pc:docMk/>
            <pc:sldMk cId="1942115570" sldId="257"/>
            <ac:graphicFrameMk id="23" creationId="{F4E8F0A5-B956-9CA3-EF25-CCD7E699FF23}"/>
          </ac:graphicFrameMkLst>
        </pc:graphicFrameChg>
        <pc:graphicFrameChg chg="add">
          <ac:chgData name="Adnan Ullah" userId="0856adb400b2166a" providerId="LiveId" clId="{0A470844-22E1-48D2-BC7D-FF9ACAA4F420}" dt="2025-03-17T22:11:55.287" v="204" actId="26606"/>
          <ac:graphicFrameMkLst>
            <pc:docMk/>
            <pc:sldMk cId="1942115570" sldId="257"/>
            <ac:graphicFrameMk id="34" creationId="{F4E8F0A5-B956-9CA3-EF25-CCD7E699FF23}"/>
          </ac:graphicFrameMkLst>
        </pc:graphicFrameChg>
        <pc:picChg chg="add del">
          <ac:chgData name="Adnan Ullah" userId="0856adb400b2166a" providerId="LiveId" clId="{0A470844-22E1-48D2-BC7D-FF9ACAA4F420}" dt="2025-03-17T22:10:52.923" v="193" actId="26606"/>
          <ac:picMkLst>
            <pc:docMk/>
            <pc:sldMk cId="1942115570" sldId="257"/>
            <ac:picMk id="5" creationId="{5BA3F004-915A-712E-6699-C27EAE62C12B}"/>
          </ac:picMkLst>
        </pc:picChg>
        <pc:picChg chg="add del">
          <ac:chgData name="Adnan Ullah" userId="0856adb400b2166a" providerId="LiveId" clId="{0A470844-22E1-48D2-BC7D-FF9ACAA4F420}" dt="2025-03-17T22:11:49.812" v="201" actId="26606"/>
          <ac:picMkLst>
            <pc:docMk/>
            <pc:sldMk cId="1942115570" sldId="257"/>
            <ac:picMk id="7" creationId="{04F845E1-562B-5054-F71A-D0F6A3339014}"/>
          </ac:picMkLst>
        </pc:picChg>
        <pc:picChg chg="add del">
          <ac:chgData name="Adnan Ullah" userId="0856adb400b2166a" providerId="LiveId" clId="{0A470844-22E1-48D2-BC7D-FF9ACAA4F420}" dt="2025-03-17T22:10:58.204" v="195" actId="26606"/>
          <ac:picMkLst>
            <pc:docMk/>
            <pc:sldMk cId="1942115570" sldId="257"/>
            <ac:picMk id="14" creationId="{238CF30B-1EDD-9B5A-62C0-DFB27F050B31}"/>
          </ac:picMkLst>
        </pc:picChg>
        <pc:picChg chg="add del">
          <ac:chgData name="Adnan Ullah" userId="0856adb400b2166a" providerId="LiveId" clId="{0A470844-22E1-48D2-BC7D-FF9ACAA4F420}" dt="2025-03-17T22:11:55.262" v="203" actId="26606"/>
          <ac:picMkLst>
            <pc:docMk/>
            <pc:sldMk cId="1942115570" sldId="257"/>
            <ac:picMk id="30" creationId="{715F6D65-298C-88F2-9A21-B53EB73CFFF9}"/>
          </ac:picMkLst>
        </pc:picChg>
        <pc:cxnChg chg="add del">
          <ac:chgData name="Adnan Ullah" userId="0856adb400b2166a" providerId="LiveId" clId="{0A470844-22E1-48D2-BC7D-FF9ACAA4F420}" dt="2025-03-17T22:10:52.923" v="193" actId="26606"/>
          <ac:cxnSpMkLst>
            <pc:docMk/>
            <pc:sldMk cId="1942115570" sldId="257"/>
            <ac:cxnSpMk id="11" creationId="{691422F5-4221-4812-AFD9-5479C6D60AD9}"/>
          </ac:cxnSpMkLst>
        </pc:cxnChg>
        <pc:cxnChg chg="add del">
          <ac:chgData name="Adnan Ullah" userId="0856adb400b2166a" providerId="LiveId" clId="{0A470844-22E1-48D2-BC7D-FF9ACAA4F420}" dt="2025-03-17T22:11:49.812" v="201" actId="26606"/>
          <ac:cxnSpMkLst>
            <pc:docMk/>
            <pc:sldMk cId="1942115570" sldId="257"/>
            <ac:cxnSpMk id="12" creationId="{753FE100-D0AB-4AE2-824B-60CFA31EC6A2}"/>
          </ac:cxnSpMkLst>
        </pc:cxnChg>
        <pc:cxnChg chg="add del">
          <ac:chgData name="Adnan Ullah" userId="0856adb400b2166a" providerId="LiveId" clId="{0A470844-22E1-48D2-BC7D-FF9ACAA4F420}" dt="2025-03-17T22:10:58.204" v="195" actId="26606"/>
          <ac:cxnSpMkLst>
            <pc:docMk/>
            <pc:sldMk cId="1942115570" sldId="257"/>
            <ac:cxnSpMk id="15" creationId="{08052531-D50B-3899-B150-D05525F4F2BC}"/>
          </ac:cxnSpMkLst>
        </pc:cxnChg>
        <pc:cxnChg chg="add del">
          <ac:chgData name="Adnan Ullah" userId="0856adb400b2166a" providerId="LiveId" clId="{0A470844-22E1-48D2-BC7D-FF9ACAA4F420}" dt="2025-03-17T22:11:06.669" v="197" actId="26606"/>
          <ac:cxnSpMkLst>
            <pc:docMk/>
            <pc:sldMk cId="1942115570" sldId="257"/>
            <ac:cxnSpMk id="18" creationId="{40BBF191-9CC8-4313-B1CA-8DF1A53AE4F9}"/>
          </ac:cxnSpMkLst>
        </pc:cxnChg>
        <pc:cxnChg chg="add del">
          <ac:chgData name="Adnan Ullah" userId="0856adb400b2166a" providerId="LiveId" clId="{0A470844-22E1-48D2-BC7D-FF9ACAA4F420}" dt="2025-03-17T22:11:47.532" v="199" actId="26606"/>
          <ac:cxnSpMkLst>
            <pc:docMk/>
            <pc:sldMk cId="1942115570" sldId="257"/>
            <ac:cxnSpMk id="22" creationId="{05ADA91C-AD52-A530-A898-AD6E69874598}"/>
          </ac:cxnSpMkLst>
        </pc:cxnChg>
        <pc:cxnChg chg="add del">
          <ac:chgData name="Adnan Ullah" userId="0856adb400b2166a" providerId="LiveId" clId="{0A470844-22E1-48D2-BC7D-FF9ACAA4F420}" dt="2025-03-17T22:11:55.262" v="203" actId="26606"/>
          <ac:cxnSpMkLst>
            <pc:docMk/>
            <pc:sldMk cId="1942115570" sldId="257"/>
            <ac:cxnSpMk id="29" creationId="{753FE100-D0AB-4AE2-824B-60CFA31EC6A2}"/>
          </ac:cxnSpMkLst>
        </pc:cxnChg>
        <pc:cxnChg chg="add">
          <ac:chgData name="Adnan Ullah" userId="0856adb400b2166a" providerId="LiveId" clId="{0A470844-22E1-48D2-BC7D-FF9ACAA4F420}" dt="2025-03-17T22:11:55.287" v="204" actId="26606"/>
          <ac:cxnSpMkLst>
            <pc:docMk/>
            <pc:sldMk cId="1942115570" sldId="257"/>
            <ac:cxnSpMk id="33" creationId="{05ADA91C-AD52-A530-A898-AD6E69874598}"/>
          </ac:cxnSpMkLst>
        </pc:cxnChg>
      </pc:sldChg>
      <pc:sldChg chg="add del">
        <pc:chgData name="Adnan Ullah" userId="0856adb400b2166a" providerId="LiveId" clId="{0A470844-22E1-48D2-BC7D-FF9ACAA4F420}" dt="2025-03-17T22:01:27.496" v="162" actId="2696"/>
        <pc:sldMkLst>
          <pc:docMk/>
          <pc:sldMk cId="2697862563" sldId="257"/>
        </pc:sldMkLst>
      </pc:sldChg>
      <pc:sldChg chg="addSp delSp modSp new mod setBg">
        <pc:chgData name="Adnan Ullah" userId="0856adb400b2166a" providerId="LiveId" clId="{0A470844-22E1-48D2-BC7D-FF9ACAA4F420}" dt="2025-03-17T22:24:35.242" v="251" actId="20577"/>
        <pc:sldMkLst>
          <pc:docMk/>
          <pc:sldMk cId="3767324031" sldId="258"/>
        </pc:sldMkLst>
        <pc:spChg chg="mod">
          <ac:chgData name="Adnan Ullah" userId="0856adb400b2166a" providerId="LiveId" clId="{0A470844-22E1-48D2-BC7D-FF9ACAA4F420}" dt="2025-03-17T22:23:46.264" v="249" actId="26606"/>
          <ac:spMkLst>
            <pc:docMk/>
            <pc:sldMk cId="3767324031" sldId="258"/>
            <ac:spMk id="2" creationId="{3276891E-EDEA-306A-F1C3-FFCC071AF079}"/>
          </ac:spMkLst>
        </pc:spChg>
        <pc:spChg chg="add del mod">
          <ac:chgData name="Adnan Ullah" userId="0856adb400b2166a" providerId="LiveId" clId="{0A470844-22E1-48D2-BC7D-FF9ACAA4F420}" dt="2025-03-17T22:23:46.264" v="249" actId="26606"/>
          <ac:spMkLst>
            <pc:docMk/>
            <pc:sldMk cId="3767324031" sldId="258"/>
            <ac:spMk id="3" creationId="{3A66D0BB-6FD3-BB3B-CE8E-7752CA2D3D06}"/>
          </ac:spMkLst>
        </pc:spChg>
        <pc:spChg chg="add del">
          <ac:chgData name="Adnan Ullah" userId="0856adb400b2166a" providerId="LiveId" clId="{0A470844-22E1-48D2-BC7D-FF9ACAA4F420}" dt="2025-03-17T22:23:31.966" v="242" actId="26606"/>
          <ac:spMkLst>
            <pc:docMk/>
            <pc:sldMk cId="3767324031" sldId="258"/>
            <ac:spMk id="9" creationId="{DBDA151C-5770-45E4-AAFF-59E7F403866D}"/>
          </ac:spMkLst>
        </pc:spChg>
        <pc:spChg chg="add del">
          <ac:chgData name="Adnan Ullah" userId="0856adb400b2166a" providerId="LiveId" clId="{0A470844-22E1-48D2-BC7D-FF9ACAA4F420}" dt="2025-03-17T22:23:46.254" v="248" actId="26606"/>
          <ac:spMkLst>
            <pc:docMk/>
            <pc:sldMk cId="3767324031" sldId="258"/>
            <ac:spMk id="10" creationId="{063F27BC-7079-4FF7-8F7C-ABC82FA3C247}"/>
          </ac:spMkLst>
        </pc:spChg>
        <pc:spChg chg="add del">
          <ac:chgData name="Adnan Ullah" userId="0856adb400b2166a" providerId="LiveId" clId="{0A470844-22E1-48D2-BC7D-FF9ACAA4F420}" dt="2025-03-17T22:23:35.221" v="244" actId="26606"/>
          <ac:spMkLst>
            <pc:docMk/>
            <pc:sldMk cId="3767324031" sldId="258"/>
            <ac:spMk id="13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23:35.221" v="244" actId="26606"/>
          <ac:spMkLst>
            <pc:docMk/>
            <pc:sldMk cId="3767324031" sldId="258"/>
            <ac:spMk id="16" creationId="{3A66D0BB-6FD3-BB3B-CE8E-7752CA2D3D06}"/>
          </ac:spMkLst>
        </pc:spChg>
        <pc:spChg chg="add del">
          <ac:chgData name="Adnan Ullah" userId="0856adb400b2166a" providerId="LiveId" clId="{0A470844-22E1-48D2-BC7D-FF9ACAA4F420}" dt="2025-03-17T22:23:40.842" v="246" actId="26606"/>
          <ac:spMkLst>
            <pc:docMk/>
            <pc:sldMk cId="3767324031" sldId="258"/>
            <ac:spMk id="18" creationId="{DBDA151C-5770-45E4-AAFF-59E7F403866D}"/>
          </ac:spMkLst>
        </pc:spChg>
        <pc:spChg chg="add del">
          <ac:chgData name="Adnan Ullah" userId="0856adb400b2166a" providerId="LiveId" clId="{0A470844-22E1-48D2-BC7D-FF9ACAA4F420}" dt="2025-03-17T22:23:46.254" v="248" actId="26606"/>
          <ac:spMkLst>
            <pc:docMk/>
            <pc:sldMk cId="3767324031" sldId="258"/>
            <ac:spMk id="22" creationId="{3A66D0BB-6FD3-BB3B-CE8E-7752CA2D3D06}"/>
          </ac:spMkLst>
        </pc:spChg>
        <pc:spChg chg="add">
          <ac:chgData name="Adnan Ullah" userId="0856adb400b2166a" providerId="LiveId" clId="{0A470844-22E1-48D2-BC7D-FF9ACAA4F420}" dt="2025-03-17T22:23:46.264" v="249" actId="26606"/>
          <ac:spMkLst>
            <pc:docMk/>
            <pc:sldMk cId="3767324031" sldId="258"/>
            <ac:spMk id="24" creationId="{063F27BC-7079-4FF7-8F7C-ABC82FA3C247}"/>
          </ac:spMkLst>
        </pc:spChg>
        <pc:spChg chg="add mod">
          <ac:chgData name="Adnan Ullah" userId="0856adb400b2166a" providerId="LiveId" clId="{0A470844-22E1-48D2-BC7D-FF9ACAA4F420}" dt="2025-03-17T22:24:35.242" v="251" actId="20577"/>
          <ac:spMkLst>
            <pc:docMk/>
            <pc:sldMk cId="3767324031" sldId="258"/>
            <ac:spMk id="25" creationId="{3A66D0BB-6FD3-BB3B-CE8E-7752CA2D3D06}"/>
          </ac:spMkLst>
        </pc:spChg>
        <pc:graphicFrameChg chg="add del">
          <ac:chgData name="Adnan Ullah" userId="0856adb400b2166a" providerId="LiveId" clId="{0A470844-22E1-48D2-BC7D-FF9ACAA4F420}" dt="2025-03-17T22:23:31.966" v="242" actId="26606"/>
          <ac:graphicFrameMkLst>
            <pc:docMk/>
            <pc:sldMk cId="3767324031" sldId="258"/>
            <ac:graphicFrameMk id="5" creationId="{218EC69F-E693-0E9A-F97B-7A637CC16955}"/>
          </ac:graphicFrameMkLst>
        </pc:graphicFrameChg>
        <pc:graphicFrameChg chg="add del">
          <ac:chgData name="Adnan Ullah" userId="0856adb400b2166a" providerId="LiveId" clId="{0A470844-22E1-48D2-BC7D-FF9ACAA4F420}" dt="2025-03-17T22:23:40.842" v="246" actId="26606"/>
          <ac:graphicFrameMkLst>
            <pc:docMk/>
            <pc:sldMk cId="3767324031" sldId="258"/>
            <ac:graphicFrameMk id="20" creationId="{D1DD109C-6F71-12B5-9482-2A21B39B14DA}"/>
          </ac:graphicFrameMkLst>
        </pc:graphicFrameChg>
        <pc:picChg chg="add del">
          <ac:chgData name="Adnan Ullah" userId="0856adb400b2166a" providerId="LiveId" clId="{0A470844-22E1-48D2-BC7D-FF9ACAA4F420}" dt="2025-03-17T22:23:46.254" v="248" actId="26606"/>
          <ac:picMkLst>
            <pc:docMk/>
            <pc:sldMk cId="3767324031" sldId="258"/>
            <ac:picMk id="7" creationId="{A23E5E2A-0247-472E-0383-2FF6E76F2129}"/>
          </ac:picMkLst>
        </pc:picChg>
        <pc:picChg chg="add del">
          <ac:chgData name="Adnan Ullah" userId="0856adb400b2166a" providerId="LiveId" clId="{0A470844-22E1-48D2-BC7D-FF9ACAA4F420}" dt="2025-03-17T22:23:35.221" v="244" actId="26606"/>
          <ac:picMkLst>
            <pc:docMk/>
            <pc:sldMk cId="3767324031" sldId="258"/>
            <ac:picMk id="14" creationId="{5389A025-A8CF-D304-B958-C2D6B2340819}"/>
          </ac:picMkLst>
        </pc:picChg>
        <pc:picChg chg="add">
          <ac:chgData name="Adnan Ullah" userId="0856adb400b2166a" providerId="LiveId" clId="{0A470844-22E1-48D2-BC7D-FF9ACAA4F420}" dt="2025-03-17T22:23:46.264" v="249" actId="26606"/>
          <ac:picMkLst>
            <pc:docMk/>
            <pc:sldMk cId="3767324031" sldId="258"/>
            <ac:picMk id="26" creationId="{83C3348D-4260-04B5-0885-F5862E4E8EC9}"/>
          </ac:picMkLst>
        </pc:picChg>
        <pc:cxnChg chg="add del">
          <ac:chgData name="Adnan Ullah" userId="0856adb400b2166a" providerId="LiveId" clId="{0A470844-22E1-48D2-BC7D-FF9ACAA4F420}" dt="2025-03-17T22:23:31.966" v="242" actId="26606"/>
          <ac:cxnSpMkLst>
            <pc:docMk/>
            <pc:sldMk cId="3767324031" sldId="258"/>
            <ac:cxnSpMk id="11" creationId="{05ADA91C-AD52-A530-A898-AD6E69874598}"/>
          </ac:cxnSpMkLst>
        </pc:cxnChg>
        <pc:cxnChg chg="add del">
          <ac:chgData name="Adnan Ullah" userId="0856adb400b2166a" providerId="LiveId" clId="{0A470844-22E1-48D2-BC7D-FF9ACAA4F420}" dt="2025-03-17T22:23:46.254" v="248" actId="26606"/>
          <ac:cxnSpMkLst>
            <pc:docMk/>
            <pc:sldMk cId="3767324031" sldId="258"/>
            <ac:cxnSpMk id="12" creationId="{540DBD50-3CB1-A513-2321-1891E3F0954D}"/>
          </ac:cxnSpMkLst>
        </pc:cxnChg>
        <pc:cxnChg chg="add del">
          <ac:chgData name="Adnan Ullah" userId="0856adb400b2166a" providerId="LiveId" clId="{0A470844-22E1-48D2-BC7D-FF9ACAA4F420}" dt="2025-03-17T22:23:35.221" v="244" actId="26606"/>
          <ac:cxnSpMkLst>
            <pc:docMk/>
            <pc:sldMk cId="3767324031" sldId="258"/>
            <ac:cxnSpMk id="15" creationId="{691422F5-4221-4812-AFD9-5479C6D60AD9}"/>
          </ac:cxnSpMkLst>
        </pc:cxnChg>
        <pc:cxnChg chg="add del">
          <ac:chgData name="Adnan Ullah" userId="0856adb400b2166a" providerId="LiveId" clId="{0A470844-22E1-48D2-BC7D-FF9ACAA4F420}" dt="2025-03-17T22:23:40.842" v="246" actId="26606"/>
          <ac:cxnSpMkLst>
            <pc:docMk/>
            <pc:sldMk cId="3767324031" sldId="258"/>
            <ac:cxnSpMk id="19" creationId="{E62D3963-2153-4637-96E6-E31BD2CE5D0D}"/>
          </ac:cxnSpMkLst>
        </pc:cxnChg>
        <pc:cxnChg chg="add">
          <ac:chgData name="Adnan Ullah" userId="0856adb400b2166a" providerId="LiveId" clId="{0A470844-22E1-48D2-BC7D-FF9ACAA4F420}" dt="2025-03-17T22:23:46.264" v="249" actId="26606"/>
          <ac:cxnSpMkLst>
            <pc:docMk/>
            <pc:sldMk cId="3767324031" sldId="258"/>
            <ac:cxnSpMk id="27" creationId="{540DBD50-3CB1-A513-2321-1891E3F0954D}"/>
          </ac:cxnSpMkLst>
        </pc:cxnChg>
      </pc:sldChg>
      <pc:sldChg chg="addSp delSp modSp new mod setBg">
        <pc:chgData name="Adnan Ullah" userId="0856adb400b2166a" providerId="LiveId" clId="{0A470844-22E1-48D2-BC7D-FF9ACAA4F420}" dt="2025-03-17T22:30:28.567" v="313" actId="26606"/>
        <pc:sldMkLst>
          <pc:docMk/>
          <pc:sldMk cId="2802082878" sldId="259"/>
        </pc:sldMkLst>
        <pc:spChg chg="mod">
          <ac:chgData name="Adnan Ullah" userId="0856adb400b2166a" providerId="LiveId" clId="{0A470844-22E1-48D2-BC7D-FF9ACAA4F420}" dt="2025-03-17T22:30:08.177" v="308" actId="26606"/>
          <ac:spMkLst>
            <pc:docMk/>
            <pc:sldMk cId="2802082878" sldId="259"/>
            <ac:spMk id="2" creationId="{9C3D805C-3A2D-B55F-23A1-0870BFBCB878}"/>
          </ac:spMkLst>
        </pc:spChg>
        <pc:spChg chg="add del mod">
          <ac:chgData name="Adnan Ullah" userId="0856adb400b2166a" providerId="LiveId" clId="{0A470844-22E1-48D2-BC7D-FF9ACAA4F420}" dt="2025-03-17T22:30:28.567" v="313" actId="26606"/>
          <ac:spMkLst>
            <pc:docMk/>
            <pc:sldMk cId="2802082878" sldId="259"/>
            <ac:spMk id="3" creationId="{CEC5EE10-8F86-BA71-88CD-4A3975E1FBBD}"/>
          </ac:spMkLst>
        </pc:spChg>
        <pc:spChg chg="add del">
          <ac:chgData name="Adnan Ullah" userId="0856adb400b2166a" providerId="LiveId" clId="{0A470844-22E1-48D2-BC7D-FF9ACAA4F420}" dt="2025-03-17T22:30:28.567" v="313" actId="26606"/>
          <ac:spMkLst>
            <pc:docMk/>
            <pc:sldMk cId="2802082878" sldId="259"/>
            <ac:spMk id="10" creationId="{063F27BC-7079-4FF7-8F7C-ABC82FA3C247}"/>
          </ac:spMkLst>
        </pc:spChg>
        <pc:spChg chg="add del">
          <ac:chgData name="Adnan Ullah" userId="0856adb400b2166a" providerId="LiveId" clId="{0A470844-22E1-48D2-BC7D-FF9ACAA4F420}" dt="2025-03-17T22:29:58.855" v="304" actId="26606"/>
          <ac:spMkLst>
            <pc:docMk/>
            <pc:sldMk cId="2802082878" sldId="259"/>
            <ac:spMk id="17" creationId="{063F27BC-7079-4FF7-8F7C-ABC82FA3C247}"/>
          </ac:spMkLst>
        </pc:spChg>
        <pc:spChg chg="add del">
          <ac:chgData name="Adnan Ullah" userId="0856adb400b2166a" providerId="LiveId" clId="{0A470844-22E1-48D2-BC7D-FF9ACAA4F420}" dt="2025-03-17T22:30:00.881" v="306" actId="26606"/>
          <ac:spMkLst>
            <pc:docMk/>
            <pc:sldMk cId="2802082878" sldId="259"/>
            <ac:spMk id="21" creationId="{744CAA32-F237-419C-A2DD-43C28D920D3C}"/>
          </ac:spMkLst>
        </pc:spChg>
        <pc:spChg chg="add del">
          <ac:chgData name="Adnan Ullah" userId="0856adb400b2166a" providerId="LiveId" clId="{0A470844-22E1-48D2-BC7D-FF9ACAA4F420}" dt="2025-03-17T22:30:08.177" v="308" actId="26606"/>
          <ac:spMkLst>
            <pc:docMk/>
            <pc:sldMk cId="2802082878" sldId="259"/>
            <ac:spMk id="24" creationId="{DBDA151C-5770-45E4-AAFF-59E7F403866D}"/>
          </ac:spMkLst>
        </pc:spChg>
        <pc:spChg chg="add del">
          <ac:chgData name="Adnan Ullah" userId="0856adb400b2166a" providerId="LiveId" clId="{0A470844-22E1-48D2-BC7D-FF9ACAA4F420}" dt="2025-03-17T22:30:20.737" v="310" actId="26606"/>
          <ac:spMkLst>
            <pc:docMk/>
            <pc:sldMk cId="2802082878" sldId="259"/>
            <ac:spMk id="27" creationId="{063F27BC-7079-4FF7-8F7C-ABC82FA3C247}"/>
          </ac:spMkLst>
        </pc:spChg>
        <pc:spChg chg="add del">
          <ac:chgData name="Adnan Ullah" userId="0856adb400b2166a" providerId="LiveId" clId="{0A470844-22E1-48D2-BC7D-FF9ACAA4F420}" dt="2025-03-17T22:30:28.524" v="312" actId="26606"/>
          <ac:spMkLst>
            <pc:docMk/>
            <pc:sldMk cId="2802082878" sldId="259"/>
            <ac:spMk id="30" creationId="{063F27BC-7079-4FF7-8F7C-ABC82FA3C247}"/>
          </ac:spMkLst>
        </pc:spChg>
        <pc:spChg chg="add">
          <ac:chgData name="Adnan Ullah" userId="0856adb400b2166a" providerId="LiveId" clId="{0A470844-22E1-48D2-BC7D-FF9ACAA4F420}" dt="2025-03-17T22:30:28.567" v="313" actId="26606"/>
          <ac:spMkLst>
            <pc:docMk/>
            <pc:sldMk cId="2802082878" sldId="259"/>
            <ac:spMk id="34" creationId="{063F27BC-7079-4FF7-8F7C-ABC82FA3C247}"/>
          </ac:spMkLst>
        </pc:spChg>
        <pc:graphicFrameChg chg="add del">
          <ac:chgData name="Adnan Ullah" userId="0856adb400b2166a" providerId="LiveId" clId="{0A470844-22E1-48D2-BC7D-FF9ACAA4F420}" dt="2025-03-17T22:30:20.737" v="310" actId="26606"/>
          <ac:graphicFrameMkLst>
            <pc:docMk/>
            <pc:sldMk cId="2802082878" sldId="259"/>
            <ac:graphicFrameMk id="14" creationId="{CE31DE44-36D8-8B61-FC92-32767314B4EC}"/>
          </ac:graphicFrameMkLst>
        </pc:graphicFrameChg>
        <pc:graphicFrameChg chg="add del">
          <ac:chgData name="Adnan Ullah" userId="0856adb400b2166a" providerId="LiveId" clId="{0A470844-22E1-48D2-BC7D-FF9ACAA4F420}" dt="2025-03-17T22:30:28.524" v="312" actId="26606"/>
          <ac:graphicFrameMkLst>
            <pc:docMk/>
            <pc:sldMk cId="2802082878" sldId="259"/>
            <ac:graphicFrameMk id="31" creationId="{A763DEA3-4F57-38F8-3BCE-6C9943D9D152}"/>
          </ac:graphicFrameMkLst>
        </pc:graphicFrameChg>
        <pc:graphicFrameChg chg="add">
          <ac:chgData name="Adnan Ullah" userId="0856adb400b2166a" providerId="LiveId" clId="{0A470844-22E1-48D2-BC7D-FF9ACAA4F420}" dt="2025-03-17T22:30:28.567" v="313" actId="26606"/>
          <ac:graphicFrameMkLst>
            <pc:docMk/>
            <pc:sldMk cId="2802082878" sldId="259"/>
            <ac:graphicFrameMk id="35" creationId="{CE31DE44-36D8-8B61-FC92-32767314B4EC}"/>
          </ac:graphicFrameMkLst>
        </pc:graphicFrameChg>
        <pc:picChg chg="add mod">
          <ac:chgData name="Adnan Ullah" userId="0856adb400b2166a" providerId="LiveId" clId="{0A470844-22E1-48D2-BC7D-FF9ACAA4F420}" dt="2025-03-17T22:30:08.177" v="308" actId="26606"/>
          <ac:picMkLst>
            <pc:docMk/>
            <pc:sldMk cId="2802082878" sldId="259"/>
            <ac:picMk id="7" creationId="{1AACBB7D-AD9D-52FC-B117-404F0EFE5BEB}"/>
          </ac:picMkLst>
        </pc:picChg>
        <pc:cxnChg chg="add del">
          <ac:chgData name="Adnan Ullah" userId="0856adb400b2166a" providerId="LiveId" clId="{0A470844-22E1-48D2-BC7D-FF9ACAA4F420}" dt="2025-03-17T22:30:28.567" v="313" actId="26606"/>
          <ac:cxnSpMkLst>
            <pc:docMk/>
            <pc:sldMk cId="2802082878" sldId="259"/>
            <ac:cxnSpMk id="12" creationId="{40BBF191-9CC8-4313-B1CA-8DF1A53AE4F9}"/>
          </ac:cxnSpMkLst>
        </pc:cxnChg>
        <pc:cxnChg chg="add del">
          <ac:chgData name="Adnan Ullah" userId="0856adb400b2166a" providerId="LiveId" clId="{0A470844-22E1-48D2-BC7D-FF9ACAA4F420}" dt="2025-03-17T22:29:58.855" v="304" actId="26606"/>
          <ac:cxnSpMkLst>
            <pc:docMk/>
            <pc:sldMk cId="2802082878" sldId="259"/>
            <ac:cxnSpMk id="19" creationId="{40BBF191-9CC8-4313-B1CA-8DF1A53AE4F9}"/>
          </ac:cxnSpMkLst>
        </pc:cxnChg>
        <pc:cxnChg chg="add del">
          <ac:chgData name="Adnan Ullah" userId="0856adb400b2166a" providerId="LiveId" clId="{0A470844-22E1-48D2-BC7D-FF9ACAA4F420}" dt="2025-03-17T22:30:00.881" v="306" actId="26606"/>
          <ac:cxnSpMkLst>
            <pc:docMk/>
            <pc:sldMk cId="2802082878" sldId="259"/>
            <ac:cxnSpMk id="22" creationId="{753FE100-D0AB-4AE2-824B-60CFA31EC6A2}"/>
          </ac:cxnSpMkLst>
        </pc:cxnChg>
        <pc:cxnChg chg="add del">
          <ac:chgData name="Adnan Ullah" userId="0856adb400b2166a" providerId="LiveId" clId="{0A470844-22E1-48D2-BC7D-FF9ACAA4F420}" dt="2025-03-17T22:30:08.177" v="308" actId="26606"/>
          <ac:cxnSpMkLst>
            <pc:docMk/>
            <pc:sldMk cId="2802082878" sldId="259"/>
            <ac:cxnSpMk id="25" creationId="{2EA0F4A6-3CC9-C9E2-BA02-58FA29F7DD8E}"/>
          </ac:cxnSpMkLst>
        </pc:cxnChg>
        <pc:cxnChg chg="add del">
          <ac:chgData name="Adnan Ullah" userId="0856adb400b2166a" providerId="LiveId" clId="{0A470844-22E1-48D2-BC7D-FF9ACAA4F420}" dt="2025-03-17T22:30:20.737" v="310" actId="26606"/>
          <ac:cxnSpMkLst>
            <pc:docMk/>
            <pc:sldMk cId="2802082878" sldId="259"/>
            <ac:cxnSpMk id="28" creationId="{40BBF191-9CC8-4313-B1CA-8DF1A53AE4F9}"/>
          </ac:cxnSpMkLst>
        </pc:cxnChg>
        <pc:cxnChg chg="add del">
          <ac:chgData name="Adnan Ullah" userId="0856adb400b2166a" providerId="LiveId" clId="{0A470844-22E1-48D2-BC7D-FF9ACAA4F420}" dt="2025-03-17T22:30:28.524" v="312" actId="26606"/>
          <ac:cxnSpMkLst>
            <pc:docMk/>
            <pc:sldMk cId="2802082878" sldId="259"/>
            <ac:cxnSpMk id="32" creationId="{40BBF191-9CC8-4313-B1CA-8DF1A53AE4F9}"/>
          </ac:cxnSpMkLst>
        </pc:cxnChg>
        <pc:cxnChg chg="add">
          <ac:chgData name="Adnan Ullah" userId="0856adb400b2166a" providerId="LiveId" clId="{0A470844-22E1-48D2-BC7D-FF9ACAA4F420}" dt="2025-03-17T22:30:28.567" v="313" actId="26606"/>
          <ac:cxnSpMkLst>
            <pc:docMk/>
            <pc:sldMk cId="2802082878" sldId="259"/>
            <ac:cxnSpMk id="36" creationId="{40BBF191-9CC8-4313-B1CA-8DF1A53AE4F9}"/>
          </ac:cxnSpMkLst>
        </pc:cxnChg>
      </pc:sldChg>
      <pc:sldChg chg="addSp delSp modSp new del mod">
        <pc:chgData name="Adnan Ullah" userId="0856adb400b2166a" providerId="LiveId" clId="{0A470844-22E1-48D2-BC7D-FF9ACAA4F420}" dt="2025-03-18T09:03:41.342" v="467" actId="2696"/>
        <pc:sldMkLst>
          <pc:docMk/>
          <pc:sldMk cId="188180610" sldId="260"/>
        </pc:sldMkLst>
        <pc:spChg chg="add del">
          <ac:chgData name="Adnan Ullah" userId="0856adb400b2166a" providerId="LiveId" clId="{0A470844-22E1-48D2-BC7D-FF9ACAA4F420}" dt="2025-03-18T08:45:16.609" v="317"/>
          <ac:spMkLst>
            <pc:docMk/>
            <pc:sldMk cId="188180610" sldId="260"/>
            <ac:spMk id="3" creationId="{24922FB9-CCE0-F693-9AA2-A5A476195CB2}"/>
          </ac:spMkLst>
        </pc:spChg>
        <pc:spChg chg="add mod">
          <ac:chgData name="Adnan Ullah" userId="0856adb400b2166a" providerId="LiveId" clId="{0A470844-22E1-48D2-BC7D-FF9ACAA4F420}" dt="2025-03-18T08:45:34.392" v="319" actId="478"/>
          <ac:spMkLst>
            <pc:docMk/>
            <pc:sldMk cId="188180610" sldId="260"/>
            <ac:spMk id="9" creationId="{13975B64-D71F-3D26-A24B-0E2A0E179BE8}"/>
          </ac:spMkLst>
        </pc:spChg>
        <pc:graphicFrameChg chg="add mod">
          <ac:chgData name="Adnan Ullah" userId="0856adb400b2166a" providerId="LiveId" clId="{0A470844-22E1-48D2-BC7D-FF9ACAA4F420}" dt="2025-03-18T08:44:41.066" v="316"/>
          <ac:graphicFrameMkLst>
            <pc:docMk/>
            <pc:sldMk cId="188180610" sldId="260"/>
            <ac:graphicFrameMk id="4" creationId="{7499277B-065E-7BFE-F3B7-9C00A3835199}"/>
          </ac:graphicFrameMkLst>
        </pc:graphicFrameChg>
        <pc:graphicFrameChg chg="add mod">
          <ac:chgData name="Adnan Ullah" userId="0856adb400b2166a" providerId="LiveId" clId="{0A470844-22E1-48D2-BC7D-FF9ACAA4F420}" dt="2025-03-18T08:44:39.140" v="315"/>
          <ac:graphicFrameMkLst>
            <pc:docMk/>
            <pc:sldMk cId="188180610" sldId="260"/>
            <ac:graphicFrameMk id="5" creationId="{C355458E-2A5D-CC16-FBE4-63D09273C39C}"/>
          </ac:graphicFrameMkLst>
        </pc:graphicFrameChg>
        <pc:graphicFrameChg chg="add del mod">
          <ac:chgData name="Adnan Ullah" userId="0856adb400b2166a" providerId="LiveId" clId="{0A470844-22E1-48D2-BC7D-FF9ACAA4F420}" dt="2025-03-18T08:45:34.392" v="319" actId="478"/>
          <ac:graphicFrameMkLst>
            <pc:docMk/>
            <pc:sldMk cId="188180610" sldId="260"/>
            <ac:graphicFrameMk id="6" creationId="{9EEFF4B9-C854-0BF0-04CE-2A1B1F45EB01}"/>
          </ac:graphicFrameMkLst>
        </pc:graphicFrameChg>
        <pc:graphicFrameChg chg="add del mod">
          <ac:chgData name="Adnan Ullah" userId="0856adb400b2166a" providerId="LiveId" clId="{0A470844-22E1-48D2-BC7D-FF9ACAA4F420}" dt="2025-03-18T08:45:19.214" v="318" actId="478"/>
          <ac:graphicFrameMkLst>
            <pc:docMk/>
            <pc:sldMk cId="188180610" sldId="260"/>
            <ac:graphicFrameMk id="7" creationId="{15C6EE50-C237-2F32-434C-B02B22E636E4}"/>
          </ac:graphicFrameMkLst>
        </pc:graphicFrameChg>
      </pc:sldChg>
      <pc:sldChg chg="modSp new mod">
        <pc:chgData name="Adnan Ullah" userId="0856adb400b2166a" providerId="LiveId" clId="{0A470844-22E1-48D2-BC7D-FF9ACAA4F420}" dt="2025-03-18T09:03:23.294" v="466" actId="27636"/>
        <pc:sldMkLst>
          <pc:docMk/>
          <pc:sldMk cId="2841635860" sldId="261"/>
        </pc:sldMkLst>
        <pc:spChg chg="mod">
          <ac:chgData name="Adnan Ullah" userId="0856adb400b2166a" providerId="LiveId" clId="{0A470844-22E1-48D2-BC7D-FF9ACAA4F420}" dt="2025-03-18T09:02:53.825" v="448" actId="20577"/>
          <ac:spMkLst>
            <pc:docMk/>
            <pc:sldMk cId="2841635860" sldId="261"/>
            <ac:spMk id="2" creationId="{94E278D5-C66F-8249-EF6F-0EAB29003E00}"/>
          </ac:spMkLst>
        </pc:spChg>
        <pc:spChg chg="mod">
          <ac:chgData name="Adnan Ullah" userId="0856adb400b2166a" providerId="LiveId" clId="{0A470844-22E1-48D2-BC7D-FF9ACAA4F420}" dt="2025-03-18T09:01:54.013" v="391" actId="14100"/>
          <ac:spMkLst>
            <pc:docMk/>
            <pc:sldMk cId="2841635860" sldId="261"/>
            <ac:spMk id="3" creationId="{1F0C1813-D5AC-86EB-F5E9-B9C7820DDE51}"/>
          </ac:spMkLst>
        </pc:spChg>
        <pc:spChg chg="mod">
          <ac:chgData name="Adnan Ullah" userId="0856adb400b2166a" providerId="LiveId" clId="{0A470844-22E1-48D2-BC7D-FF9ACAA4F420}" dt="2025-03-18T09:03:23.294" v="466" actId="27636"/>
          <ac:spMkLst>
            <pc:docMk/>
            <pc:sldMk cId="2841635860" sldId="261"/>
            <ac:spMk id="4" creationId="{D31DFB56-0C0B-E04B-7A9A-A8E12EA705F2}"/>
          </ac:spMkLst>
        </pc:spChg>
        <pc:spChg chg="mod">
          <ac:chgData name="Adnan Ullah" userId="0856adb400b2166a" providerId="LiveId" clId="{0A470844-22E1-48D2-BC7D-FF9ACAA4F420}" dt="2025-03-18T09:03:13.014" v="464" actId="20577"/>
          <ac:spMkLst>
            <pc:docMk/>
            <pc:sldMk cId="2841635860" sldId="261"/>
            <ac:spMk id="5" creationId="{B6FF0E05-52B1-760D-2D62-CDD4E4D12087}"/>
          </ac:spMkLst>
        </pc:spChg>
        <pc:spChg chg="mod">
          <ac:chgData name="Adnan Ullah" userId="0856adb400b2166a" providerId="LiveId" clId="{0A470844-22E1-48D2-BC7D-FF9ACAA4F420}" dt="2025-03-18T09:02:21.872" v="395" actId="14100"/>
          <ac:spMkLst>
            <pc:docMk/>
            <pc:sldMk cId="2841635860" sldId="261"/>
            <ac:spMk id="6" creationId="{DE6D8117-DEAE-F963-C519-59F1AED529D0}"/>
          </ac:spMkLst>
        </pc:spChg>
      </pc:sldChg>
      <pc:sldChg chg="new del">
        <pc:chgData name="Adnan Ullah" userId="0856adb400b2166a" providerId="LiveId" clId="{0A470844-22E1-48D2-BC7D-FF9ACAA4F420}" dt="2025-03-18T09:57:45.411" v="470" actId="2696"/>
        <pc:sldMkLst>
          <pc:docMk/>
          <pc:sldMk cId="447958221" sldId="262"/>
        </pc:sldMkLst>
      </pc:sldChg>
      <pc:sldChg chg="modSp new mod">
        <pc:chgData name="Adnan Ullah" userId="0856adb400b2166a" providerId="LiveId" clId="{0A470844-22E1-48D2-BC7D-FF9ACAA4F420}" dt="2025-03-18T11:36:57.188" v="548" actId="108"/>
        <pc:sldMkLst>
          <pc:docMk/>
          <pc:sldMk cId="2379298573" sldId="263"/>
        </pc:sldMkLst>
        <pc:spChg chg="mod">
          <ac:chgData name="Adnan Ullah" userId="0856adb400b2166a" providerId="LiveId" clId="{0A470844-22E1-48D2-BC7D-FF9ACAA4F420}" dt="2025-03-18T10:06:52.303" v="528" actId="113"/>
          <ac:spMkLst>
            <pc:docMk/>
            <pc:sldMk cId="2379298573" sldId="263"/>
            <ac:spMk id="2" creationId="{2E8D1D1F-BA46-3AE1-F0ED-3C0121D89E59}"/>
          </ac:spMkLst>
        </pc:spChg>
        <pc:spChg chg="mod">
          <ac:chgData name="Adnan Ullah" userId="0856adb400b2166a" providerId="LiveId" clId="{0A470844-22E1-48D2-BC7D-FF9ACAA4F420}" dt="2025-03-18T11:36:57.188" v="548" actId="108"/>
          <ac:spMkLst>
            <pc:docMk/>
            <pc:sldMk cId="2379298573" sldId="263"/>
            <ac:spMk id="3" creationId="{F8EE416E-6E66-5332-2D84-DBB6E22028C4}"/>
          </ac:spMkLst>
        </pc:spChg>
      </pc:sldChg>
      <pc:sldChg chg="modSp new mod">
        <pc:chgData name="Adnan Ullah" userId="0856adb400b2166a" providerId="LiveId" clId="{0A470844-22E1-48D2-BC7D-FF9ACAA4F420}" dt="2025-03-18T11:42:24.043" v="686" actId="20577"/>
        <pc:sldMkLst>
          <pc:docMk/>
          <pc:sldMk cId="474064521" sldId="264"/>
        </pc:sldMkLst>
        <pc:spChg chg="mod">
          <ac:chgData name="Adnan Ullah" userId="0856adb400b2166a" providerId="LiveId" clId="{0A470844-22E1-48D2-BC7D-FF9ACAA4F420}" dt="2025-03-18T10:06:37.259" v="524" actId="113"/>
          <ac:spMkLst>
            <pc:docMk/>
            <pc:sldMk cId="474064521" sldId="264"/>
            <ac:spMk id="2" creationId="{72E5FB49-A1A0-B52E-6D11-476D9B087C85}"/>
          </ac:spMkLst>
        </pc:spChg>
        <pc:spChg chg="mod">
          <ac:chgData name="Adnan Ullah" userId="0856adb400b2166a" providerId="LiveId" clId="{0A470844-22E1-48D2-BC7D-FF9ACAA4F420}" dt="2025-03-18T11:42:24.043" v="686" actId="20577"/>
          <ac:spMkLst>
            <pc:docMk/>
            <pc:sldMk cId="474064521" sldId="264"/>
            <ac:spMk id="3" creationId="{438913AD-DCB5-B7AB-F8F3-E91A431FFB87}"/>
          </ac:spMkLst>
        </pc:spChg>
      </pc:sldChg>
      <pc:sldChg chg="modSp new mod">
        <pc:chgData name="Adnan Ullah" userId="0856adb400b2166a" providerId="LiveId" clId="{0A470844-22E1-48D2-BC7D-FF9ACAA4F420}" dt="2025-03-18T11:44:21.383" v="704" actId="20577"/>
        <pc:sldMkLst>
          <pc:docMk/>
          <pc:sldMk cId="1832053242" sldId="265"/>
        </pc:sldMkLst>
        <pc:spChg chg="mod">
          <ac:chgData name="Adnan Ullah" userId="0856adb400b2166a" providerId="LiveId" clId="{0A470844-22E1-48D2-BC7D-FF9ACAA4F420}" dt="2025-03-18T10:06:31.122" v="523" actId="113"/>
          <ac:spMkLst>
            <pc:docMk/>
            <pc:sldMk cId="1832053242" sldId="265"/>
            <ac:spMk id="2" creationId="{876EF93D-51C8-14E9-0D5A-5F9B8EC82B5F}"/>
          </ac:spMkLst>
        </pc:spChg>
        <pc:spChg chg="mod">
          <ac:chgData name="Adnan Ullah" userId="0856adb400b2166a" providerId="LiveId" clId="{0A470844-22E1-48D2-BC7D-FF9ACAA4F420}" dt="2025-03-18T11:44:21.383" v="704" actId="20577"/>
          <ac:spMkLst>
            <pc:docMk/>
            <pc:sldMk cId="1832053242" sldId="265"/>
            <ac:spMk id="3" creationId="{0644A0FB-B7BF-F360-B1B6-DF0662E3C03D}"/>
          </ac:spMkLst>
        </pc:spChg>
      </pc:sldChg>
      <pc:sldMasterChg chg="add del addSldLayout delSldLayout">
        <pc:chgData name="Adnan Ullah" userId="0856adb400b2166a" providerId="LiveId" clId="{0A470844-22E1-48D2-BC7D-FF9ACAA4F420}" dt="2025-03-17T21:59:21.317" v="146" actId="26606"/>
        <pc:sldMasterMkLst>
          <pc:docMk/>
          <pc:sldMasterMk cId="88578506" sldId="2147483648"/>
        </pc:sldMasterMkLst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1190707879" sldId="2147483649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922845178" sldId="2147483650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2465378187" sldId="2147483651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2972018717" sldId="2147483652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3108731777" sldId="2147483653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48464971" sldId="2147483654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1498724472" sldId="2147483655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1857410933" sldId="2147483656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2060665008" sldId="2147483657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2247892171" sldId="2147483658"/>
          </pc:sldLayoutMkLst>
        </pc:sldLayoutChg>
        <pc:sldLayoutChg chg="add del">
          <pc:chgData name="Adnan Ullah" userId="0856adb400b2166a" providerId="LiveId" clId="{0A470844-22E1-48D2-BC7D-FF9ACAA4F420}" dt="2025-03-17T21:59:21.317" v="146" actId="26606"/>
          <pc:sldLayoutMkLst>
            <pc:docMk/>
            <pc:sldMasterMk cId="88578506" sldId="2147483648"/>
            <pc:sldLayoutMk cId="2359887088" sldId="2147483659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1:59:11.455" v="139" actId="26606"/>
        <pc:sldMasterMkLst>
          <pc:docMk/>
          <pc:sldMasterMk cId="3187161946" sldId="2147483699"/>
        </pc:sldMasterMkLst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2848551525" sldId="2147483688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169928735" sldId="2147483689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2165075372" sldId="2147483690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1647149040" sldId="2147483691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1995870190" sldId="2147483692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268630819" sldId="2147483693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235981241" sldId="2147483694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2401530663" sldId="2147483695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1609148660" sldId="2147483696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1985400863" sldId="2147483697"/>
          </pc:sldLayoutMkLst>
        </pc:sldLayoutChg>
        <pc:sldLayoutChg chg="add del">
          <pc:chgData name="Adnan Ullah" userId="0856adb400b2166a" providerId="LiveId" clId="{0A470844-22E1-48D2-BC7D-FF9ACAA4F420}" dt="2025-03-17T21:59:11.455" v="139" actId="26606"/>
          <pc:sldLayoutMkLst>
            <pc:docMk/>
            <pc:sldMasterMk cId="3187161946" sldId="2147483699"/>
            <pc:sldLayoutMk cId="3082993803" sldId="2147483698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1:59:16.158" v="141" actId="26606"/>
        <pc:sldMasterMkLst>
          <pc:docMk/>
          <pc:sldMasterMk cId="941584780" sldId="2147483712"/>
        </pc:sldMasterMkLst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1084931549" sldId="2147483701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3281126443" sldId="2147483702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3682351754" sldId="2147483703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514796157" sldId="2147483704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1889825406" sldId="2147483705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2981825011" sldId="2147483706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3578563369" sldId="2147483707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3471856088" sldId="2147483708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1844186894" sldId="2147483709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2915030987" sldId="2147483710"/>
          </pc:sldLayoutMkLst>
        </pc:sldLayoutChg>
        <pc:sldLayoutChg chg="add del">
          <pc:chgData name="Adnan Ullah" userId="0856adb400b2166a" providerId="LiveId" clId="{0A470844-22E1-48D2-BC7D-FF9ACAA4F420}" dt="2025-03-17T21:59:16.158" v="141" actId="26606"/>
          <pc:sldLayoutMkLst>
            <pc:docMk/>
            <pc:sldMasterMk cId="941584780" sldId="2147483712"/>
            <pc:sldLayoutMk cId="363671559" sldId="2147483711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1:59:18.198" v="143" actId="26606"/>
        <pc:sldMasterMkLst>
          <pc:docMk/>
          <pc:sldMasterMk cId="3050806529" sldId="2147483725"/>
        </pc:sldMasterMkLst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3353769280" sldId="2147483714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2826283843" sldId="2147483715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1523635837" sldId="2147483716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3019492767" sldId="2147483717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298011058" sldId="2147483718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3201446380" sldId="2147483719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3956750538" sldId="2147483720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1255375093" sldId="2147483721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1168841859" sldId="2147483722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4126566927" sldId="2147483723"/>
          </pc:sldLayoutMkLst>
        </pc:sldLayoutChg>
        <pc:sldLayoutChg chg="add del">
          <pc:chgData name="Adnan Ullah" userId="0856adb400b2166a" providerId="LiveId" clId="{0A470844-22E1-48D2-BC7D-FF9ACAA4F420}" dt="2025-03-17T21:59:18.198" v="143" actId="26606"/>
          <pc:sldLayoutMkLst>
            <pc:docMk/>
            <pc:sldMasterMk cId="3050806529" sldId="2147483725"/>
            <pc:sldLayoutMk cId="165885878" sldId="2147483724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1:59:21.205" v="145" actId="26606"/>
        <pc:sldMasterMkLst>
          <pc:docMk/>
          <pc:sldMasterMk cId="524638853" sldId="2147483738"/>
        </pc:sldMasterMkLst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3727742210" sldId="2147483727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3677251940" sldId="2147483728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1429034783" sldId="2147483729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2374632304" sldId="2147483730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211781310" sldId="2147483731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3556848273" sldId="2147483732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2056762419" sldId="2147483733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2001668403" sldId="2147483734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4049844171" sldId="2147483735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3387327362" sldId="2147483736"/>
          </pc:sldLayoutMkLst>
        </pc:sldLayoutChg>
        <pc:sldLayoutChg chg="add del">
          <pc:chgData name="Adnan Ullah" userId="0856adb400b2166a" providerId="LiveId" clId="{0A470844-22E1-48D2-BC7D-FF9ACAA4F420}" dt="2025-03-17T21:59:21.205" v="145" actId="26606"/>
          <pc:sldLayoutMkLst>
            <pc:docMk/>
            <pc:sldMasterMk cId="524638853" sldId="2147483738"/>
            <pc:sldLayoutMk cId="11551797" sldId="2147483737"/>
          </pc:sldLayoutMkLst>
        </pc:sldLayoutChg>
      </pc:sldMasterChg>
      <pc:sldMasterChg chg="add addSldLayout">
        <pc:chgData name="Adnan Ullah" userId="0856adb400b2166a" providerId="LiveId" clId="{0A470844-22E1-48D2-BC7D-FF9ACAA4F420}" dt="2025-03-17T21:59:21.317" v="146" actId="26606"/>
        <pc:sldMasterMkLst>
          <pc:docMk/>
          <pc:sldMasterMk cId="934195241" sldId="2147483752"/>
        </pc:sldMasterMkLst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195615108" sldId="2147483740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3478751726" sldId="2147483741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1353641841" sldId="2147483742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2075570022" sldId="2147483743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3539433287" sldId="2147483744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2156627818" sldId="2147483745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1173888244" sldId="2147483746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367376706" sldId="2147483747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2982439248" sldId="2147483748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390890742" sldId="2147483749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872030928" sldId="2147483750"/>
          </pc:sldLayoutMkLst>
        </pc:sldLayoutChg>
        <pc:sldLayoutChg chg="add">
          <pc:chgData name="Adnan Ullah" userId="0856adb400b2166a" providerId="LiveId" clId="{0A470844-22E1-48D2-BC7D-FF9ACAA4F420}" dt="2025-03-17T21:59:21.317" v="146" actId="26606"/>
          <pc:sldLayoutMkLst>
            <pc:docMk/>
            <pc:sldMasterMk cId="934195241" sldId="2147483752"/>
            <pc:sldLayoutMk cId="1702245854" sldId="2147483751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2:01:04.264" v="160" actId="26606"/>
        <pc:sldMasterMkLst>
          <pc:docMk/>
          <pc:sldMasterMk cId="2010135257" sldId="2147483753"/>
        </pc:sldMasterMkLst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2520363630" sldId="2147483754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3019431695" sldId="2147483755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2946601010" sldId="2147483756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1210157644" sldId="2147483757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811406715" sldId="2147483758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3637589850" sldId="2147483759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3282051894" sldId="2147483760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1253602052" sldId="2147483761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1192920868" sldId="2147483762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2319540434" sldId="2147483763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2010135257" sldId="2147483753"/>
            <pc:sldLayoutMk cId="3667387109" sldId="2147483764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2:01:04.264" v="160" actId="26606"/>
        <pc:sldMasterMkLst>
          <pc:docMk/>
          <pc:sldMasterMk cId="1894964896" sldId="2147483778"/>
        </pc:sldMasterMkLst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1732524607" sldId="2147483767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1565472233" sldId="2147483768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2905503800" sldId="2147483769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3737048219" sldId="2147483770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353642856" sldId="2147483771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2281026462" sldId="2147483772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916410371" sldId="2147483773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4210365556" sldId="2147483774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1303053065" sldId="2147483775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2785725509" sldId="2147483776"/>
          </pc:sldLayoutMkLst>
        </pc:sldLayoutChg>
        <pc:sldLayoutChg chg="add del">
          <pc:chgData name="Adnan Ullah" userId="0856adb400b2166a" providerId="LiveId" clId="{0A470844-22E1-48D2-BC7D-FF9ACAA4F420}" dt="2025-03-17T22:01:04.264" v="160" actId="26606"/>
          <pc:sldLayoutMkLst>
            <pc:docMk/>
            <pc:sldMasterMk cId="1894964896" sldId="2147483778"/>
            <pc:sldLayoutMk cId="2200196821" sldId="2147483777"/>
          </pc:sldLayoutMkLst>
        </pc:sldLayoutChg>
      </pc:sldMasterChg>
      <pc:sldMasterChg chg="add del addSldLayout delSldLayout">
        <pc:chgData name="Adnan Ullah" userId="0856adb400b2166a" providerId="LiveId" clId="{0A470844-22E1-48D2-BC7D-FF9ACAA4F420}" dt="2025-03-17T22:01:04.205" v="159" actId="26606"/>
        <pc:sldMasterMkLst>
          <pc:docMk/>
          <pc:sldMasterMk cId="585223833" sldId="2147483846"/>
        </pc:sldMasterMkLst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2814103978" sldId="2147483835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956131318" sldId="2147483836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2653748140" sldId="2147483837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4021806310" sldId="2147483838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2668972357" sldId="2147483839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2950706586" sldId="2147483840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349767824" sldId="2147483841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4050432535" sldId="2147483842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532789560" sldId="2147483843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2877142399" sldId="2147483844"/>
          </pc:sldLayoutMkLst>
        </pc:sldLayoutChg>
        <pc:sldLayoutChg chg="add del">
          <pc:chgData name="Adnan Ullah" userId="0856adb400b2166a" providerId="LiveId" clId="{0A470844-22E1-48D2-BC7D-FF9ACAA4F420}" dt="2025-03-17T22:01:04.205" v="159" actId="26606"/>
          <pc:sldLayoutMkLst>
            <pc:docMk/>
            <pc:sldMasterMk cId="585223833" sldId="2147483846"/>
            <pc:sldLayoutMk cId="1858357869" sldId="214748384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EB153C-0A23-42A7-BA35-4D5B5B5405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A8EE4A-067D-40B8-BB9D-D5B368B79496}">
      <dgm:prSet/>
      <dgm:spPr/>
      <dgm:t>
        <a:bodyPr/>
        <a:lstStyle/>
        <a:p>
          <a:r>
            <a:rPr lang="en-US" b="1" dirty="0"/>
            <a:t>"Deployed + Managed" as a Service:</a:t>
          </a:r>
          <a:endParaRPr lang="en-US" dirty="0"/>
        </a:p>
      </dgm:t>
    </dgm:pt>
    <dgm:pt modelId="{625238C5-10A5-41DB-86C4-9525069CDC05}" type="parTrans" cxnId="{238B7D06-F731-4246-AC16-FFEDB7D93669}">
      <dgm:prSet/>
      <dgm:spPr/>
      <dgm:t>
        <a:bodyPr/>
        <a:lstStyle/>
        <a:p>
          <a:endParaRPr lang="en-US"/>
        </a:p>
      </dgm:t>
    </dgm:pt>
    <dgm:pt modelId="{33F8807C-8DA7-4BC5-98B5-D1B3A17438A3}" type="sibTrans" cxnId="{238B7D06-F731-4246-AC16-FFEDB7D93669}">
      <dgm:prSet/>
      <dgm:spPr/>
      <dgm:t>
        <a:bodyPr/>
        <a:lstStyle/>
        <a:p>
          <a:endParaRPr lang="en-US"/>
        </a:p>
      </dgm:t>
    </dgm:pt>
    <dgm:pt modelId="{AF40BED1-FE2E-4F6E-9879-C170C9E74E8F}">
      <dgm:prSet/>
      <dgm:spPr/>
      <dgm:t>
        <a:bodyPr/>
        <a:lstStyle/>
        <a:p>
          <a:r>
            <a:rPr lang="en-US"/>
            <a:t>When IT infrastructure or software is </a:t>
          </a:r>
          <a:r>
            <a:rPr lang="en-US" b="1"/>
            <a:t>"deployed and managed" as a service</a:t>
          </a:r>
          <a:r>
            <a:rPr lang="en-US"/>
            <a:t>, it means that a third-party provider (such as AWS, Azure, or Google Cloud) is responsible for:</a:t>
          </a:r>
        </a:p>
      </dgm:t>
    </dgm:pt>
    <dgm:pt modelId="{EF18E123-13EF-4B95-9501-664267B997CE}" type="parTrans" cxnId="{311E538D-6BCE-4713-9A13-53A8EF990BFB}">
      <dgm:prSet/>
      <dgm:spPr/>
      <dgm:t>
        <a:bodyPr/>
        <a:lstStyle/>
        <a:p>
          <a:endParaRPr lang="en-US"/>
        </a:p>
      </dgm:t>
    </dgm:pt>
    <dgm:pt modelId="{7D9BA599-A70E-4D23-82F4-DF5DE4586025}" type="sibTrans" cxnId="{311E538D-6BCE-4713-9A13-53A8EF990BFB}">
      <dgm:prSet/>
      <dgm:spPr/>
      <dgm:t>
        <a:bodyPr/>
        <a:lstStyle/>
        <a:p>
          <a:endParaRPr lang="en-US"/>
        </a:p>
      </dgm:t>
    </dgm:pt>
    <dgm:pt modelId="{C88BBF6C-98E9-477D-AA01-B74B0241B9A7}">
      <dgm:prSet/>
      <dgm:spPr/>
      <dgm:t>
        <a:bodyPr/>
        <a:lstStyle/>
        <a:p>
          <a:r>
            <a:rPr lang="en-US" b="1"/>
            <a:t>Deployment</a:t>
          </a:r>
          <a:r>
            <a:rPr lang="en-US"/>
            <a:t> – Setting up and configuring the service.</a:t>
          </a:r>
        </a:p>
      </dgm:t>
    </dgm:pt>
    <dgm:pt modelId="{6A67F875-C47C-4BAA-9D81-C681CDBD8D01}" type="parTrans" cxnId="{521A63CA-1454-481B-8381-CF422241900F}">
      <dgm:prSet/>
      <dgm:spPr/>
      <dgm:t>
        <a:bodyPr/>
        <a:lstStyle/>
        <a:p>
          <a:endParaRPr lang="en-US"/>
        </a:p>
      </dgm:t>
    </dgm:pt>
    <dgm:pt modelId="{676E966D-F11C-44D5-88BC-2221141F1AB8}" type="sibTrans" cxnId="{521A63CA-1454-481B-8381-CF422241900F}">
      <dgm:prSet/>
      <dgm:spPr/>
      <dgm:t>
        <a:bodyPr/>
        <a:lstStyle/>
        <a:p>
          <a:endParaRPr lang="en-US"/>
        </a:p>
      </dgm:t>
    </dgm:pt>
    <dgm:pt modelId="{E3105D6E-C233-47E6-B85F-12F4E9E89C75}">
      <dgm:prSet/>
      <dgm:spPr/>
      <dgm:t>
        <a:bodyPr/>
        <a:lstStyle/>
        <a:p>
          <a:r>
            <a:rPr lang="en-US" b="1"/>
            <a:t>Management</a:t>
          </a:r>
          <a:r>
            <a:rPr lang="en-US"/>
            <a:t> – Handling updates, maintenance, security, and troubleshooting.</a:t>
          </a:r>
        </a:p>
      </dgm:t>
    </dgm:pt>
    <dgm:pt modelId="{03250C96-0A9E-4C52-B906-9D8FB857C9B2}" type="parTrans" cxnId="{D6E78DCF-2178-40C4-9AA7-B2ED5BB69E49}">
      <dgm:prSet/>
      <dgm:spPr/>
      <dgm:t>
        <a:bodyPr/>
        <a:lstStyle/>
        <a:p>
          <a:endParaRPr lang="en-US"/>
        </a:p>
      </dgm:t>
    </dgm:pt>
    <dgm:pt modelId="{A4A5EC01-0C8A-40D3-B092-94A60C8B4B34}" type="sibTrans" cxnId="{D6E78DCF-2178-40C4-9AA7-B2ED5BB69E49}">
      <dgm:prSet/>
      <dgm:spPr/>
      <dgm:t>
        <a:bodyPr/>
        <a:lstStyle/>
        <a:p>
          <a:endParaRPr lang="en-US"/>
        </a:p>
      </dgm:t>
    </dgm:pt>
    <dgm:pt modelId="{7F578D33-1451-41AE-B446-1D301C4BC5D6}">
      <dgm:prSet/>
      <dgm:spPr/>
      <dgm:t>
        <a:bodyPr/>
        <a:lstStyle/>
        <a:p>
          <a:r>
            <a:rPr lang="en-US"/>
            <a:t>This model allows businesses to </a:t>
          </a:r>
          <a:r>
            <a:rPr lang="en-US" b="1"/>
            <a:t>consume IT resources on demand</a:t>
          </a:r>
          <a:r>
            <a:rPr lang="en-US"/>
            <a:t> without worrying about infrastructure setup and maintenance.</a:t>
          </a:r>
        </a:p>
      </dgm:t>
    </dgm:pt>
    <dgm:pt modelId="{FAB8244E-B6D9-497B-897A-1847EC5A45BD}" type="parTrans" cxnId="{9F2C7BD9-5D6F-439B-9D8F-EE3437BED2D2}">
      <dgm:prSet/>
      <dgm:spPr/>
      <dgm:t>
        <a:bodyPr/>
        <a:lstStyle/>
        <a:p>
          <a:endParaRPr lang="en-US"/>
        </a:p>
      </dgm:t>
    </dgm:pt>
    <dgm:pt modelId="{C44B94A5-86EE-4C24-A0BA-D8E55259A4B1}" type="sibTrans" cxnId="{9F2C7BD9-5D6F-439B-9D8F-EE3437BED2D2}">
      <dgm:prSet/>
      <dgm:spPr/>
      <dgm:t>
        <a:bodyPr/>
        <a:lstStyle/>
        <a:p>
          <a:endParaRPr lang="en-US"/>
        </a:p>
      </dgm:t>
    </dgm:pt>
    <dgm:pt modelId="{08E8F5FA-DCAA-477A-BAF3-BDF2518F58B8}" type="pres">
      <dgm:prSet presAssocID="{45EB153C-0A23-42A7-BA35-4D5B5B540591}" presName="linear" presStyleCnt="0">
        <dgm:presLayoutVars>
          <dgm:animLvl val="lvl"/>
          <dgm:resizeHandles val="exact"/>
        </dgm:presLayoutVars>
      </dgm:prSet>
      <dgm:spPr/>
    </dgm:pt>
    <dgm:pt modelId="{7876EA75-ABFF-4C0C-8B71-B9BC928668A5}" type="pres">
      <dgm:prSet presAssocID="{29A8EE4A-067D-40B8-BB9D-D5B368B7949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4535C3D-0E1E-462B-845E-BBFC246F01F7}" type="pres">
      <dgm:prSet presAssocID="{33F8807C-8DA7-4BC5-98B5-D1B3A17438A3}" presName="spacer" presStyleCnt="0"/>
      <dgm:spPr/>
    </dgm:pt>
    <dgm:pt modelId="{8265ED60-6D97-47F1-ABE8-D884F0494C26}" type="pres">
      <dgm:prSet presAssocID="{AF40BED1-FE2E-4F6E-9879-C170C9E74E8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97D57D5-135D-458E-B76F-A98AF1DD5762}" type="pres">
      <dgm:prSet presAssocID="{7D9BA599-A70E-4D23-82F4-DF5DE4586025}" presName="spacer" presStyleCnt="0"/>
      <dgm:spPr/>
    </dgm:pt>
    <dgm:pt modelId="{D817F9C9-6263-468D-92FA-E0C4B2496A95}" type="pres">
      <dgm:prSet presAssocID="{C88BBF6C-98E9-477D-AA01-B74B0241B9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5850D03-56D3-44E8-AF97-D96583E4D92A}" type="pres">
      <dgm:prSet presAssocID="{676E966D-F11C-44D5-88BC-2221141F1AB8}" presName="spacer" presStyleCnt="0"/>
      <dgm:spPr/>
    </dgm:pt>
    <dgm:pt modelId="{5FCB7692-A100-4733-9296-77B0FCE929B9}" type="pres">
      <dgm:prSet presAssocID="{E3105D6E-C233-47E6-B85F-12F4E9E89C7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99CECB3-C2B7-4340-9FDB-6CFA3CC6FAAE}" type="pres">
      <dgm:prSet presAssocID="{A4A5EC01-0C8A-40D3-B092-94A60C8B4B34}" presName="spacer" presStyleCnt="0"/>
      <dgm:spPr/>
    </dgm:pt>
    <dgm:pt modelId="{73BC761E-46E0-4535-8528-0657CB257DEE}" type="pres">
      <dgm:prSet presAssocID="{7F578D33-1451-41AE-B446-1D301C4BC5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3CAE001-397B-4BA8-AA43-AF2A31B338FB}" type="presOf" srcId="{AF40BED1-FE2E-4F6E-9879-C170C9E74E8F}" destId="{8265ED60-6D97-47F1-ABE8-D884F0494C26}" srcOrd="0" destOrd="0" presId="urn:microsoft.com/office/officeart/2005/8/layout/vList2"/>
    <dgm:cxn modelId="{238B7D06-F731-4246-AC16-FFEDB7D93669}" srcId="{45EB153C-0A23-42A7-BA35-4D5B5B540591}" destId="{29A8EE4A-067D-40B8-BB9D-D5B368B79496}" srcOrd="0" destOrd="0" parTransId="{625238C5-10A5-41DB-86C4-9525069CDC05}" sibTransId="{33F8807C-8DA7-4BC5-98B5-D1B3A17438A3}"/>
    <dgm:cxn modelId="{DFA99719-E0B6-4C51-BDA0-15F6CCC85AE1}" type="presOf" srcId="{29A8EE4A-067D-40B8-BB9D-D5B368B79496}" destId="{7876EA75-ABFF-4C0C-8B71-B9BC928668A5}" srcOrd="0" destOrd="0" presId="urn:microsoft.com/office/officeart/2005/8/layout/vList2"/>
    <dgm:cxn modelId="{20974D2B-8CFF-45CC-BFF6-A0575410CDC0}" type="presOf" srcId="{45EB153C-0A23-42A7-BA35-4D5B5B540591}" destId="{08E8F5FA-DCAA-477A-BAF3-BDF2518F58B8}" srcOrd="0" destOrd="0" presId="urn:microsoft.com/office/officeart/2005/8/layout/vList2"/>
    <dgm:cxn modelId="{311E538D-6BCE-4713-9A13-53A8EF990BFB}" srcId="{45EB153C-0A23-42A7-BA35-4D5B5B540591}" destId="{AF40BED1-FE2E-4F6E-9879-C170C9E74E8F}" srcOrd="1" destOrd="0" parTransId="{EF18E123-13EF-4B95-9501-664267B997CE}" sibTransId="{7D9BA599-A70E-4D23-82F4-DF5DE4586025}"/>
    <dgm:cxn modelId="{3FBD0FA4-962B-4CD6-B891-AC700CAD19CC}" type="presOf" srcId="{C88BBF6C-98E9-477D-AA01-B74B0241B9A7}" destId="{D817F9C9-6263-468D-92FA-E0C4B2496A95}" srcOrd="0" destOrd="0" presId="urn:microsoft.com/office/officeart/2005/8/layout/vList2"/>
    <dgm:cxn modelId="{521A63CA-1454-481B-8381-CF422241900F}" srcId="{45EB153C-0A23-42A7-BA35-4D5B5B540591}" destId="{C88BBF6C-98E9-477D-AA01-B74B0241B9A7}" srcOrd="2" destOrd="0" parTransId="{6A67F875-C47C-4BAA-9D81-C681CDBD8D01}" sibTransId="{676E966D-F11C-44D5-88BC-2221141F1AB8}"/>
    <dgm:cxn modelId="{D6E78DCF-2178-40C4-9AA7-B2ED5BB69E49}" srcId="{45EB153C-0A23-42A7-BA35-4D5B5B540591}" destId="{E3105D6E-C233-47E6-B85F-12F4E9E89C75}" srcOrd="3" destOrd="0" parTransId="{03250C96-0A9E-4C52-B906-9D8FB857C9B2}" sibTransId="{A4A5EC01-0C8A-40D3-B092-94A60C8B4B34}"/>
    <dgm:cxn modelId="{9F2C7BD9-5D6F-439B-9D8F-EE3437BED2D2}" srcId="{45EB153C-0A23-42A7-BA35-4D5B5B540591}" destId="{7F578D33-1451-41AE-B446-1D301C4BC5D6}" srcOrd="4" destOrd="0" parTransId="{FAB8244E-B6D9-497B-897A-1847EC5A45BD}" sibTransId="{C44B94A5-86EE-4C24-A0BA-D8E55259A4B1}"/>
    <dgm:cxn modelId="{FF06F6F7-5AF4-43DD-AFDD-A3165F073410}" type="presOf" srcId="{7F578D33-1451-41AE-B446-1D301C4BC5D6}" destId="{73BC761E-46E0-4535-8528-0657CB257DEE}" srcOrd="0" destOrd="0" presId="urn:microsoft.com/office/officeart/2005/8/layout/vList2"/>
    <dgm:cxn modelId="{1A6B35FA-16AB-47A5-AF86-C8A34B143D76}" type="presOf" srcId="{E3105D6E-C233-47E6-B85F-12F4E9E89C75}" destId="{5FCB7692-A100-4733-9296-77B0FCE929B9}" srcOrd="0" destOrd="0" presId="urn:microsoft.com/office/officeart/2005/8/layout/vList2"/>
    <dgm:cxn modelId="{2A7635B4-91CB-4383-A437-5E7622BD2630}" type="presParOf" srcId="{08E8F5FA-DCAA-477A-BAF3-BDF2518F58B8}" destId="{7876EA75-ABFF-4C0C-8B71-B9BC928668A5}" srcOrd="0" destOrd="0" presId="urn:microsoft.com/office/officeart/2005/8/layout/vList2"/>
    <dgm:cxn modelId="{49561B43-5D47-4200-B5F4-349245EA10D4}" type="presParOf" srcId="{08E8F5FA-DCAA-477A-BAF3-BDF2518F58B8}" destId="{E4535C3D-0E1E-462B-845E-BBFC246F01F7}" srcOrd="1" destOrd="0" presId="urn:microsoft.com/office/officeart/2005/8/layout/vList2"/>
    <dgm:cxn modelId="{AA14A5C8-B09E-4167-802B-99DA706950B8}" type="presParOf" srcId="{08E8F5FA-DCAA-477A-BAF3-BDF2518F58B8}" destId="{8265ED60-6D97-47F1-ABE8-D884F0494C26}" srcOrd="2" destOrd="0" presId="urn:microsoft.com/office/officeart/2005/8/layout/vList2"/>
    <dgm:cxn modelId="{26AF1A0C-0C15-43ED-8F37-55F9B00EE779}" type="presParOf" srcId="{08E8F5FA-DCAA-477A-BAF3-BDF2518F58B8}" destId="{597D57D5-135D-458E-B76F-A98AF1DD5762}" srcOrd="3" destOrd="0" presId="urn:microsoft.com/office/officeart/2005/8/layout/vList2"/>
    <dgm:cxn modelId="{216C3426-30A7-44C9-9A94-AA083E0F25B3}" type="presParOf" srcId="{08E8F5FA-DCAA-477A-BAF3-BDF2518F58B8}" destId="{D817F9C9-6263-468D-92FA-E0C4B2496A95}" srcOrd="4" destOrd="0" presId="urn:microsoft.com/office/officeart/2005/8/layout/vList2"/>
    <dgm:cxn modelId="{44082678-3B4C-4E13-AAC7-5C722DC4E060}" type="presParOf" srcId="{08E8F5FA-DCAA-477A-BAF3-BDF2518F58B8}" destId="{C5850D03-56D3-44E8-AF97-D96583E4D92A}" srcOrd="5" destOrd="0" presId="urn:microsoft.com/office/officeart/2005/8/layout/vList2"/>
    <dgm:cxn modelId="{1ED5A4CA-C54D-4E3D-950F-B6BC1139C0EE}" type="presParOf" srcId="{08E8F5FA-DCAA-477A-BAF3-BDF2518F58B8}" destId="{5FCB7692-A100-4733-9296-77B0FCE929B9}" srcOrd="6" destOrd="0" presId="urn:microsoft.com/office/officeart/2005/8/layout/vList2"/>
    <dgm:cxn modelId="{4688E343-0B63-43F2-9676-415AD59592C7}" type="presParOf" srcId="{08E8F5FA-DCAA-477A-BAF3-BDF2518F58B8}" destId="{299CECB3-C2B7-4340-9FDB-6CFA3CC6FAAE}" srcOrd="7" destOrd="0" presId="urn:microsoft.com/office/officeart/2005/8/layout/vList2"/>
    <dgm:cxn modelId="{890FCD16-3227-49E2-A41A-69D891A12D4F}" type="presParOf" srcId="{08E8F5FA-DCAA-477A-BAF3-BDF2518F58B8}" destId="{73BC761E-46E0-4535-8528-0657CB257D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B0BC1B-9E44-463B-ABB1-7E012AA42C4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5CF367-5FE6-44C7-B83D-12C709388615}">
      <dgm:prSet/>
      <dgm:spPr/>
      <dgm:t>
        <a:bodyPr/>
        <a:lstStyle/>
        <a:p>
          <a:r>
            <a:rPr lang="en-US"/>
            <a:t>On-premises computing refers to IT infrastructure that is </a:t>
          </a:r>
          <a:r>
            <a:rPr lang="en-US" b="1"/>
            <a:t>hosted, managed, and maintained</a:t>
          </a:r>
          <a:r>
            <a:rPr lang="en-US"/>
            <a:t> within an organization's own </a:t>
          </a:r>
          <a:r>
            <a:rPr lang="en-US" b="1"/>
            <a:t>data center</a:t>
          </a:r>
          <a:r>
            <a:rPr lang="en-US"/>
            <a:t>. </a:t>
          </a:r>
        </a:p>
      </dgm:t>
    </dgm:pt>
    <dgm:pt modelId="{0C881C9C-5B8D-44F2-A21E-A5C26367126A}" type="parTrans" cxnId="{03F73FE4-9E6E-4813-9C2C-951EFB14A0D6}">
      <dgm:prSet/>
      <dgm:spPr/>
      <dgm:t>
        <a:bodyPr/>
        <a:lstStyle/>
        <a:p>
          <a:endParaRPr lang="en-US"/>
        </a:p>
      </dgm:t>
    </dgm:pt>
    <dgm:pt modelId="{C69AFD16-A051-4AB2-9BC0-0567428110B9}" type="sibTrans" cxnId="{03F73FE4-9E6E-4813-9C2C-951EFB14A0D6}">
      <dgm:prSet/>
      <dgm:spPr/>
      <dgm:t>
        <a:bodyPr/>
        <a:lstStyle/>
        <a:p>
          <a:endParaRPr lang="en-US"/>
        </a:p>
      </dgm:t>
    </dgm:pt>
    <dgm:pt modelId="{A7B0804B-B7A0-4149-9140-A1D37D8BCE42}">
      <dgm:prSet/>
      <dgm:spPr/>
      <dgm:t>
        <a:bodyPr/>
        <a:lstStyle/>
        <a:p>
          <a:r>
            <a:rPr lang="en-US"/>
            <a:t>The company is responsible for everything, including </a:t>
          </a:r>
          <a:r>
            <a:rPr lang="en-US" b="1"/>
            <a:t>hardware, software, networking, security, and upgrades</a:t>
          </a:r>
          <a:r>
            <a:rPr lang="en-US"/>
            <a:t>.</a:t>
          </a:r>
        </a:p>
      </dgm:t>
    </dgm:pt>
    <dgm:pt modelId="{5CB64764-5C90-433B-B9EC-0021A64889A6}" type="parTrans" cxnId="{8EA743C0-FA86-4260-8356-8ABCC31D1D38}">
      <dgm:prSet/>
      <dgm:spPr/>
      <dgm:t>
        <a:bodyPr/>
        <a:lstStyle/>
        <a:p>
          <a:endParaRPr lang="en-US"/>
        </a:p>
      </dgm:t>
    </dgm:pt>
    <dgm:pt modelId="{285254F3-FBF3-4C97-A289-4F840F457DD2}" type="sibTrans" cxnId="{8EA743C0-FA86-4260-8356-8ABCC31D1D38}">
      <dgm:prSet/>
      <dgm:spPr/>
      <dgm:t>
        <a:bodyPr/>
        <a:lstStyle/>
        <a:p>
          <a:endParaRPr lang="en-US"/>
        </a:p>
      </dgm:t>
    </dgm:pt>
    <dgm:pt modelId="{D5647453-61EC-44AB-9C67-0937299700E4}">
      <dgm:prSet/>
      <dgm:spPr/>
      <dgm:t>
        <a:bodyPr/>
        <a:lstStyle/>
        <a:p>
          <a:r>
            <a:rPr lang="en-US" b="1"/>
            <a:t>Key Advantages:</a:t>
          </a:r>
          <a:endParaRPr lang="en-US"/>
        </a:p>
      </dgm:t>
    </dgm:pt>
    <dgm:pt modelId="{6CA7269E-1733-4906-9F5A-40F44E61271D}" type="parTrans" cxnId="{C0954110-07D7-496A-BE9C-B903E954DB06}">
      <dgm:prSet/>
      <dgm:spPr/>
      <dgm:t>
        <a:bodyPr/>
        <a:lstStyle/>
        <a:p>
          <a:endParaRPr lang="en-US"/>
        </a:p>
      </dgm:t>
    </dgm:pt>
    <dgm:pt modelId="{BA99D0E6-7B4D-4375-8D05-E5C408BEAC93}" type="sibTrans" cxnId="{C0954110-07D7-496A-BE9C-B903E954DB06}">
      <dgm:prSet/>
      <dgm:spPr/>
      <dgm:t>
        <a:bodyPr/>
        <a:lstStyle/>
        <a:p>
          <a:endParaRPr lang="en-US"/>
        </a:p>
      </dgm:t>
    </dgm:pt>
    <dgm:pt modelId="{0E1546E7-608C-4019-8450-6F3EA106A9A6}">
      <dgm:prSet/>
      <dgm:spPr/>
      <dgm:t>
        <a:bodyPr/>
        <a:lstStyle/>
        <a:p>
          <a:r>
            <a:rPr lang="en-US" b="1"/>
            <a:t>Full Control</a:t>
          </a:r>
          <a:r>
            <a:rPr lang="en-US"/>
            <a:t> – Complete authority over data, security, and configurations.</a:t>
          </a:r>
        </a:p>
      </dgm:t>
    </dgm:pt>
    <dgm:pt modelId="{E638BD33-ACFC-46D6-B88A-E8A90BB30437}" type="parTrans" cxnId="{8231F4BE-F181-4AD2-988A-4232F97DDD82}">
      <dgm:prSet/>
      <dgm:spPr/>
      <dgm:t>
        <a:bodyPr/>
        <a:lstStyle/>
        <a:p>
          <a:endParaRPr lang="en-US"/>
        </a:p>
      </dgm:t>
    </dgm:pt>
    <dgm:pt modelId="{F88B4CE5-CC73-48AF-8525-C783960001C5}" type="sibTrans" cxnId="{8231F4BE-F181-4AD2-988A-4232F97DDD82}">
      <dgm:prSet/>
      <dgm:spPr/>
      <dgm:t>
        <a:bodyPr/>
        <a:lstStyle/>
        <a:p>
          <a:endParaRPr lang="en-US"/>
        </a:p>
      </dgm:t>
    </dgm:pt>
    <dgm:pt modelId="{0D5C02F3-C11A-4148-B630-1260A59D7BDB}">
      <dgm:prSet/>
      <dgm:spPr/>
      <dgm:t>
        <a:bodyPr/>
        <a:lstStyle/>
        <a:p>
          <a:r>
            <a:rPr lang="en-US" b="1"/>
            <a:t>Customization</a:t>
          </a:r>
          <a:r>
            <a:rPr lang="en-US"/>
            <a:t> – Tailored infrastructure for specific business needs.</a:t>
          </a:r>
        </a:p>
      </dgm:t>
    </dgm:pt>
    <dgm:pt modelId="{1A06471E-E93D-4B8C-AD67-5221BCAB6A28}" type="parTrans" cxnId="{CEF37529-B03F-4768-AA9D-4C909D0E0721}">
      <dgm:prSet/>
      <dgm:spPr/>
      <dgm:t>
        <a:bodyPr/>
        <a:lstStyle/>
        <a:p>
          <a:endParaRPr lang="en-US"/>
        </a:p>
      </dgm:t>
    </dgm:pt>
    <dgm:pt modelId="{FFD1DAB2-B3DC-489A-A33D-34870436C994}" type="sibTrans" cxnId="{CEF37529-B03F-4768-AA9D-4C909D0E0721}">
      <dgm:prSet/>
      <dgm:spPr/>
      <dgm:t>
        <a:bodyPr/>
        <a:lstStyle/>
        <a:p>
          <a:endParaRPr lang="en-US"/>
        </a:p>
      </dgm:t>
    </dgm:pt>
    <dgm:pt modelId="{562DB756-D9DC-4EE5-80E0-70255DEF02CA}">
      <dgm:prSet/>
      <dgm:spPr/>
      <dgm:t>
        <a:bodyPr/>
        <a:lstStyle/>
        <a:p>
          <a:r>
            <a:rPr lang="en-US" b="1"/>
            <a:t>Compliance &amp; Security</a:t>
          </a:r>
          <a:r>
            <a:rPr lang="en-US"/>
            <a:t> – Essential for regulated industries (e.g., finance, healthcare).</a:t>
          </a:r>
        </a:p>
      </dgm:t>
    </dgm:pt>
    <dgm:pt modelId="{0632B1D4-D687-4263-B426-22A1B3EBD10D}" type="parTrans" cxnId="{FF732B5D-47DA-49E4-BCEE-F633161A502F}">
      <dgm:prSet/>
      <dgm:spPr/>
      <dgm:t>
        <a:bodyPr/>
        <a:lstStyle/>
        <a:p>
          <a:endParaRPr lang="en-US"/>
        </a:p>
      </dgm:t>
    </dgm:pt>
    <dgm:pt modelId="{4FC5EDBC-6663-4F01-A57A-406CA7ACDBD6}" type="sibTrans" cxnId="{FF732B5D-47DA-49E4-BCEE-F633161A502F}">
      <dgm:prSet/>
      <dgm:spPr/>
      <dgm:t>
        <a:bodyPr/>
        <a:lstStyle/>
        <a:p>
          <a:endParaRPr lang="en-US"/>
        </a:p>
      </dgm:t>
    </dgm:pt>
    <dgm:pt modelId="{8F058DE4-1C9B-4D17-8B84-199AF18640D4}" type="pres">
      <dgm:prSet presAssocID="{84B0BC1B-9E44-463B-ABB1-7E012AA42C41}" presName="vert0" presStyleCnt="0">
        <dgm:presLayoutVars>
          <dgm:dir/>
          <dgm:animOne val="branch"/>
          <dgm:animLvl val="lvl"/>
        </dgm:presLayoutVars>
      </dgm:prSet>
      <dgm:spPr/>
    </dgm:pt>
    <dgm:pt modelId="{6FD3917C-CBFD-49E5-9853-D54DFE002E14}" type="pres">
      <dgm:prSet presAssocID="{645CF367-5FE6-44C7-B83D-12C709388615}" presName="thickLine" presStyleLbl="alignNode1" presStyleIdx="0" presStyleCnt="6"/>
      <dgm:spPr/>
    </dgm:pt>
    <dgm:pt modelId="{2F56D316-D9F7-4351-83C8-0BBBEE76091B}" type="pres">
      <dgm:prSet presAssocID="{645CF367-5FE6-44C7-B83D-12C709388615}" presName="horz1" presStyleCnt="0"/>
      <dgm:spPr/>
    </dgm:pt>
    <dgm:pt modelId="{B192BC2A-1BAB-428F-8473-A0EB50887329}" type="pres">
      <dgm:prSet presAssocID="{645CF367-5FE6-44C7-B83D-12C709388615}" presName="tx1" presStyleLbl="revTx" presStyleIdx="0" presStyleCnt="6"/>
      <dgm:spPr/>
    </dgm:pt>
    <dgm:pt modelId="{E162C34A-0967-47E3-9F82-E769A762F928}" type="pres">
      <dgm:prSet presAssocID="{645CF367-5FE6-44C7-B83D-12C709388615}" presName="vert1" presStyleCnt="0"/>
      <dgm:spPr/>
    </dgm:pt>
    <dgm:pt modelId="{FCA72A51-CE66-4E9F-AA19-A2F619488A9C}" type="pres">
      <dgm:prSet presAssocID="{A7B0804B-B7A0-4149-9140-A1D37D8BCE42}" presName="thickLine" presStyleLbl="alignNode1" presStyleIdx="1" presStyleCnt="6"/>
      <dgm:spPr/>
    </dgm:pt>
    <dgm:pt modelId="{2C4351F5-6CB8-4265-BDDD-F47D737EBFB5}" type="pres">
      <dgm:prSet presAssocID="{A7B0804B-B7A0-4149-9140-A1D37D8BCE42}" presName="horz1" presStyleCnt="0"/>
      <dgm:spPr/>
    </dgm:pt>
    <dgm:pt modelId="{5A6C70E5-7D28-4890-8316-A0A4E3D83944}" type="pres">
      <dgm:prSet presAssocID="{A7B0804B-B7A0-4149-9140-A1D37D8BCE42}" presName="tx1" presStyleLbl="revTx" presStyleIdx="1" presStyleCnt="6"/>
      <dgm:spPr/>
    </dgm:pt>
    <dgm:pt modelId="{546BD1AF-E1D0-4939-856D-546CC43FCA0C}" type="pres">
      <dgm:prSet presAssocID="{A7B0804B-B7A0-4149-9140-A1D37D8BCE42}" presName="vert1" presStyleCnt="0"/>
      <dgm:spPr/>
    </dgm:pt>
    <dgm:pt modelId="{1A248B7B-B694-41C2-8EBC-929800A6BFDD}" type="pres">
      <dgm:prSet presAssocID="{D5647453-61EC-44AB-9C67-0937299700E4}" presName="thickLine" presStyleLbl="alignNode1" presStyleIdx="2" presStyleCnt="6"/>
      <dgm:spPr/>
    </dgm:pt>
    <dgm:pt modelId="{F11B9DDE-59C4-46F4-9B74-77D11E0A3CAB}" type="pres">
      <dgm:prSet presAssocID="{D5647453-61EC-44AB-9C67-0937299700E4}" presName="horz1" presStyleCnt="0"/>
      <dgm:spPr/>
    </dgm:pt>
    <dgm:pt modelId="{5C571244-BB9C-4E75-8860-36AE3450B71F}" type="pres">
      <dgm:prSet presAssocID="{D5647453-61EC-44AB-9C67-0937299700E4}" presName="tx1" presStyleLbl="revTx" presStyleIdx="2" presStyleCnt="6"/>
      <dgm:spPr/>
    </dgm:pt>
    <dgm:pt modelId="{0B401364-882F-47B9-A2BA-E6EAF7DF10CE}" type="pres">
      <dgm:prSet presAssocID="{D5647453-61EC-44AB-9C67-0937299700E4}" presName="vert1" presStyleCnt="0"/>
      <dgm:spPr/>
    </dgm:pt>
    <dgm:pt modelId="{EDA51509-BEB4-453B-969B-2B9825D7A5F9}" type="pres">
      <dgm:prSet presAssocID="{0E1546E7-608C-4019-8450-6F3EA106A9A6}" presName="thickLine" presStyleLbl="alignNode1" presStyleIdx="3" presStyleCnt="6"/>
      <dgm:spPr/>
    </dgm:pt>
    <dgm:pt modelId="{4B32C970-24BC-40ED-A523-664D52208F25}" type="pres">
      <dgm:prSet presAssocID="{0E1546E7-608C-4019-8450-6F3EA106A9A6}" presName="horz1" presStyleCnt="0"/>
      <dgm:spPr/>
    </dgm:pt>
    <dgm:pt modelId="{45BCB537-3147-40AE-A2FB-A7F8A33CEBC2}" type="pres">
      <dgm:prSet presAssocID="{0E1546E7-608C-4019-8450-6F3EA106A9A6}" presName="tx1" presStyleLbl="revTx" presStyleIdx="3" presStyleCnt="6"/>
      <dgm:spPr/>
    </dgm:pt>
    <dgm:pt modelId="{F203EE92-2E4C-49BC-8AF9-FAABF842B80E}" type="pres">
      <dgm:prSet presAssocID="{0E1546E7-608C-4019-8450-6F3EA106A9A6}" presName="vert1" presStyleCnt="0"/>
      <dgm:spPr/>
    </dgm:pt>
    <dgm:pt modelId="{DD280B36-F40D-42BB-8EC1-CFA9BB5B6DE0}" type="pres">
      <dgm:prSet presAssocID="{0D5C02F3-C11A-4148-B630-1260A59D7BDB}" presName="thickLine" presStyleLbl="alignNode1" presStyleIdx="4" presStyleCnt="6"/>
      <dgm:spPr/>
    </dgm:pt>
    <dgm:pt modelId="{EBDBD0AC-029D-4790-BF88-18E278FA0321}" type="pres">
      <dgm:prSet presAssocID="{0D5C02F3-C11A-4148-B630-1260A59D7BDB}" presName="horz1" presStyleCnt="0"/>
      <dgm:spPr/>
    </dgm:pt>
    <dgm:pt modelId="{7F102BAB-E5F2-44EA-A17C-789C07E09D90}" type="pres">
      <dgm:prSet presAssocID="{0D5C02F3-C11A-4148-B630-1260A59D7BDB}" presName="tx1" presStyleLbl="revTx" presStyleIdx="4" presStyleCnt="6"/>
      <dgm:spPr/>
    </dgm:pt>
    <dgm:pt modelId="{70213CCE-F7CF-4401-9965-3EB81BC5E8FB}" type="pres">
      <dgm:prSet presAssocID="{0D5C02F3-C11A-4148-B630-1260A59D7BDB}" presName="vert1" presStyleCnt="0"/>
      <dgm:spPr/>
    </dgm:pt>
    <dgm:pt modelId="{D7762E8E-322D-44F8-A764-FA90AE9575A7}" type="pres">
      <dgm:prSet presAssocID="{562DB756-D9DC-4EE5-80E0-70255DEF02CA}" presName="thickLine" presStyleLbl="alignNode1" presStyleIdx="5" presStyleCnt="6"/>
      <dgm:spPr/>
    </dgm:pt>
    <dgm:pt modelId="{48921B21-0481-4C0A-975E-64E32565740A}" type="pres">
      <dgm:prSet presAssocID="{562DB756-D9DC-4EE5-80E0-70255DEF02CA}" presName="horz1" presStyleCnt="0"/>
      <dgm:spPr/>
    </dgm:pt>
    <dgm:pt modelId="{F854C55D-29F5-47D1-92FF-6EE9C6EFC9D7}" type="pres">
      <dgm:prSet presAssocID="{562DB756-D9DC-4EE5-80E0-70255DEF02CA}" presName="tx1" presStyleLbl="revTx" presStyleIdx="5" presStyleCnt="6"/>
      <dgm:spPr/>
    </dgm:pt>
    <dgm:pt modelId="{E12D224B-AF2D-437C-9197-11A2EF300E14}" type="pres">
      <dgm:prSet presAssocID="{562DB756-D9DC-4EE5-80E0-70255DEF02CA}" presName="vert1" presStyleCnt="0"/>
      <dgm:spPr/>
    </dgm:pt>
  </dgm:ptLst>
  <dgm:cxnLst>
    <dgm:cxn modelId="{875F8501-8193-4BF5-AB53-7376F410D54E}" type="presOf" srcId="{D5647453-61EC-44AB-9C67-0937299700E4}" destId="{5C571244-BB9C-4E75-8860-36AE3450B71F}" srcOrd="0" destOrd="0" presId="urn:microsoft.com/office/officeart/2008/layout/LinedList"/>
    <dgm:cxn modelId="{17DD360C-B4B2-4D85-90F0-F9A0655E4BB6}" type="presOf" srcId="{562DB756-D9DC-4EE5-80E0-70255DEF02CA}" destId="{F854C55D-29F5-47D1-92FF-6EE9C6EFC9D7}" srcOrd="0" destOrd="0" presId="urn:microsoft.com/office/officeart/2008/layout/LinedList"/>
    <dgm:cxn modelId="{C0954110-07D7-496A-BE9C-B903E954DB06}" srcId="{84B0BC1B-9E44-463B-ABB1-7E012AA42C41}" destId="{D5647453-61EC-44AB-9C67-0937299700E4}" srcOrd="2" destOrd="0" parTransId="{6CA7269E-1733-4906-9F5A-40F44E61271D}" sibTransId="{BA99D0E6-7B4D-4375-8D05-E5C408BEAC93}"/>
    <dgm:cxn modelId="{CEF37529-B03F-4768-AA9D-4C909D0E0721}" srcId="{84B0BC1B-9E44-463B-ABB1-7E012AA42C41}" destId="{0D5C02F3-C11A-4148-B630-1260A59D7BDB}" srcOrd="4" destOrd="0" parTransId="{1A06471E-E93D-4B8C-AD67-5221BCAB6A28}" sibTransId="{FFD1DAB2-B3DC-489A-A33D-34870436C994}"/>
    <dgm:cxn modelId="{FF732B5D-47DA-49E4-BCEE-F633161A502F}" srcId="{84B0BC1B-9E44-463B-ABB1-7E012AA42C41}" destId="{562DB756-D9DC-4EE5-80E0-70255DEF02CA}" srcOrd="5" destOrd="0" parTransId="{0632B1D4-D687-4263-B426-22A1B3EBD10D}" sibTransId="{4FC5EDBC-6663-4F01-A57A-406CA7ACDBD6}"/>
    <dgm:cxn modelId="{7E357E62-651C-4921-8BE0-31118E1E8FA5}" type="presOf" srcId="{0E1546E7-608C-4019-8450-6F3EA106A9A6}" destId="{45BCB537-3147-40AE-A2FB-A7F8A33CEBC2}" srcOrd="0" destOrd="0" presId="urn:microsoft.com/office/officeart/2008/layout/LinedList"/>
    <dgm:cxn modelId="{2055E978-4617-49A6-8ECE-970BE47418A4}" type="presOf" srcId="{A7B0804B-B7A0-4149-9140-A1D37D8BCE42}" destId="{5A6C70E5-7D28-4890-8316-A0A4E3D83944}" srcOrd="0" destOrd="0" presId="urn:microsoft.com/office/officeart/2008/layout/LinedList"/>
    <dgm:cxn modelId="{E4BB94AD-A20D-4AD0-83E0-2D30321CC3C1}" type="presOf" srcId="{84B0BC1B-9E44-463B-ABB1-7E012AA42C41}" destId="{8F058DE4-1C9B-4D17-8B84-199AF18640D4}" srcOrd="0" destOrd="0" presId="urn:microsoft.com/office/officeart/2008/layout/LinedList"/>
    <dgm:cxn modelId="{C5FA1EB9-C44A-40D1-A414-92AB51D63EFB}" type="presOf" srcId="{0D5C02F3-C11A-4148-B630-1260A59D7BDB}" destId="{7F102BAB-E5F2-44EA-A17C-789C07E09D90}" srcOrd="0" destOrd="0" presId="urn:microsoft.com/office/officeart/2008/layout/LinedList"/>
    <dgm:cxn modelId="{8231F4BE-F181-4AD2-988A-4232F97DDD82}" srcId="{84B0BC1B-9E44-463B-ABB1-7E012AA42C41}" destId="{0E1546E7-608C-4019-8450-6F3EA106A9A6}" srcOrd="3" destOrd="0" parTransId="{E638BD33-ACFC-46D6-B88A-E8A90BB30437}" sibTransId="{F88B4CE5-CC73-48AF-8525-C783960001C5}"/>
    <dgm:cxn modelId="{8EA743C0-FA86-4260-8356-8ABCC31D1D38}" srcId="{84B0BC1B-9E44-463B-ABB1-7E012AA42C41}" destId="{A7B0804B-B7A0-4149-9140-A1D37D8BCE42}" srcOrd="1" destOrd="0" parTransId="{5CB64764-5C90-433B-B9EC-0021A64889A6}" sibTransId="{285254F3-FBF3-4C97-A289-4F840F457DD2}"/>
    <dgm:cxn modelId="{A0968FDA-72AE-4F32-9159-A9453DE34FF4}" type="presOf" srcId="{645CF367-5FE6-44C7-B83D-12C709388615}" destId="{B192BC2A-1BAB-428F-8473-A0EB50887329}" srcOrd="0" destOrd="0" presId="urn:microsoft.com/office/officeart/2008/layout/LinedList"/>
    <dgm:cxn modelId="{03F73FE4-9E6E-4813-9C2C-951EFB14A0D6}" srcId="{84B0BC1B-9E44-463B-ABB1-7E012AA42C41}" destId="{645CF367-5FE6-44C7-B83D-12C709388615}" srcOrd="0" destOrd="0" parTransId="{0C881C9C-5B8D-44F2-A21E-A5C26367126A}" sibTransId="{C69AFD16-A051-4AB2-9BC0-0567428110B9}"/>
    <dgm:cxn modelId="{F5D473E8-B696-4C09-A419-1F4BD811C36D}" type="presParOf" srcId="{8F058DE4-1C9B-4D17-8B84-199AF18640D4}" destId="{6FD3917C-CBFD-49E5-9853-D54DFE002E14}" srcOrd="0" destOrd="0" presId="urn:microsoft.com/office/officeart/2008/layout/LinedList"/>
    <dgm:cxn modelId="{E18BE5BE-E05E-4379-82FD-EE5E7B374CCD}" type="presParOf" srcId="{8F058DE4-1C9B-4D17-8B84-199AF18640D4}" destId="{2F56D316-D9F7-4351-83C8-0BBBEE76091B}" srcOrd="1" destOrd="0" presId="urn:microsoft.com/office/officeart/2008/layout/LinedList"/>
    <dgm:cxn modelId="{67B7E0EE-CD8A-4765-AEC6-2D33A3FE191E}" type="presParOf" srcId="{2F56D316-D9F7-4351-83C8-0BBBEE76091B}" destId="{B192BC2A-1BAB-428F-8473-A0EB50887329}" srcOrd="0" destOrd="0" presId="urn:microsoft.com/office/officeart/2008/layout/LinedList"/>
    <dgm:cxn modelId="{06AA6EEB-9052-4FB1-844B-E667137F9154}" type="presParOf" srcId="{2F56D316-D9F7-4351-83C8-0BBBEE76091B}" destId="{E162C34A-0967-47E3-9F82-E769A762F928}" srcOrd="1" destOrd="0" presId="urn:microsoft.com/office/officeart/2008/layout/LinedList"/>
    <dgm:cxn modelId="{E2BB96C2-9B65-48DA-A9A9-1A528A92316B}" type="presParOf" srcId="{8F058DE4-1C9B-4D17-8B84-199AF18640D4}" destId="{FCA72A51-CE66-4E9F-AA19-A2F619488A9C}" srcOrd="2" destOrd="0" presId="urn:microsoft.com/office/officeart/2008/layout/LinedList"/>
    <dgm:cxn modelId="{023B8C3E-6AA9-4C3F-82B9-EC2D81D75A80}" type="presParOf" srcId="{8F058DE4-1C9B-4D17-8B84-199AF18640D4}" destId="{2C4351F5-6CB8-4265-BDDD-F47D737EBFB5}" srcOrd="3" destOrd="0" presId="urn:microsoft.com/office/officeart/2008/layout/LinedList"/>
    <dgm:cxn modelId="{7F33A39C-8575-4CA0-84B1-173FB58D8A3A}" type="presParOf" srcId="{2C4351F5-6CB8-4265-BDDD-F47D737EBFB5}" destId="{5A6C70E5-7D28-4890-8316-A0A4E3D83944}" srcOrd="0" destOrd="0" presId="urn:microsoft.com/office/officeart/2008/layout/LinedList"/>
    <dgm:cxn modelId="{8E974E6F-E7E8-4C32-91D9-A24EDE55B3BF}" type="presParOf" srcId="{2C4351F5-6CB8-4265-BDDD-F47D737EBFB5}" destId="{546BD1AF-E1D0-4939-856D-546CC43FCA0C}" srcOrd="1" destOrd="0" presId="urn:microsoft.com/office/officeart/2008/layout/LinedList"/>
    <dgm:cxn modelId="{C3A8C411-42D0-4028-95C8-F21F437A0499}" type="presParOf" srcId="{8F058DE4-1C9B-4D17-8B84-199AF18640D4}" destId="{1A248B7B-B694-41C2-8EBC-929800A6BFDD}" srcOrd="4" destOrd="0" presId="urn:microsoft.com/office/officeart/2008/layout/LinedList"/>
    <dgm:cxn modelId="{2AC115D3-1837-487C-AE64-8A6112FAED03}" type="presParOf" srcId="{8F058DE4-1C9B-4D17-8B84-199AF18640D4}" destId="{F11B9DDE-59C4-46F4-9B74-77D11E0A3CAB}" srcOrd="5" destOrd="0" presId="urn:microsoft.com/office/officeart/2008/layout/LinedList"/>
    <dgm:cxn modelId="{719054C0-ACFF-4632-84C6-58977BEA3A78}" type="presParOf" srcId="{F11B9DDE-59C4-46F4-9B74-77D11E0A3CAB}" destId="{5C571244-BB9C-4E75-8860-36AE3450B71F}" srcOrd="0" destOrd="0" presId="urn:microsoft.com/office/officeart/2008/layout/LinedList"/>
    <dgm:cxn modelId="{9AF896F9-56AB-406B-81F5-4C4BCF8E5664}" type="presParOf" srcId="{F11B9DDE-59C4-46F4-9B74-77D11E0A3CAB}" destId="{0B401364-882F-47B9-A2BA-E6EAF7DF10CE}" srcOrd="1" destOrd="0" presId="urn:microsoft.com/office/officeart/2008/layout/LinedList"/>
    <dgm:cxn modelId="{3E62215E-ECA7-4B94-8ED3-DC6340ABA538}" type="presParOf" srcId="{8F058DE4-1C9B-4D17-8B84-199AF18640D4}" destId="{EDA51509-BEB4-453B-969B-2B9825D7A5F9}" srcOrd="6" destOrd="0" presId="urn:microsoft.com/office/officeart/2008/layout/LinedList"/>
    <dgm:cxn modelId="{3873F861-ABEE-4873-A963-CC0741B16755}" type="presParOf" srcId="{8F058DE4-1C9B-4D17-8B84-199AF18640D4}" destId="{4B32C970-24BC-40ED-A523-664D52208F25}" srcOrd="7" destOrd="0" presId="urn:microsoft.com/office/officeart/2008/layout/LinedList"/>
    <dgm:cxn modelId="{61FFA3F7-FD87-478A-A5BA-5BE35783E51B}" type="presParOf" srcId="{4B32C970-24BC-40ED-A523-664D52208F25}" destId="{45BCB537-3147-40AE-A2FB-A7F8A33CEBC2}" srcOrd="0" destOrd="0" presId="urn:microsoft.com/office/officeart/2008/layout/LinedList"/>
    <dgm:cxn modelId="{DE40C37D-2A20-49AB-8C12-B737F8158834}" type="presParOf" srcId="{4B32C970-24BC-40ED-A523-664D52208F25}" destId="{F203EE92-2E4C-49BC-8AF9-FAABF842B80E}" srcOrd="1" destOrd="0" presId="urn:microsoft.com/office/officeart/2008/layout/LinedList"/>
    <dgm:cxn modelId="{A92A5894-BBF4-45D5-91C3-45FCB7D9992C}" type="presParOf" srcId="{8F058DE4-1C9B-4D17-8B84-199AF18640D4}" destId="{DD280B36-F40D-42BB-8EC1-CFA9BB5B6DE0}" srcOrd="8" destOrd="0" presId="urn:microsoft.com/office/officeart/2008/layout/LinedList"/>
    <dgm:cxn modelId="{2F83A22C-4A8D-46BF-AB15-7F2A50BB5A03}" type="presParOf" srcId="{8F058DE4-1C9B-4D17-8B84-199AF18640D4}" destId="{EBDBD0AC-029D-4790-BF88-18E278FA0321}" srcOrd="9" destOrd="0" presId="urn:microsoft.com/office/officeart/2008/layout/LinedList"/>
    <dgm:cxn modelId="{E346780A-1BD5-4102-8D3E-7627959945D6}" type="presParOf" srcId="{EBDBD0AC-029D-4790-BF88-18E278FA0321}" destId="{7F102BAB-E5F2-44EA-A17C-789C07E09D90}" srcOrd="0" destOrd="0" presId="urn:microsoft.com/office/officeart/2008/layout/LinedList"/>
    <dgm:cxn modelId="{4A7B1F2D-57E8-48A1-8F31-33F7FA14139A}" type="presParOf" srcId="{EBDBD0AC-029D-4790-BF88-18E278FA0321}" destId="{70213CCE-F7CF-4401-9965-3EB81BC5E8FB}" srcOrd="1" destOrd="0" presId="urn:microsoft.com/office/officeart/2008/layout/LinedList"/>
    <dgm:cxn modelId="{AC280BDA-3209-42E0-A7C8-1F1C82BFB333}" type="presParOf" srcId="{8F058DE4-1C9B-4D17-8B84-199AF18640D4}" destId="{D7762E8E-322D-44F8-A764-FA90AE9575A7}" srcOrd="10" destOrd="0" presId="urn:microsoft.com/office/officeart/2008/layout/LinedList"/>
    <dgm:cxn modelId="{FCB516A8-B3F3-48AB-AD8A-491971FEABE6}" type="presParOf" srcId="{8F058DE4-1C9B-4D17-8B84-199AF18640D4}" destId="{48921B21-0481-4C0A-975E-64E32565740A}" srcOrd="11" destOrd="0" presId="urn:microsoft.com/office/officeart/2008/layout/LinedList"/>
    <dgm:cxn modelId="{7108294D-D13E-4249-8F89-0E0F38BF7360}" type="presParOf" srcId="{48921B21-0481-4C0A-975E-64E32565740A}" destId="{F854C55D-29F5-47D1-92FF-6EE9C6EFC9D7}" srcOrd="0" destOrd="0" presId="urn:microsoft.com/office/officeart/2008/layout/LinedList"/>
    <dgm:cxn modelId="{692FFB6B-6B6A-4074-BB60-8C5433E30D08}" type="presParOf" srcId="{48921B21-0481-4C0A-975E-64E32565740A}" destId="{E12D224B-AF2D-437C-9197-11A2EF300E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6EA75-ABFF-4C0C-8B71-B9BC928668A5}">
      <dsp:nvSpPr>
        <dsp:cNvPr id="0" name=""/>
        <dsp:cNvSpPr/>
      </dsp:nvSpPr>
      <dsp:spPr>
        <a:xfrm>
          <a:off x="0" y="7965"/>
          <a:ext cx="5888736" cy="9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"Deployed + Managed" as a Service:</a:t>
          </a:r>
          <a:endParaRPr lang="en-US" sz="1700" kern="1200" dirty="0"/>
        </a:p>
      </dsp:txBody>
      <dsp:txXfrm>
        <a:off x="46029" y="53994"/>
        <a:ext cx="5796678" cy="850852"/>
      </dsp:txXfrm>
    </dsp:sp>
    <dsp:sp modelId="{8265ED60-6D97-47F1-ABE8-D884F0494C26}">
      <dsp:nvSpPr>
        <dsp:cNvPr id="0" name=""/>
        <dsp:cNvSpPr/>
      </dsp:nvSpPr>
      <dsp:spPr>
        <a:xfrm>
          <a:off x="0" y="999836"/>
          <a:ext cx="5888736" cy="9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When IT infrastructure or software is </a:t>
          </a:r>
          <a:r>
            <a:rPr lang="en-US" sz="1700" b="1" kern="1200"/>
            <a:t>"deployed and managed" as a service</a:t>
          </a:r>
          <a:r>
            <a:rPr lang="en-US" sz="1700" kern="1200"/>
            <a:t>, it means that a third-party provider (such as AWS, Azure, or Google Cloud) is responsible for:</a:t>
          </a:r>
        </a:p>
      </dsp:txBody>
      <dsp:txXfrm>
        <a:off x="46029" y="1045865"/>
        <a:ext cx="5796678" cy="850852"/>
      </dsp:txXfrm>
    </dsp:sp>
    <dsp:sp modelId="{D817F9C9-6263-468D-92FA-E0C4B2496A95}">
      <dsp:nvSpPr>
        <dsp:cNvPr id="0" name=""/>
        <dsp:cNvSpPr/>
      </dsp:nvSpPr>
      <dsp:spPr>
        <a:xfrm>
          <a:off x="0" y="1991706"/>
          <a:ext cx="5888736" cy="9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Deployment</a:t>
          </a:r>
          <a:r>
            <a:rPr lang="en-US" sz="1700" kern="1200"/>
            <a:t> – Setting up and configuring the service.</a:t>
          </a:r>
        </a:p>
      </dsp:txBody>
      <dsp:txXfrm>
        <a:off x="46029" y="2037735"/>
        <a:ext cx="5796678" cy="850852"/>
      </dsp:txXfrm>
    </dsp:sp>
    <dsp:sp modelId="{5FCB7692-A100-4733-9296-77B0FCE929B9}">
      <dsp:nvSpPr>
        <dsp:cNvPr id="0" name=""/>
        <dsp:cNvSpPr/>
      </dsp:nvSpPr>
      <dsp:spPr>
        <a:xfrm>
          <a:off x="0" y="2983576"/>
          <a:ext cx="5888736" cy="9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Management</a:t>
          </a:r>
          <a:r>
            <a:rPr lang="en-US" sz="1700" kern="1200"/>
            <a:t> – Handling updates, maintenance, security, and troubleshooting.</a:t>
          </a:r>
        </a:p>
      </dsp:txBody>
      <dsp:txXfrm>
        <a:off x="46029" y="3029605"/>
        <a:ext cx="5796678" cy="850852"/>
      </dsp:txXfrm>
    </dsp:sp>
    <dsp:sp modelId="{73BC761E-46E0-4535-8528-0657CB257DEE}">
      <dsp:nvSpPr>
        <dsp:cNvPr id="0" name=""/>
        <dsp:cNvSpPr/>
      </dsp:nvSpPr>
      <dsp:spPr>
        <a:xfrm>
          <a:off x="0" y="3975446"/>
          <a:ext cx="5888736" cy="942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model allows businesses to </a:t>
          </a:r>
          <a:r>
            <a:rPr lang="en-US" sz="1700" b="1" kern="1200"/>
            <a:t>consume IT resources on demand</a:t>
          </a:r>
          <a:r>
            <a:rPr lang="en-US" sz="1700" kern="1200"/>
            <a:t> without worrying about infrastructure setup and maintenance.</a:t>
          </a:r>
        </a:p>
      </dsp:txBody>
      <dsp:txXfrm>
        <a:off x="46029" y="4021475"/>
        <a:ext cx="5796678" cy="850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3917C-CBFD-49E5-9853-D54DFE002E14}">
      <dsp:nvSpPr>
        <dsp:cNvPr id="0" name=""/>
        <dsp:cNvSpPr/>
      </dsp:nvSpPr>
      <dsp:spPr>
        <a:xfrm>
          <a:off x="0" y="2495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2BC2A-1BAB-428F-8473-A0EB50887329}">
      <dsp:nvSpPr>
        <dsp:cNvPr id="0" name=""/>
        <dsp:cNvSpPr/>
      </dsp:nvSpPr>
      <dsp:spPr>
        <a:xfrm>
          <a:off x="0" y="2495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On-premises computing refers to IT infrastructure that is </a:t>
          </a:r>
          <a:r>
            <a:rPr lang="en-US" sz="1900" b="1" kern="1200"/>
            <a:t>hosted, managed, and maintained</a:t>
          </a:r>
          <a:r>
            <a:rPr lang="en-US" sz="1900" kern="1200"/>
            <a:t> within an organization's own </a:t>
          </a:r>
          <a:r>
            <a:rPr lang="en-US" sz="1900" b="1" kern="1200"/>
            <a:t>data center</a:t>
          </a:r>
          <a:r>
            <a:rPr lang="en-US" sz="1900" kern="1200"/>
            <a:t>. </a:t>
          </a:r>
        </a:p>
      </dsp:txBody>
      <dsp:txXfrm>
        <a:off x="0" y="2495"/>
        <a:ext cx="7216416" cy="851044"/>
      </dsp:txXfrm>
    </dsp:sp>
    <dsp:sp modelId="{FCA72A51-CE66-4E9F-AA19-A2F619488A9C}">
      <dsp:nvSpPr>
        <dsp:cNvPr id="0" name=""/>
        <dsp:cNvSpPr/>
      </dsp:nvSpPr>
      <dsp:spPr>
        <a:xfrm>
          <a:off x="0" y="853540"/>
          <a:ext cx="7216416" cy="0"/>
        </a:xfrm>
        <a:prstGeom prst="line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C70E5-7D28-4890-8316-A0A4E3D83944}">
      <dsp:nvSpPr>
        <dsp:cNvPr id="0" name=""/>
        <dsp:cNvSpPr/>
      </dsp:nvSpPr>
      <dsp:spPr>
        <a:xfrm>
          <a:off x="0" y="853540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company is responsible for everything, including </a:t>
          </a:r>
          <a:r>
            <a:rPr lang="en-US" sz="1900" b="1" kern="1200"/>
            <a:t>hardware, software, networking, security, and upgrades</a:t>
          </a:r>
          <a:r>
            <a:rPr lang="en-US" sz="1900" kern="1200"/>
            <a:t>.</a:t>
          </a:r>
        </a:p>
      </dsp:txBody>
      <dsp:txXfrm>
        <a:off x="0" y="853540"/>
        <a:ext cx="7216416" cy="851044"/>
      </dsp:txXfrm>
    </dsp:sp>
    <dsp:sp modelId="{1A248B7B-B694-41C2-8EBC-929800A6BFDD}">
      <dsp:nvSpPr>
        <dsp:cNvPr id="0" name=""/>
        <dsp:cNvSpPr/>
      </dsp:nvSpPr>
      <dsp:spPr>
        <a:xfrm>
          <a:off x="0" y="1704585"/>
          <a:ext cx="7216416" cy="0"/>
        </a:xfrm>
        <a:prstGeom prst="lin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71244-BB9C-4E75-8860-36AE3450B71F}">
      <dsp:nvSpPr>
        <dsp:cNvPr id="0" name=""/>
        <dsp:cNvSpPr/>
      </dsp:nvSpPr>
      <dsp:spPr>
        <a:xfrm>
          <a:off x="0" y="1704585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Key Advantages:</a:t>
          </a:r>
          <a:endParaRPr lang="en-US" sz="1900" kern="1200"/>
        </a:p>
      </dsp:txBody>
      <dsp:txXfrm>
        <a:off x="0" y="1704585"/>
        <a:ext cx="7216416" cy="851044"/>
      </dsp:txXfrm>
    </dsp:sp>
    <dsp:sp modelId="{EDA51509-BEB4-453B-969B-2B9825D7A5F9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CB537-3147-40AE-A2FB-A7F8A33CEBC2}">
      <dsp:nvSpPr>
        <dsp:cNvPr id="0" name=""/>
        <dsp:cNvSpPr/>
      </dsp:nvSpPr>
      <dsp:spPr>
        <a:xfrm>
          <a:off x="0" y="2555630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Full Control</a:t>
          </a:r>
          <a:r>
            <a:rPr lang="en-US" sz="1900" kern="1200"/>
            <a:t> – Complete authority over data, security, and configurations.</a:t>
          </a:r>
        </a:p>
      </dsp:txBody>
      <dsp:txXfrm>
        <a:off x="0" y="2555630"/>
        <a:ext cx="7216416" cy="851044"/>
      </dsp:txXfrm>
    </dsp:sp>
    <dsp:sp modelId="{DD280B36-F40D-42BB-8EC1-CFA9BB5B6DE0}">
      <dsp:nvSpPr>
        <dsp:cNvPr id="0" name=""/>
        <dsp:cNvSpPr/>
      </dsp:nvSpPr>
      <dsp:spPr>
        <a:xfrm>
          <a:off x="0" y="3406674"/>
          <a:ext cx="7216416" cy="0"/>
        </a:xfrm>
        <a:prstGeom prst="lin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02BAB-E5F2-44EA-A17C-789C07E09D90}">
      <dsp:nvSpPr>
        <dsp:cNvPr id="0" name=""/>
        <dsp:cNvSpPr/>
      </dsp:nvSpPr>
      <dsp:spPr>
        <a:xfrm>
          <a:off x="0" y="3406674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Customization</a:t>
          </a:r>
          <a:r>
            <a:rPr lang="en-US" sz="1900" kern="1200"/>
            <a:t> – Tailored infrastructure for specific business needs.</a:t>
          </a:r>
        </a:p>
      </dsp:txBody>
      <dsp:txXfrm>
        <a:off x="0" y="3406674"/>
        <a:ext cx="7216416" cy="851044"/>
      </dsp:txXfrm>
    </dsp:sp>
    <dsp:sp modelId="{D7762E8E-322D-44F8-A764-FA90AE9575A7}">
      <dsp:nvSpPr>
        <dsp:cNvPr id="0" name=""/>
        <dsp:cNvSpPr/>
      </dsp:nvSpPr>
      <dsp:spPr>
        <a:xfrm>
          <a:off x="0" y="4257719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4C55D-29F5-47D1-92FF-6EE9C6EFC9D7}">
      <dsp:nvSpPr>
        <dsp:cNvPr id="0" name=""/>
        <dsp:cNvSpPr/>
      </dsp:nvSpPr>
      <dsp:spPr>
        <a:xfrm>
          <a:off x="0" y="4257719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Compliance &amp; Security</a:t>
          </a:r>
          <a:r>
            <a:rPr lang="en-US" sz="1900" kern="1200"/>
            <a:t> – Essential for regulated industries (e.g., finance, healthcare).</a:t>
          </a:r>
        </a:p>
      </dsp:txBody>
      <dsp:txXfrm>
        <a:off x="0" y="4257719"/>
        <a:ext cx="7216416" cy="851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1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6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5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2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9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2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7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0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4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26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6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39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0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30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45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27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5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51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41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70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332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8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96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1" r:id="rId6"/>
    <p:sldLayoutId id="2147483767" r:id="rId7"/>
    <p:sldLayoutId id="2147483768" r:id="rId8"/>
    <p:sldLayoutId id="2147483769" r:id="rId9"/>
    <p:sldLayoutId id="2147483770" r:id="rId10"/>
    <p:sldLayoutId id="21474837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9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F9ADD8-3C69-B0DA-1F30-F74DB6325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96" r="-1" b="-1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F75F42-B803-4169-70A3-488813B2B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Detailed Comparison of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vs On-Premises IT Infrastructure</a:t>
            </a:r>
            <a:br>
              <a:rPr lang="en-US" sz="3600" b="1" dirty="0">
                <a:highlight>
                  <a:srgbClr val="000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600" b="1" i="0" dirty="0">
                <a:effectLst/>
                <a:highlight>
                  <a:srgbClr val="000000"/>
                </a:highlight>
                <a:latin typeface="-apple-system"/>
              </a:rPr>
            </a:br>
            <a:endParaRPr lang="en-US" sz="3600" dirty="0">
              <a:highlight>
                <a:srgbClr val="0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408E7-8140-A451-5609-83B87412C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b="1" dirty="0"/>
              <a:t>Key Differences and Benefits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60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6891E-EDEA-306A-F1C3-FFCC071A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/>
              <a:t>Cloud Infrastructure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A66D0BB-6FD3-BB3B-CE8E-7752CA2D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dirty="0"/>
              <a:t>Cloud infrastructure allows businesses to </a:t>
            </a:r>
            <a:r>
              <a:rPr lang="en-US" b="1" dirty="0"/>
              <a:t>consume IT resources</a:t>
            </a:r>
            <a:r>
              <a:rPr lang="en-US" dirty="0"/>
              <a:t> (compute, storage, networking, databases) without owning or managing physical hardware. </a:t>
            </a:r>
          </a:p>
          <a:p>
            <a:pPr>
              <a:lnSpc>
                <a:spcPct val="110000"/>
              </a:lnSpc>
              <a:buNone/>
            </a:pPr>
            <a:r>
              <a:rPr lang="en-US" dirty="0"/>
              <a:t>Instead, </a:t>
            </a:r>
            <a:r>
              <a:rPr lang="en-US" b="1" dirty="0"/>
              <a:t>cloud providers (AWS, Azure, GCP)</a:t>
            </a:r>
            <a:r>
              <a:rPr lang="en-US" dirty="0"/>
              <a:t> handle:</a:t>
            </a:r>
          </a:p>
          <a:p>
            <a:pPr>
              <a:lnSpc>
                <a:spcPct val="110000"/>
              </a:lnSpc>
            </a:pPr>
            <a:r>
              <a:rPr lang="en-US" b="1" dirty="0"/>
              <a:t>Deployment</a:t>
            </a:r>
            <a:r>
              <a:rPr lang="en-US" dirty="0"/>
              <a:t> – Buying, installing, and configuring infrastructure.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Management</a:t>
            </a:r>
            <a:r>
              <a:rPr lang="en-US" dirty="0"/>
              <a:t> – Updating, troubleshooting, and optimizing performance.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Security &amp; Compliance</a:t>
            </a:r>
            <a:r>
              <a:rPr lang="en-US" dirty="0"/>
              <a:t> – Implementing encryption, IAM, and regulatory frameworks.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26" name="Graphic 25" descr="Cloud Computing">
            <a:extLst>
              <a:ext uri="{FF2B5EF4-FFF2-40B4-BE49-F238E27FC236}">
                <a16:creationId xmlns:a16="http://schemas.microsoft.com/office/drawing/2014/main" id="{83C3348D-4260-04B5-0885-F5862E4E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32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D805C-3A2D-B55F-23A1-0870BFBCB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US" dirty="0"/>
              <a:t>As a Service (</a:t>
            </a:r>
            <a:r>
              <a:rPr lang="en-US" dirty="0" err="1"/>
              <a:t>aas</a:t>
            </a:r>
            <a:r>
              <a:rPr lang="en-US" dirty="0"/>
              <a:t>)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CE31DE44-36D8-8B61-FC92-32767314B4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41848" y="1371601"/>
          <a:ext cx="5888736" cy="4926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1AACBB7D-AD9D-52FC-B117-404F0EFE5B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280" y="3552264"/>
            <a:ext cx="2745660" cy="27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8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DD829-4D5F-D99F-900E-79AE4ADA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 b="1" dirty="0"/>
              <a:t>On-Premises IT Infrastructure</a:t>
            </a:r>
            <a:br>
              <a:rPr lang="en-US" sz="3600" b="1" dirty="0"/>
            </a:br>
            <a:endParaRPr lang="en-US" sz="36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F4E8F0A5-B956-9CA3-EF25-CCD7E699F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08083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211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78D5-C66F-8249-EF6F-0EAB2900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On-premises vs Cloud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C1813-D5AC-86EB-F5E9-B9C7820DD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564372"/>
          </a:xfrm>
        </p:spPr>
        <p:txBody>
          <a:bodyPr/>
          <a:lstStyle/>
          <a:p>
            <a:r>
              <a:rPr lang="en-US" dirty="0"/>
              <a:t>On-Premises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DFB56-0C0B-E04B-7A9A-A8E12EA7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851355"/>
            <a:ext cx="4937760" cy="36415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900" dirty="0"/>
              <a:t>Fully owned and managed by the company</a:t>
            </a:r>
          </a:p>
          <a:p>
            <a:pPr algn="just"/>
            <a:r>
              <a:rPr lang="en-US" sz="1900" dirty="0"/>
              <a:t>High upfront costs (CAPEX)</a:t>
            </a:r>
          </a:p>
          <a:p>
            <a:pPr algn="just"/>
            <a:r>
              <a:rPr lang="en-US" sz="1900" dirty="0"/>
              <a:t>Limited scalability; requires purchasing and setting up new hardware</a:t>
            </a:r>
          </a:p>
          <a:p>
            <a:pPr algn="just"/>
            <a:r>
              <a:rPr lang="en-US" sz="1900" dirty="0"/>
              <a:t>Fully controlled by the organization</a:t>
            </a:r>
          </a:p>
          <a:p>
            <a:pPr algn="just"/>
            <a:r>
              <a:rPr lang="en-US" sz="1900" dirty="0"/>
              <a:t>IT team handles updates, security, and troubleshooting</a:t>
            </a:r>
          </a:p>
          <a:p>
            <a:pPr algn="just"/>
            <a:r>
              <a:rPr lang="en-US" sz="1900" dirty="0"/>
              <a:t>Weeks to months (buying hardware, setup, and configuration)</a:t>
            </a:r>
          </a:p>
          <a:p>
            <a:pPr algn="just"/>
            <a:r>
              <a:rPr lang="en-US" sz="1900" dirty="0"/>
              <a:t>Requires setting up backups and DR sites</a:t>
            </a:r>
          </a:p>
          <a:p>
            <a:pPr algn="just"/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F0E05-52B1-760D-2D62-CDD4E4D12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564372"/>
          </a:xfrm>
        </p:spPr>
        <p:txBody>
          <a:bodyPr/>
          <a:lstStyle/>
          <a:p>
            <a:r>
              <a:rPr lang="en-US" dirty="0"/>
              <a:t>Cloud Infrastructure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D8117-DEAE-F963-C519-59F1AED52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2576051"/>
            <a:ext cx="4937760" cy="4090219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Managed by cloud providers (AWS, Azure, GCP)</a:t>
            </a:r>
          </a:p>
          <a:p>
            <a:pPr algn="just"/>
            <a:r>
              <a:rPr lang="en-US" sz="1600" dirty="0"/>
              <a:t>Pay-as-you-go (OPEX)</a:t>
            </a:r>
          </a:p>
          <a:p>
            <a:pPr algn="just"/>
            <a:r>
              <a:rPr lang="en-US" sz="1600" dirty="0"/>
              <a:t>Highly scalable; resources can be added or removed instantly</a:t>
            </a:r>
          </a:p>
          <a:p>
            <a:pPr algn="just"/>
            <a:r>
              <a:rPr lang="en-US" sz="1600" dirty="0"/>
              <a:t>Managed security with compliance and built-in security features</a:t>
            </a:r>
          </a:p>
          <a:p>
            <a:pPr algn="just"/>
            <a:r>
              <a:rPr lang="en-US" sz="1600" dirty="0"/>
              <a:t>Cloud provider manages updates and infrastructure</a:t>
            </a:r>
          </a:p>
          <a:p>
            <a:pPr algn="just"/>
            <a:r>
              <a:rPr lang="en-US" sz="1600" dirty="0"/>
              <a:t>Minutes to hours (provisioning resources in the cloud)</a:t>
            </a:r>
          </a:p>
          <a:p>
            <a:pPr algn="just"/>
            <a:r>
              <a:rPr lang="en-US" sz="1600" dirty="0"/>
              <a:t>Cloud providers offer built-in backup, redundancy, and failover solutions</a:t>
            </a:r>
          </a:p>
        </p:txBody>
      </p:sp>
    </p:spTree>
    <p:extLst>
      <p:ext uri="{BB962C8B-B14F-4D97-AF65-F5344CB8AC3E}">
        <p14:creationId xmlns:p14="http://schemas.microsoft.com/office/powerpoint/2010/main" val="284163586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386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-apple-system</vt:lpstr>
      <vt:lpstr>Arial</vt:lpstr>
      <vt:lpstr>Calibri</vt:lpstr>
      <vt:lpstr>Century Gothic</vt:lpstr>
      <vt:lpstr>Grandview Display</vt:lpstr>
      <vt:lpstr>DashVTI</vt:lpstr>
      <vt:lpstr>BrushVTI</vt:lpstr>
      <vt:lpstr>A Detailed Comparison of Cloud vs On-Premises IT Infrastructure  </vt:lpstr>
      <vt:lpstr>Cloud Infrastructure</vt:lpstr>
      <vt:lpstr>As a Service (aas)</vt:lpstr>
      <vt:lpstr>On-Premises IT Infrastructure </vt:lpstr>
      <vt:lpstr>On-premises vs Cloud Infrastructure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2</cp:revision>
  <dcterms:created xsi:type="dcterms:W3CDTF">2025-03-17T21:47:13Z</dcterms:created>
  <dcterms:modified xsi:type="dcterms:W3CDTF">2025-03-25T14:27:48Z</dcterms:modified>
</cp:coreProperties>
</file>