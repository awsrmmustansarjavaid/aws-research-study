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6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477415-B6BD-4F3D-9A7E-5CBAED3480F4}" type="doc">
      <dgm:prSet loTypeId="urn:microsoft.com/office/officeart/2005/8/layout/hierarchy1" loCatId="hierarchy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5503319-2D2D-4DA3-ACB8-9C0917502A22}">
      <dgm:prSet/>
      <dgm:spPr/>
      <dgm:t>
        <a:bodyPr/>
        <a:lstStyle/>
        <a:p>
          <a:r>
            <a:rPr lang="en-US" b="1"/>
            <a:t>Definition:</a:t>
          </a:r>
          <a:br>
            <a:rPr lang="en-US"/>
          </a:br>
          <a:r>
            <a:rPr lang="en-US"/>
            <a:t>Intermediate caching layer between Edge Locations and the Origin Server in CloudFront.</a:t>
          </a:r>
        </a:p>
      </dgm:t>
    </dgm:pt>
    <dgm:pt modelId="{4F11F7C0-8E00-4B2A-8A61-523DA1A348A8}" type="parTrans" cxnId="{5A45B36D-BEF6-43E9-82B4-614887439C0E}">
      <dgm:prSet/>
      <dgm:spPr/>
      <dgm:t>
        <a:bodyPr/>
        <a:lstStyle/>
        <a:p>
          <a:endParaRPr lang="en-US"/>
        </a:p>
      </dgm:t>
    </dgm:pt>
    <dgm:pt modelId="{FA11B935-5E45-458D-A533-8C6DBFC1EF89}" type="sibTrans" cxnId="{5A45B36D-BEF6-43E9-82B4-614887439C0E}">
      <dgm:prSet/>
      <dgm:spPr/>
      <dgm:t>
        <a:bodyPr/>
        <a:lstStyle/>
        <a:p>
          <a:endParaRPr lang="en-US"/>
        </a:p>
      </dgm:t>
    </dgm:pt>
    <dgm:pt modelId="{BB1794C8-BED0-4CA6-833D-2E68FC21DC8D}">
      <dgm:prSet/>
      <dgm:spPr/>
      <dgm:t>
        <a:bodyPr/>
        <a:lstStyle/>
        <a:p>
          <a:r>
            <a:rPr lang="en-US" b="1"/>
            <a:t>Purpose:</a:t>
          </a:r>
          <a:br>
            <a:rPr lang="en-US"/>
          </a:br>
          <a:r>
            <a:rPr lang="en-US"/>
            <a:t>Reduce origin load and improve cache efficiency.</a:t>
          </a:r>
        </a:p>
      </dgm:t>
    </dgm:pt>
    <dgm:pt modelId="{8678D0C9-4BFE-4D8C-8C09-4859D31FB28F}" type="parTrans" cxnId="{CD9D99E4-DFA5-4374-AC3E-BD5DC057727B}">
      <dgm:prSet/>
      <dgm:spPr/>
      <dgm:t>
        <a:bodyPr/>
        <a:lstStyle/>
        <a:p>
          <a:endParaRPr lang="en-US"/>
        </a:p>
      </dgm:t>
    </dgm:pt>
    <dgm:pt modelId="{8EE5BB58-C40F-4B30-9A1C-6FE23EC21431}" type="sibTrans" cxnId="{CD9D99E4-DFA5-4374-AC3E-BD5DC057727B}">
      <dgm:prSet/>
      <dgm:spPr/>
      <dgm:t>
        <a:bodyPr/>
        <a:lstStyle/>
        <a:p>
          <a:endParaRPr lang="en-US"/>
        </a:p>
      </dgm:t>
    </dgm:pt>
    <dgm:pt modelId="{CC9B49A6-6AE1-4358-9974-D674D573B87A}">
      <dgm:prSet/>
      <dgm:spPr/>
      <dgm:t>
        <a:bodyPr/>
        <a:lstStyle/>
        <a:p>
          <a:r>
            <a:rPr lang="en-US" b="1"/>
            <a:t>Function:</a:t>
          </a:r>
          <a:endParaRPr lang="en-US"/>
        </a:p>
      </dgm:t>
    </dgm:pt>
    <dgm:pt modelId="{4A524214-B2D4-4CC1-A8CC-04DD88162BA0}" type="parTrans" cxnId="{D2299E4A-0E42-4095-BC51-42D4D7289E0B}">
      <dgm:prSet/>
      <dgm:spPr/>
      <dgm:t>
        <a:bodyPr/>
        <a:lstStyle/>
        <a:p>
          <a:endParaRPr lang="en-US"/>
        </a:p>
      </dgm:t>
    </dgm:pt>
    <dgm:pt modelId="{F6BB31DA-3329-4913-B1A3-FA4826C7BFBD}" type="sibTrans" cxnId="{D2299E4A-0E42-4095-BC51-42D4D7289E0B}">
      <dgm:prSet/>
      <dgm:spPr/>
      <dgm:t>
        <a:bodyPr/>
        <a:lstStyle/>
        <a:p>
          <a:endParaRPr lang="en-US"/>
        </a:p>
      </dgm:t>
    </dgm:pt>
    <dgm:pt modelId="{E272D9B6-E810-4EF4-81F3-3D4F08040172}">
      <dgm:prSet/>
      <dgm:spPr/>
      <dgm:t>
        <a:bodyPr/>
        <a:lstStyle/>
        <a:p>
          <a:r>
            <a:rPr lang="en-US"/>
            <a:t>Edge Location checks cache if miss request goes to Regional Edge Location.</a:t>
          </a:r>
        </a:p>
      </dgm:t>
    </dgm:pt>
    <dgm:pt modelId="{5B4F99C9-D5FE-4E98-BB25-C5337C4D1939}" type="parTrans" cxnId="{9DE326C0-4BB9-42E9-826F-E43BE3606906}">
      <dgm:prSet/>
      <dgm:spPr/>
      <dgm:t>
        <a:bodyPr/>
        <a:lstStyle/>
        <a:p>
          <a:endParaRPr lang="en-US"/>
        </a:p>
      </dgm:t>
    </dgm:pt>
    <dgm:pt modelId="{668CB756-4E13-4128-9F4A-E0E8051B4475}" type="sibTrans" cxnId="{9DE326C0-4BB9-42E9-826F-E43BE3606906}">
      <dgm:prSet/>
      <dgm:spPr/>
      <dgm:t>
        <a:bodyPr/>
        <a:lstStyle/>
        <a:p>
          <a:endParaRPr lang="en-US"/>
        </a:p>
      </dgm:t>
    </dgm:pt>
    <dgm:pt modelId="{A4E949A6-DA4D-4F27-A722-67E20525BE17}">
      <dgm:prSet/>
      <dgm:spPr/>
      <dgm:t>
        <a:bodyPr/>
        <a:lstStyle/>
        <a:p>
          <a:r>
            <a:rPr lang="en-US"/>
            <a:t>If data found returned immediately.</a:t>
          </a:r>
        </a:p>
      </dgm:t>
    </dgm:pt>
    <dgm:pt modelId="{65DE2814-0867-4168-8EC1-372D8865552D}" type="parTrans" cxnId="{1BC22707-8236-4026-938B-075B0C8D5AA7}">
      <dgm:prSet/>
      <dgm:spPr/>
      <dgm:t>
        <a:bodyPr/>
        <a:lstStyle/>
        <a:p>
          <a:endParaRPr lang="en-US"/>
        </a:p>
      </dgm:t>
    </dgm:pt>
    <dgm:pt modelId="{0C65ECC6-07C2-4448-A47D-E7ACC3CF132C}" type="sibTrans" cxnId="{1BC22707-8236-4026-938B-075B0C8D5AA7}">
      <dgm:prSet/>
      <dgm:spPr/>
      <dgm:t>
        <a:bodyPr/>
        <a:lstStyle/>
        <a:p>
          <a:endParaRPr lang="en-US"/>
        </a:p>
      </dgm:t>
    </dgm:pt>
    <dgm:pt modelId="{BDE46BB8-BDFC-43C2-A3CD-5FC68880B511}">
      <dgm:prSet/>
      <dgm:spPr/>
      <dgm:t>
        <a:bodyPr/>
        <a:lstStyle/>
        <a:p>
          <a:r>
            <a:rPr lang="en-US"/>
            <a:t>If not fetched from origin, cached, and passed back.</a:t>
          </a:r>
        </a:p>
      </dgm:t>
    </dgm:pt>
    <dgm:pt modelId="{3511E2DB-C562-4CBE-8BC2-62498C7EB974}" type="parTrans" cxnId="{D648DBD9-5D1B-4CE1-AD82-D009A0811F65}">
      <dgm:prSet/>
      <dgm:spPr/>
      <dgm:t>
        <a:bodyPr/>
        <a:lstStyle/>
        <a:p>
          <a:endParaRPr lang="en-US"/>
        </a:p>
      </dgm:t>
    </dgm:pt>
    <dgm:pt modelId="{4EB61C64-D691-4D08-A9A2-2DAB005A705A}" type="sibTrans" cxnId="{D648DBD9-5D1B-4CE1-AD82-D009A0811F65}">
      <dgm:prSet/>
      <dgm:spPr/>
      <dgm:t>
        <a:bodyPr/>
        <a:lstStyle/>
        <a:p>
          <a:endParaRPr lang="en-US"/>
        </a:p>
      </dgm:t>
    </dgm:pt>
    <dgm:pt modelId="{8E5C141E-0CB8-4CC6-A34A-AA2ED12AABA9}" type="pres">
      <dgm:prSet presAssocID="{30477415-B6BD-4F3D-9A7E-5CBAED3480F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ADB9AD9-B8F6-492C-AAD7-A4933601B875}" type="pres">
      <dgm:prSet presAssocID="{75503319-2D2D-4DA3-ACB8-9C0917502A22}" presName="hierRoot1" presStyleCnt="0"/>
      <dgm:spPr/>
    </dgm:pt>
    <dgm:pt modelId="{E342F148-E176-4460-B0A7-033AEB96DDB3}" type="pres">
      <dgm:prSet presAssocID="{75503319-2D2D-4DA3-ACB8-9C0917502A22}" presName="composite" presStyleCnt="0"/>
      <dgm:spPr/>
    </dgm:pt>
    <dgm:pt modelId="{2D6C08E2-8397-4EEC-9AFB-055BD054DA0F}" type="pres">
      <dgm:prSet presAssocID="{75503319-2D2D-4DA3-ACB8-9C0917502A22}" presName="background" presStyleLbl="node0" presStyleIdx="0" presStyleCnt="3"/>
      <dgm:spPr/>
    </dgm:pt>
    <dgm:pt modelId="{E4F8FD1B-80BE-4CD1-B27F-893414AF68B7}" type="pres">
      <dgm:prSet presAssocID="{75503319-2D2D-4DA3-ACB8-9C0917502A22}" presName="text" presStyleLbl="fgAcc0" presStyleIdx="0" presStyleCnt="3">
        <dgm:presLayoutVars>
          <dgm:chPref val="3"/>
        </dgm:presLayoutVars>
      </dgm:prSet>
      <dgm:spPr/>
    </dgm:pt>
    <dgm:pt modelId="{CDEA044B-A57C-468E-B672-C8E58B80165F}" type="pres">
      <dgm:prSet presAssocID="{75503319-2D2D-4DA3-ACB8-9C0917502A22}" presName="hierChild2" presStyleCnt="0"/>
      <dgm:spPr/>
    </dgm:pt>
    <dgm:pt modelId="{BB548C24-6AF1-47F7-A608-CD7C130FEB47}" type="pres">
      <dgm:prSet presAssocID="{BB1794C8-BED0-4CA6-833D-2E68FC21DC8D}" presName="hierRoot1" presStyleCnt="0"/>
      <dgm:spPr/>
    </dgm:pt>
    <dgm:pt modelId="{DFE07F52-41D5-446F-B499-272783F37448}" type="pres">
      <dgm:prSet presAssocID="{BB1794C8-BED0-4CA6-833D-2E68FC21DC8D}" presName="composite" presStyleCnt="0"/>
      <dgm:spPr/>
    </dgm:pt>
    <dgm:pt modelId="{D6DA79F0-0542-485E-B76F-98BBE6C339DC}" type="pres">
      <dgm:prSet presAssocID="{BB1794C8-BED0-4CA6-833D-2E68FC21DC8D}" presName="background" presStyleLbl="node0" presStyleIdx="1" presStyleCnt="3"/>
      <dgm:spPr/>
    </dgm:pt>
    <dgm:pt modelId="{796EF6DE-8919-433A-95EE-193BA9F21DC3}" type="pres">
      <dgm:prSet presAssocID="{BB1794C8-BED0-4CA6-833D-2E68FC21DC8D}" presName="text" presStyleLbl="fgAcc0" presStyleIdx="1" presStyleCnt="3">
        <dgm:presLayoutVars>
          <dgm:chPref val="3"/>
        </dgm:presLayoutVars>
      </dgm:prSet>
      <dgm:spPr/>
    </dgm:pt>
    <dgm:pt modelId="{419D8EC6-E63A-47AE-85E0-FA4E482EFE07}" type="pres">
      <dgm:prSet presAssocID="{BB1794C8-BED0-4CA6-833D-2E68FC21DC8D}" presName="hierChild2" presStyleCnt="0"/>
      <dgm:spPr/>
    </dgm:pt>
    <dgm:pt modelId="{67DA6BDC-521B-4591-A201-D0101EE6E877}" type="pres">
      <dgm:prSet presAssocID="{CC9B49A6-6AE1-4358-9974-D674D573B87A}" presName="hierRoot1" presStyleCnt="0"/>
      <dgm:spPr/>
    </dgm:pt>
    <dgm:pt modelId="{71AE2DA2-38AB-463B-B59F-14EFD39B8CA9}" type="pres">
      <dgm:prSet presAssocID="{CC9B49A6-6AE1-4358-9974-D674D573B87A}" presName="composite" presStyleCnt="0"/>
      <dgm:spPr/>
    </dgm:pt>
    <dgm:pt modelId="{170656DF-1B64-4FBD-A6A9-ABFBCF4F1F42}" type="pres">
      <dgm:prSet presAssocID="{CC9B49A6-6AE1-4358-9974-D674D573B87A}" presName="background" presStyleLbl="node0" presStyleIdx="2" presStyleCnt="3"/>
      <dgm:spPr/>
    </dgm:pt>
    <dgm:pt modelId="{BF9C08A7-FC55-4D56-9250-C654A1D926C1}" type="pres">
      <dgm:prSet presAssocID="{CC9B49A6-6AE1-4358-9974-D674D573B87A}" presName="text" presStyleLbl="fgAcc0" presStyleIdx="2" presStyleCnt="3">
        <dgm:presLayoutVars>
          <dgm:chPref val="3"/>
        </dgm:presLayoutVars>
      </dgm:prSet>
      <dgm:spPr/>
    </dgm:pt>
    <dgm:pt modelId="{A6C4ECE1-18F1-4088-9491-038C7E86A4C2}" type="pres">
      <dgm:prSet presAssocID="{CC9B49A6-6AE1-4358-9974-D674D573B87A}" presName="hierChild2" presStyleCnt="0"/>
      <dgm:spPr/>
    </dgm:pt>
    <dgm:pt modelId="{160BAADF-7055-430F-B45F-21B9AAD67C82}" type="pres">
      <dgm:prSet presAssocID="{5B4F99C9-D5FE-4E98-BB25-C5337C4D1939}" presName="Name10" presStyleLbl="parChTrans1D2" presStyleIdx="0" presStyleCnt="3"/>
      <dgm:spPr/>
    </dgm:pt>
    <dgm:pt modelId="{4C3767D4-41A5-460B-9A52-AB6D2CA1AAB7}" type="pres">
      <dgm:prSet presAssocID="{E272D9B6-E810-4EF4-81F3-3D4F08040172}" presName="hierRoot2" presStyleCnt="0"/>
      <dgm:spPr/>
    </dgm:pt>
    <dgm:pt modelId="{3C8D5463-97E7-4C0B-8465-AF926C113966}" type="pres">
      <dgm:prSet presAssocID="{E272D9B6-E810-4EF4-81F3-3D4F08040172}" presName="composite2" presStyleCnt="0"/>
      <dgm:spPr/>
    </dgm:pt>
    <dgm:pt modelId="{9CB71138-409D-4F14-850F-F974DF0904C9}" type="pres">
      <dgm:prSet presAssocID="{E272D9B6-E810-4EF4-81F3-3D4F08040172}" presName="background2" presStyleLbl="node2" presStyleIdx="0" presStyleCnt="3"/>
      <dgm:spPr/>
    </dgm:pt>
    <dgm:pt modelId="{957ACDCF-1A9B-4E16-A48F-CF5265576E05}" type="pres">
      <dgm:prSet presAssocID="{E272D9B6-E810-4EF4-81F3-3D4F08040172}" presName="text2" presStyleLbl="fgAcc2" presStyleIdx="0" presStyleCnt="3">
        <dgm:presLayoutVars>
          <dgm:chPref val="3"/>
        </dgm:presLayoutVars>
      </dgm:prSet>
      <dgm:spPr/>
    </dgm:pt>
    <dgm:pt modelId="{11ADA426-9A1B-42CF-B47C-2EA2BC56EF65}" type="pres">
      <dgm:prSet presAssocID="{E272D9B6-E810-4EF4-81F3-3D4F08040172}" presName="hierChild3" presStyleCnt="0"/>
      <dgm:spPr/>
    </dgm:pt>
    <dgm:pt modelId="{870C9894-7E9D-4073-9072-013A508A0816}" type="pres">
      <dgm:prSet presAssocID="{65DE2814-0867-4168-8EC1-372D8865552D}" presName="Name10" presStyleLbl="parChTrans1D2" presStyleIdx="1" presStyleCnt="3"/>
      <dgm:spPr/>
    </dgm:pt>
    <dgm:pt modelId="{C240D5D1-02D9-4EC8-97D0-F06873F6E317}" type="pres">
      <dgm:prSet presAssocID="{A4E949A6-DA4D-4F27-A722-67E20525BE17}" presName="hierRoot2" presStyleCnt="0"/>
      <dgm:spPr/>
    </dgm:pt>
    <dgm:pt modelId="{B7125DEA-FFEB-4F27-B0CB-3F0A37D864EA}" type="pres">
      <dgm:prSet presAssocID="{A4E949A6-DA4D-4F27-A722-67E20525BE17}" presName="composite2" presStyleCnt="0"/>
      <dgm:spPr/>
    </dgm:pt>
    <dgm:pt modelId="{EB32FB0A-871E-410B-AF27-0A2420906868}" type="pres">
      <dgm:prSet presAssocID="{A4E949A6-DA4D-4F27-A722-67E20525BE17}" presName="background2" presStyleLbl="node2" presStyleIdx="1" presStyleCnt="3"/>
      <dgm:spPr/>
    </dgm:pt>
    <dgm:pt modelId="{DC15D54C-6765-4F9D-9B62-C267BB2A9427}" type="pres">
      <dgm:prSet presAssocID="{A4E949A6-DA4D-4F27-A722-67E20525BE17}" presName="text2" presStyleLbl="fgAcc2" presStyleIdx="1" presStyleCnt="3">
        <dgm:presLayoutVars>
          <dgm:chPref val="3"/>
        </dgm:presLayoutVars>
      </dgm:prSet>
      <dgm:spPr/>
    </dgm:pt>
    <dgm:pt modelId="{C8668E35-DD8F-4F26-BF88-FBFD0FC8E468}" type="pres">
      <dgm:prSet presAssocID="{A4E949A6-DA4D-4F27-A722-67E20525BE17}" presName="hierChild3" presStyleCnt="0"/>
      <dgm:spPr/>
    </dgm:pt>
    <dgm:pt modelId="{F1EE187A-A0F2-4192-B0D2-427E9210024C}" type="pres">
      <dgm:prSet presAssocID="{3511E2DB-C562-4CBE-8BC2-62498C7EB974}" presName="Name10" presStyleLbl="parChTrans1D2" presStyleIdx="2" presStyleCnt="3"/>
      <dgm:spPr/>
    </dgm:pt>
    <dgm:pt modelId="{BFC9D6E5-3789-4B20-8DD7-E034ACB0E2E7}" type="pres">
      <dgm:prSet presAssocID="{BDE46BB8-BDFC-43C2-A3CD-5FC68880B511}" presName="hierRoot2" presStyleCnt="0"/>
      <dgm:spPr/>
    </dgm:pt>
    <dgm:pt modelId="{074A461F-C0C3-4FF5-ABF3-3888BBF1E59B}" type="pres">
      <dgm:prSet presAssocID="{BDE46BB8-BDFC-43C2-A3CD-5FC68880B511}" presName="composite2" presStyleCnt="0"/>
      <dgm:spPr/>
    </dgm:pt>
    <dgm:pt modelId="{C4A976F1-9316-4FB9-93C6-5810AC05EA90}" type="pres">
      <dgm:prSet presAssocID="{BDE46BB8-BDFC-43C2-A3CD-5FC68880B511}" presName="background2" presStyleLbl="node2" presStyleIdx="2" presStyleCnt="3"/>
      <dgm:spPr/>
    </dgm:pt>
    <dgm:pt modelId="{3DFAAAB2-BC5D-4AF2-9E0F-0726C03F5ECD}" type="pres">
      <dgm:prSet presAssocID="{BDE46BB8-BDFC-43C2-A3CD-5FC68880B511}" presName="text2" presStyleLbl="fgAcc2" presStyleIdx="2" presStyleCnt="3">
        <dgm:presLayoutVars>
          <dgm:chPref val="3"/>
        </dgm:presLayoutVars>
      </dgm:prSet>
      <dgm:spPr/>
    </dgm:pt>
    <dgm:pt modelId="{81B9824C-0EA4-4E92-8FB9-A0BE7D049EF2}" type="pres">
      <dgm:prSet presAssocID="{BDE46BB8-BDFC-43C2-A3CD-5FC68880B511}" presName="hierChild3" presStyleCnt="0"/>
      <dgm:spPr/>
    </dgm:pt>
  </dgm:ptLst>
  <dgm:cxnLst>
    <dgm:cxn modelId="{1BC22707-8236-4026-938B-075B0C8D5AA7}" srcId="{CC9B49A6-6AE1-4358-9974-D674D573B87A}" destId="{A4E949A6-DA4D-4F27-A722-67E20525BE17}" srcOrd="1" destOrd="0" parTransId="{65DE2814-0867-4168-8EC1-372D8865552D}" sibTransId="{0C65ECC6-07C2-4448-A47D-E7ACC3CF132C}"/>
    <dgm:cxn modelId="{7A88440B-DC00-4220-83A4-E2BE02294D3C}" type="presOf" srcId="{CC9B49A6-6AE1-4358-9974-D674D573B87A}" destId="{BF9C08A7-FC55-4D56-9250-C654A1D926C1}" srcOrd="0" destOrd="0" presId="urn:microsoft.com/office/officeart/2005/8/layout/hierarchy1"/>
    <dgm:cxn modelId="{6BE91F1C-937D-4604-A51E-E1A25C279916}" type="presOf" srcId="{5B4F99C9-D5FE-4E98-BB25-C5337C4D1939}" destId="{160BAADF-7055-430F-B45F-21B9AAD67C82}" srcOrd="0" destOrd="0" presId="urn:microsoft.com/office/officeart/2005/8/layout/hierarchy1"/>
    <dgm:cxn modelId="{0912E527-B9B1-43AC-8E0C-14B977F58342}" type="presOf" srcId="{A4E949A6-DA4D-4F27-A722-67E20525BE17}" destId="{DC15D54C-6765-4F9D-9B62-C267BB2A9427}" srcOrd="0" destOrd="0" presId="urn:microsoft.com/office/officeart/2005/8/layout/hierarchy1"/>
    <dgm:cxn modelId="{46D0CD42-92A6-4F7E-98F4-A4416FE8C0AA}" type="presOf" srcId="{BDE46BB8-BDFC-43C2-A3CD-5FC68880B511}" destId="{3DFAAAB2-BC5D-4AF2-9E0F-0726C03F5ECD}" srcOrd="0" destOrd="0" presId="urn:microsoft.com/office/officeart/2005/8/layout/hierarchy1"/>
    <dgm:cxn modelId="{30A7D463-F28C-40DD-8F25-6B2234E16D44}" type="presOf" srcId="{3511E2DB-C562-4CBE-8BC2-62498C7EB974}" destId="{F1EE187A-A0F2-4192-B0D2-427E9210024C}" srcOrd="0" destOrd="0" presId="urn:microsoft.com/office/officeart/2005/8/layout/hierarchy1"/>
    <dgm:cxn modelId="{D2299E4A-0E42-4095-BC51-42D4D7289E0B}" srcId="{30477415-B6BD-4F3D-9A7E-5CBAED3480F4}" destId="{CC9B49A6-6AE1-4358-9974-D674D573B87A}" srcOrd="2" destOrd="0" parTransId="{4A524214-B2D4-4CC1-A8CC-04DD88162BA0}" sibTransId="{F6BB31DA-3329-4913-B1A3-FA4826C7BFBD}"/>
    <dgm:cxn modelId="{5A45B36D-BEF6-43E9-82B4-614887439C0E}" srcId="{30477415-B6BD-4F3D-9A7E-5CBAED3480F4}" destId="{75503319-2D2D-4DA3-ACB8-9C0917502A22}" srcOrd="0" destOrd="0" parTransId="{4F11F7C0-8E00-4B2A-8A61-523DA1A348A8}" sibTransId="{FA11B935-5E45-458D-A533-8C6DBFC1EF89}"/>
    <dgm:cxn modelId="{D26C9F4F-E347-4126-804B-A363526C7456}" type="presOf" srcId="{E272D9B6-E810-4EF4-81F3-3D4F08040172}" destId="{957ACDCF-1A9B-4E16-A48F-CF5265576E05}" srcOrd="0" destOrd="0" presId="urn:microsoft.com/office/officeart/2005/8/layout/hierarchy1"/>
    <dgm:cxn modelId="{80614475-6509-419E-9086-F0F4661C73C2}" type="presOf" srcId="{30477415-B6BD-4F3D-9A7E-5CBAED3480F4}" destId="{8E5C141E-0CB8-4CC6-A34A-AA2ED12AABA9}" srcOrd="0" destOrd="0" presId="urn:microsoft.com/office/officeart/2005/8/layout/hierarchy1"/>
    <dgm:cxn modelId="{E9456D8A-4076-47CD-9A5F-4A577F516354}" type="presOf" srcId="{75503319-2D2D-4DA3-ACB8-9C0917502A22}" destId="{E4F8FD1B-80BE-4CD1-B27F-893414AF68B7}" srcOrd="0" destOrd="0" presId="urn:microsoft.com/office/officeart/2005/8/layout/hierarchy1"/>
    <dgm:cxn modelId="{5D7C3996-88C9-4684-A673-C8FF048CE965}" type="presOf" srcId="{65DE2814-0867-4168-8EC1-372D8865552D}" destId="{870C9894-7E9D-4073-9072-013A508A0816}" srcOrd="0" destOrd="0" presId="urn:microsoft.com/office/officeart/2005/8/layout/hierarchy1"/>
    <dgm:cxn modelId="{9DE326C0-4BB9-42E9-826F-E43BE3606906}" srcId="{CC9B49A6-6AE1-4358-9974-D674D573B87A}" destId="{E272D9B6-E810-4EF4-81F3-3D4F08040172}" srcOrd="0" destOrd="0" parTransId="{5B4F99C9-D5FE-4E98-BB25-C5337C4D1939}" sibTransId="{668CB756-4E13-4128-9F4A-E0E8051B4475}"/>
    <dgm:cxn modelId="{C7192EC4-BEE2-4443-86C8-57C99AE384A4}" type="presOf" srcId="{BB1794C8-BED0-4CA6-833D-2E68FC21DC8D}" destId="{796EF6DE-8919-433A-95EE-193BA9F21DC3}" srcOrd="0" destOrd="0" presId="urn:microsoft.com/office/officeart/2005/8/layout/hierarchy1"/>
    <dgm:cxn modelId="{D648DBD9-5D1B-4CE1-AD82-D009A0811F65}" srcId="{CC9B49A6-6AE1-4358-9974-D674D573B87A}" destId="{BDE46BB8-BDFC-43C2-A3CD-5FC68880B511}" srcOrd="2" destOrd="0" parTransId="{3511E2DB-C562-4CBE-8BC2-62498C7EB974}" sibTransId="{4EB61C64-D691-4D08-A9A2-2DAB005A705A}"/>
    <dgm:cxn modelId="{CD9D99E4-DFA5-4374-AC3E-BD5DC057727B}" srcId="{30477415-B6BD-4F3D-9A7E-5CBAED3480F4}" destId="{BB1794C8-BED0-4CA6-833D-2E68FC21DC8D}" srcOrd="1" destOrd="0" parTransId="{8678D0C9-4BFE-4D8C-8C09-4859D31FB28F}" sibTransId="{8EE5BB58-C40F-4B30-9A1C-6FE23EC21431}"/>
    <dgm:cxn modelId="{755DA319-442A-475F-A80C-7FAE06344977}" type="presParOf" srcId="{8E5C141E-0CB8-4CC6-A34A-AA2ED12AABA9}" destId="{4ADB9AD9-B8F6-492C-AAD7-A4933601B875}" srcOrd="0" destOrd="0" presId="urn:microsoft.com/office/officeart/2005/8/layout/hierarchy1"/>
    <dgm:cxn modelId="{AEB30CDA-FD88-46FC-89A0-5452387193BB}" type="presParOf" srcId="{4ADB9AD9-B8F6-492C-AAD7-A4933601B875}" destId="{E342F148-E176-4460-B0A7-033AEB96DDB3}" srcOrd="0" destOrd="0" presId="urn:microsoft.com/office/officeart/2005/8/layout/hierarchy1"/>
    <dgm:cxn modelId="{24702EA8-D31D-4F3F-817E-199498DCA83D}" type="presParOf" srcId="{E342F148-E176-4460-B0A7-033AEB96DDB3}" destId="{2D6C08E2-8397-4EEC-9AFB-055BD054DA0F}" srcOrd="0" destOrd="0" presId="urn:microsoft.com/office/officeart/2005/8/layout/hierarchy1"/>
    <dgm:cxn modelId="{69A40C86-2E06-4962-9081-7B6A7262BB63}" type="presParOf" srcId="{E342F148-E176-4460-B0A7-033AEB96DDB3}" destId="{E4F8FD1B-80BE-4CD1-B27F-893414AF68B7}" srcOrd="1" destOrd="0" presId="urn:microsoft.com/office/officeart/2005/8/layout/hierarchy1"/>
    <dgm:cxn modelId="{E17BD313-5814-41B9-B61C-DF56541FFB83}" type="presParOf" srcId="{4ADB9AD9-B8F6-492C-AAD7-A4933601B875}" destId="{CDEA044B-A57C-468E-B672-C8E58B80165F}" srcOrd="1" destOrd="0" presId="urn:microsoft.com/office/officeart/2005/8/layout/hierarchy1"/>
    <dgm:cxn modelId="{A820BCD3-780D-4389-8628-123598C1D9A7}" type="presParOf" srcId="{8E5C141E-0CB8-4CC6-A34A-AA2ED12AABA9}" destId="{BB548C24-6AF1-47F7-A608-CD7C130FEB47}" srcOrd="1" destOrd="0" presId="urn:microsoft.com/office/officeart/2005/8/layout/hierarchy1"/>
    <dgm:cxn modelId="{F234F3C7-0781-4B0F-BEDC-2CB2D8F0C2CD}" type="presParOf" srcId="{BB548C24-6AF1-47F7-A608-CD7C130FEB47}" destId="{DFE07F52-41D5-446F-B499-272783F37448}" srcOrd="0" destOrd="0" presId="urn:microsoft.com/office/officeart/2005/8/layout/hierarchy1"/>
    <dgm:cxn modelId="{FC503EC5-E5B0-4D8D-9FF7-5A083DEAD802}" type="presParOf" srcId="{DFE07F52-41D5-446F-B499-272783F37448}" destId="{D6DA79F0-0542-485E-B76F-98BBE6C339DC}" srcOrd="0" destOrd="0" presId="urn:microsoft.com/office/officeart/2005/8/layout/hierarchy1"/>
    <dgm:cxn modelId="{95D010EF-E328-4434-B66C-182E73E55647}" type="presParOf" srcId="{DFE07F52-41D5-446F-B499-272783F37448}" destId="{796EF6DE-8919-433A-95EE-193BA9F21DC3}" srcOrd="1" destOrd="0" presId="urn:microsoft.com/office/officeart/2005/8/layout/hierarchy1"/>
    <dgm:cxn modelId="{1A0BBFF0-A076-402C-A223-70223B84E041}" type="presParOf" srcId="{BB548C24-6AF1-47F7-A608-CD7C130FEB47}" destId="{419D8EC6-E63A-47AE-85E0-FA4E482EFE07}" srcOrd="1" destOrd="0" presId="urn:microsoft.com/office/officeart/2005/8/layout/hierarchy1"/>
    <dgm:cxn modelId="{30137ED2-9715-4528-96A7-ED15DC0781A4}" type="presParOf" srcId="{8E5C141E-0CB8-4CC6-A34A-AA2ED12AABA9}" destId="{67DA6BDC-521B-4591-A201-D0101EE6E877}" srcOrd="2" destOrd="0" presId="urn:microsoft.com/office/officeart/2005/8/layout/hierarchy1"/>
    <dgm:cxn modelId="{9D4C56F0-D4B8-43FB-8DA5-0E15E1E2FE5C}" type="presParOf" srcId="{67DA6BDC-521B-4591-A201-D0101EE6E877}" destId="{71AE2DA2-38AB-463B-B59F-14EFD39B8CA9}" srcOrd="0" destOrd="0" presId="urn:microsoft.com/office/officeart/2005/8/layout/hierarchy1"/>
    <dgm:cxn modelId="{9BA3D484-A743-4E55-B85F-7F20B527F55B}" type="presParOf" srcId="{71AE2DA2-38AB-463B-B59F-14EFD39B8CA9}" destId="{170656DF-1B64-4FBD-A6A9-ABFBCF4F1F42}" srcOrd="0" destOrd="0" presId="urn:microsoft.com/office/officeart/2005/8/layout/hierarchy1"/>
    <dgm:cxn modelId="{A0E28E40-247A-4DD6-BD0C-3A4AA04E8967}" type="presParOf" srcId="{71AE2DA2-38AB-463B-B59F-14EFD39B8CA9}" destId="{BF9C08A7-FC55-4D56-9250-C654A1D926C1}" srcOrd="1" destOrd="0" presId="urn:microsoft.com/office/officeart/2005/8/layout/hierarchy1"/>
    <dgm:cxn modelId="{53954FCB-DFB5-4527-9F7B-061CC1DF1ADB}" type="presParOf" srcId="{67DA6BDC-521B-4591-A201-D0101EE6E877}" destId="{A6C4ECE1-18F1-4088-9491-038C7E86A4C2}" srcOrd="1" destOrd="0" presId="urn:microsoft.com/office/officeart/2005/8/layout/hierarchy1"/>
    <dgm:cxn modelId="{2FF53162-80A9-457F-B8F6-9A1196E82E0A}" type="presParOf" srcId="{A6C4ECE1-18F1-4088-9491-038C7E86A4C2}" destId="{160BAADF-7055-430F-B45F-21B9AAD67C82}" srcOrd="0" destOrd="0" presId="urn:microsoft.com/office/officeart/2005/8/layout/hierarchy1"/>
    <dgm:cxn modelId="{72E696E4-8B7B-4E1C-A3BE-56E200C803BB}" type="presParOf" srcId="{A6C4ECE1-18F1-4088-9491-038C7E86A4C2}" destId="{4C3767D4-41A5-460B-9A52-AB6D2CA1AAB7}" srcOrd="1" destOrd="0" presId="urn:microsoft.com/office/officeart/2005/8/layout/hierarchy1"/>
    <dgm:cxn modelId="{A85C7063-7071-42C8-B78D-95AE5AB1D5A0}" type="presParOf" srcId="{4C3767D4-41A5-460B-9A52-AB6D2CA1AAB7}" destId="{3C8D5463-97E7-4C0B-8465-AF926C113966}" srcOrd="0" destOrd="0" presId="urn:microsoft.com/office/officeart/2005/8/layout/hierarchy1"/>
    <dgm:cxn modelId="{0350D817-A147-497E-AD95-05773EAFA008}" type="presParOf" srcId="{3C8D5463-97E7-4C0B-8465-AF926C113966}" destId="{9CB71138-409D-4F14-850F-F974DF0904C9}" srcOrd="0" destOrd="0" presId="urn:microsoft.com/office/officeart/2005/8/layout/hierarchy1"/>
    <dgm:cxn modelId="{B58D3491-871A-41C4-B682-A1F60C333FA8}" type="presParOf" srcId="{3C8D5463-97E7-4C0B-8465-AF926C113966}" destId="{957ACDCF-1A9B-4E16-A48F-CF5265576E05}" srcOrd="1" destOrd="0" presId="urn:microsoft.com/office/officeart/2005/8/layout/hierarchy1"/>
    <dgm:cxn modelId="{53DF08E8-C18A-48F1-9776-6AF035AF2D67}" type="presParOf" srcId="{4C3767D4-41A5-460B-9A52-AB6D2CA1AAB7}" destId="{11ADA426-9A1B-42CF-B47C-2EA2BC56EF65}" srcOrd="1" destOrd="0" presId="urn:microsoft.com/office/officeart/2005/8/layout/hierarchy1"/>
    <dgm:cxn modelId="{250B31D9-3CA7-4E39-BEC8-54984F34FF20}" type="presParOf" srcId="{A6C4ECE1-18F1-4088-9491-038C7E86A4C2}" destId="{870C9894-7E9D-4073-9072-013A508A0816}" srcOrd="2" destOrd="0" presId="urn:microsoft.com/office/officeart/2005/8/layout/hierarchy1"/>
    <dgm:cxn modelId="{1EEAFB5D-B484-4C47-817C-25ACFE4E11C9}" type="presParOf" srcId="{A6C4ECE1-18F1-4088-9491-038C7E86A4C2}" destId="{C240D5D1-02D9-4EC8-97D0-F06873F6E317}" srcOrd="3" destOrd="0" presId="urn:microsoft.com/office/officeart/2005/8/layout/hierarchy1"/>
    <dgm:cxn modelId="{D9BAD901-19C0-4676-8681-772CE757356C}" type="presParOf" srcId="{C240D5D1-02D9-4EC8-97D0-F06873F6E317}" destId="{B7125DEA-FFEB-4F27-B0CB-3F0A37D864EA}" srcOrd="0" destOrd="0" presId="urn:microsoft.com/office/officeart/2005/8/layout/hierarchy1"/>
    <dgm:cxn modelId="{7837927E-99FE-477A-8CA5-ED6343EF728C}" type="presParOf" srcId="{B7125DEA-FFEB-4F27-B0CB-3F0A37D864EA}" destId="{EB32FB0A-871E-410B-AF27-0A2420906868}" srcOrd="0" destOrd="0" presId="urn:microsoft.com/office/officeart/2005/8/layout/hierarchy1"/>
    <dgm:cxn modelId="{164B442B-0BD9-493C-ADA9-A1E10FD257F7}" type="presParOf" srcId="{B7125DEA-FFEB-4F27-B0CB-3F0A37D864EA}" destId="{DC15D54C-6765-4F9D-9B62-C267BB2A9427}" srcOrd="1" destOrd="0" presId="urn:microsoft.com/office/officeart/2005/8/layout/hierarchy1"/>
    <dgm:cxn modelId="{A8B3705B-DDBF-4D8E-B929-75F32AA3AA49}" type="presParOf" srcId="{C240D5D1-02D9-4EC8-97D0-F06873F6E317}" destId="{C8668E35-DD8F-4F26-BF88-FBFD0FC8E468}" srcOrd="1" destOrd="0" presId="urn:microsoft.com/office/officeart/2005/8/layout/hierarchy1"/>
    <dgm:cxn modelId="{0A2B7F23-7262-4E5A-803F-550698E09315}" type="presParOf" srcId="{A6C4ECE1-18F1-4088-9491-038C7E86A4C2}" destId="{F1EE187A-A0F2-4192-B0D2-427E9210024C}" srcOrd="4" destOrd="0" presId="urn:microsoft.com/office/officeart/2005/8/layout/hierarchy1"/>
    <dgm:cxn modelId="{EAA7C664-5CF8-4D54-B8D4-9B7DF8EB7312}" type="presParOf" srcId="{A6C4ECE1-18F1-4088-9491-038C7E86A4C2}" destId="{BFC9D6E5-3789-4B20-8DD7-E034ACB0E2E7}" srcOrd="5" destOrd="0" presId="urn:microsoft.com/office/officeart/2005/8/layout/hierarchy1"/>
    <dgm:cxn modelId="{7158E408-76C1-43D9-9951-8237853174A3}" type="presParOf" srcId="{BFC9D6E5-3789-4B20-8DD7-E034ACB0E2E7}" destId="{074A461F-C0C3-4FF5-ABF3-3888BBF1E59B}" srcOrd="0" destOrd="0" presId="urn:microsoft.com/office/officeart/2005/8/layout/hierarchy1"/>
    <dgm:cxn modelId="{34D6E954-C69D-4A0D-BA42-D14FF493BDBA}" type="presParOf" srcId="{074A461F-C0C3-4FF5-ABF3-3888BBF1E59B}" destId="{C4A976F1-9316-4FB9-93C6-5810AC05EA90}" srcOrd="0" destOrd="0" presId="urn:microsoft.com/office/officeart/2005/8/layout/hierarchy1"/>
    <dgm:cxn modelId="{6C35F55A-039B-4C56-923D-9BA998FD54FB}" type="presParOf" srcId="{074A461F-C0C3-4FF5-ABF3-3888BBF1E59B}" destId="{3DFAAAB2-BC5D-4AF2-9E0F-0726C03F5ECD}" srcOrd="1" destOrd="0" presId="urn:microsoft.com/office/officeart/2005/8/layout/hierarchy1"/>
    <dgm:cxn modelId="{26092050-F812-4E0F-AD7B-4D413FC090CC}" type="presParOf" srcId="{BFC9D6E5-3789-4B20-8DD7-E034ACB0E2E7}" destId="{81B9824C-0EA4-4E92-8FB9-A0BE7D049EF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3F3BEA-4BF2-44A5-B7FB-911719A176C0}" type="doc">
      <dgm:prSet loTypeId="urn:microsoft.com/office/officeart/2005/8/layout/process5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3E45534-3E83-46C9-8705-BE834D945C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Hosting static and dynamic websites.</a:t>
          </a:r>
        </a:p>
      </dgm:t>
    </dgm:pt>
    <dgm:pt modelId="{392F6A5D-0261-48BF-BEF0-0DE085492791}" type="parTrans" cxnId="{41A5426E-E924-4311-8336-D52AE00C279A}">
      <dgm:prSet/>
      <dgm:spPr/>
      <dgm:t>
        <a:bodyPr/>
        <a:lstStyle/>
        <a:p>
          <a:endParaRPr lang="en-US"/>
        </a:p>
      </dgm:t>
    </dgm:pt>
    <dgm:pt modelId="{02516BAA-364A-49F2-BB0A-AF0293502E9A}" type="sibTrans" cxnId="{41A5426E-E924-4311-8336-D52AE00C279A}">
      <dgm:prSet/>
      <dgm:spPr/>
      <dgm:t>
        <a:bodyPr/>
        <a:lstStyle/>
        <a:p>
          <a:endParaRPr lang="en-US"/>
        </a:p>
      </dgm:t>
    </dgm:pt>
    <dgm:pt modelId="{8252B4C5-ACD7-4678-B425-5C28F28105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Video streaming (Live and On-Demand).</a:t>
          </a:r>
        </a:p>
      </dgm:t>
    </dgm:pt>
    <dgm:pt modelId="{FCAC1695-B789-4390-82D9-6388CFDB2392}" type="parTrans" cxnId="{90483960-6DC6-4478-BF21-115013F5E32A}">
      <dgm:prSet/>
      <dgm:spPr/>
      <dgm:t>
        <a:bodyPr/>
        <a:lstStyle/>
        <a:p>
          <a:endParaRPr lang="en-US"/>
        </a:p>
      </dgm:t>
    </dgm:pt>
    <dgm:pt modelId="{A37E2F66-E80D-4A19-A866-314B190D938B}" type="sibTrans" cxnId="{90483960-6DC6-4478-BF21-115013F5E32A}">
      <dgm:prSet/>
      <dgm:spPr/>
      <dgm:t>
        <a:bodyPr/>
        <a:lstStyle/>
        <a:p>
          <a:endParaRPr lang="en-US"/>
        </a:p>
      </dgm:t>
    </dgm:pt>
    <dgm:pt modelId="{3F0A2027-BE80-4D52-A18C-691FB78F54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Software updates and large file downloads.</a:t>
          </a:r>
        </a:p>
      </dgm:t>
    </dgm:pt>
    <dgm:pt modelId="{E5225230-9FD0-46F1-A82A-58CFE5404728}" type="parTrans" cxnId="{77983478-CA03-4BAD-9F53-CBBAA169DE2E}">
      <dgm:prSet/>
      <dgm:spPr/>
      <dgm:t>
        <a:bodyPr/>
        <a:lstStyle/>
        <a:p>
          <a:endParaRPr lang="en-US"/>
        </a:p>
      </dgm:t>
    </dgm:pt>
    <dgm:pt modelId="{79381FE0-BD93-476F-9CC4-6C43DE46FAEE}" type="sibTrans" cxnId="{77983478-CA03-4BAD-9F53-CBBAA169DE2E}">
      <dgm:prSet/>
      <dgm:spPr/>
      <dgm:t>
        <a:bodyPr/>
        <a:lstStyle/>
        <a:p>
          <a:endParaRPr lang="en-US"/>
        </a:p>
      </dgm:t>
    </dgm:pt>
    <dgm:pt modelId="{9632317C-DFA0-4636-90DE-9F836AE64B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Accelerating API responses and dynamic web apps.</a:t>
          </a:r>
        </a:p>
      </dgm:t>
    </dgm:pt>
    <dgm:pt modelId="{B5403353-D9F1-4EA1-90DF-59A988B1DE70}" type="parTrans" cxnId="{652FE7C9-457E-409B-B50F-EDE621D89DCA}">
      <dgm:prSet/>
      <dgm:spPr/>
      <dgm:t>
        <a:bodyPr/>
        <a:lstStyle/>
        <a:p>
          <a:endParaRPr lang="en-US"/>
        </a:p>
      </dgm:t>
    </dgm:pt>
    <dgm:pt modelId="{C60BB71B-7EB3-48EB-830F-54045A984E4E}" type="sibTrans" cxnId="{652FE7C9-457E-409B-B50F-EDE621D89DCA}">
      <dgm:prSet/>
      <dgm:spPr/>
      <dgm:t>
        <a:bodyPr/>
        <a:lstStyle/>
        <a:p>
          <a:endParaRPr lang="en-US"/>
        </a:p>
      </dgm:t>
    </dgm:pt>
    <dgm:pt modelId="{CF78BA64-4CDA-4D4B-920E-34BFAD0E9E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Serving secured content with HTTPS and signed URLs.</a:t>
          </a:r>
        </a:p>
      </dgm:t>
    </dgm:pt>
    <dgm:pt modelId="{783E8615-9983-43E3-B6ED-97A10C2C50E5}" type="parTrans" cxnId="{066F3844-3298-46FF-8275-12C44A72260A}">
      <dgm:prSet/>
      <dgm:spPr/>
      <dgm:t>
        <a:bodyPr/>
        <a:lstStyle/>
        <a:p>
          <a:endParaRPr lang="en-US"/>
        </a:p>
      </dgm:t>
    </dgm:pt>
    <dgm:pt modelId="{5BF39B9B-5C6C-4075-8247-ACBA85F1DB2C}" type="sibTrans" cxnId="{066F3844-3298-46FF-8275-12C44A72260A}">
      <dgm:prSet/>
      <dgm:spPr/>
      <dgm:t>
        <a:bodyPr/>
        <a:lstStyle/>
        <a:p>
          <a:endParaRPr lang="en-US"/>
        </a:p>
      </dgm:t>
    </dgm:pt>
    <dgm:pt modelId="{E84C99E5-208E-4D57-B5BC-4438DDCD5EEE}" type="pres">
      <dgm:prSet presAssocID="{ED3F3BEA-4BF2-44A5-B7FB-911719A176C0}" presName="diagram" presStyleCnt="0">
        <dgm:presLayoutVars>
          <dgm:dir/>
          <dgm:resizeHandles val="exact"/>
        </dgm:presLayoutVars>
      </dgm:prSet>
      <dgm:spPr/>
    </dgm:pt>
    <dgm:pt modelId="{ACE5E3F0-4283-4E9D-9312-5D204FD31976}" type="pres">
      <dgm:prSet presAssocID="{73E45534-3E83-46C9-8705-BE834D945C2E}" presName="node" presStyleLbl="node1" presStyleIdx="0" presStyleCnt="5">
        <dgm:presLayoutVars>
          <dgm:bulletEnabled val="1"/>
        </dgm:presLayoutVars>
      </dgm:prSet>
      <dgm:spPr/>
    </dgm:pt>
    <dgm:pt modelId="{708047D1-1274-4E2F-8DC7-75AC73FBE4B9}" type="pres">
      <dgm:prSet presAssocID="{02516BAA-364A-49F2-BB0A-AF0293502E9A}" presName="sibTrans" presStyleLbl="sibTrans2D1" presStyleIdx="0" presStyleCnt="4"/>
      <dgm:spPr/>
    </dgm:pt>
    <dgm:pt modelId="{542309CA-A89C-4E9B-A6D7-4071F9264A11}" type="pres">
      <dgm:prSet presAssocID="{02516BAA-364A-49F2-BB0A-AF0293502E9A}" presName="connectorText" presStyleLbl="sibTrans2D1" presStyleIdx="0" presStyleCnt="4"/>
      <dgm:spPr/>
    </dgm:pt>
    <dgm:pt modelId="{AD011D26-B892-409B-834C-988B295694D9}" type="pres">
      <dgm:prSet presAssocID="{8252B4C5-ACD7-4678-B425-5C28F28105D6}" presName="node" presStyleLbl="node1" presStyleIdx="1" presStyleCnt="5">
        <dgm:presLayoutVars>
          <dgm:bulletEnabled val="1"/>
        </dgm:presLayoutVars>
      </dgm:prSet>
      <dgm:spPr/>
    </dgm:pt>
    <dgm:pt modelId="{04564E35-265F-4501-9C9C-600C92F9FC2E}" type="pres">
      <dgm:prSet presAssocID="{A37E2F66-E80D-4A19-A866-314B190D938B}" presName="sibTrans" presStyleLbl="sibTrans2D1" presStyleIdx="1" presStyleCnt="4"/>
      <dgm:spPr/>
    </dgm:pt>
    <dgm:pt modelId="{FD6A9C12-F01D-4693-B576-F7D3D3CE2933}" type="pres">
      <dgm:prSet presAssocID="{A37E2F66-E80D-4A19-A866-314B190D938B}" presName="connectorText" presStyleLbl="sibTrans2D1" presStyleIdx="1" presStyleCnt="4"/>
      <dgm:spPr/>
    </dgm:pt>
    <dgm:pt modelId="{585D1929-6E45-4203-AF74-CD51B8AF6525}" type="pres">
      <dgm:prSet presAssocID="{3F0A2027-BE80-4D52-A18C-691FB78F5486}" presName="node" presStyleLbl="node1" presStyleIdx="2" presStyleCnt="5">
        <dgm:presLayoutVars>
          <dgm:bulletEnabled val="1"/>
        </dgm:presLayoutVars>
      </dgm:prSet>
      <dgm:spPr/>
    </dgm:pt>
    <dgm:pt modelId="{E0962DB2-B2CF-4395-A567-67ADD76E1A28}" type="pres">
      <dgm:prSet presAssocID="{79381FE0-BD93-476F-9CC4-6C43DE46FAEE}" presName="sibTrans" presStyleLbl="sibTrans2D1" presStyleIdx="2" presStyleCnt="4"/>
      <dgm:spPr/>
    </dgm:pt>
    <dgm:pt modelId="{058BD45D-6438-4266-8F61-358271370A2F}" type="pres">
      <dgm:prSet presAssocID="{79381FE0-BD93-476F-9CC4-6C43DE46FAEE}" presName="connectorText" presStyleLbl="sibTrans2D1" presStyleIdx="2" presStyleCnt="4"/>
      <dgm:spPr/>
    </dgm:pt>
    <dgm:pt modelId="{A3EAAE66-85A2-49CB-9554-E87F35287FF0}" type="pres">
      <dgm:prSet presAssocID="{9632317C-DFA0-4636-90DE-9F836AE64B73}" presName="node" presStyleLbl="node1" presStyleIdx="3" presStyleCnt="5">
        <dgm:presLayoutVars>
          <dgm:bulletEnabled val="1"/>
        </dgm:presLayoutVars>
      </dgm:prSet>
      <dgm:spPr/>
    </dgm:pt>
    <dgm:pt modelId="{2DAA0255-EFBD-4751-A35C-3A7FCF0457DA}" type="pres">
      <dgm:prSet presAssocID="{C60BB71B-7EB3-48EB-830F-54045A984E4E}" presName="sibTrans" presStyleLbl="sibTrans2D1" presStyleIdx="3" presStyleCnt="4"/>
      <dgm:spPr/>
    </dgm:pt>
    <dgm:pt modelId="{906221B6-AFFD-4EDD-ACDA-EBC399DB1E1E}" type="pres">
      <dgm:prSet presAssocID="{C60BB71B-7EB3-48EB-830F-54045A984E4E}" presName="connectorText" presStyleLbl="sibTrans2D1" presStyleIdx="3" presStyleCnt="4"/>
      <dgm:spPr/>
    </dgm:pt>
    <dgm:pt modelId="{B5394D4E-695B-498E-ABFD-9E725ADB8EC7}" type="pres">
      <dgm:prSet presAssocID="{CF78BA64-4CDA-4D4B-920E-34BFAD0E9EB9}" presName="node" presStyleLbl="node1" presStyleIdx="4" presStyleCnt="5">
        <dgm:presLayoutVars>
          <dgm:bulletEnabled val="1"/>
        </dgm:presLayoutVars>
      </dgm:prSet>
      <dgm:spPr/>
    </dgm:pt>
  </dgm:ptLst>
  <dgm:cxnLst>
    <dgm:cxn modelId="{90483960-6DC6-4478-BF21-115013F5E32A}" srcId="{ED3F3BEA-4BF2-44A5-B7FB-911719A176C0}" destId="{8252B4C5-ACD7-4678-B425-5C28F28105D6}" srcOrd="1" destOrd="0" parTransId="{FCAC1695-B789-4390-82D9-6388CFDB2392}" sibTransId="{A37E2F66-E80D-4A19-A866-314B190D938B}"/>
    <dgm:cxn modelId="{066F3844-3298-46FF-8275-12C44A72260A}" srcId="{ED3F3BEA-4BF2-44A5-B7FB-911719A176C0}" destId="{CF78BA64-4CDA-4D4B-920E-34BFAD0E9EB9}" srcOrd="4" destOrd="0" parTransId="{783E8615-9983-43E3-B6ED-97A10C2C50E5}" sibTransId="{5BF39B9B-5C6C-4075-8247-ACBA85F1DB2C}"/>
    <dgm:cxn modelId="{81250546-FFA3-425D-ADD3-90069814B969}" type="presOf" srcId="{73E45534-3E83-46C9-8705-BE834D945C2E}" destId="{ACE5E3F0-4283-4E9D-9312-5D204FD31976}" srcOrd="0" destOrd="0" presId="urn:microsoft.com/office/officeart/2005/8/layout/process5"/>
    <dgm:cxn modelId="{41A5426E-E924-4311-8336-D52AE00C279A}" srcId="{ED3F3BEA-4BF2-44A5-B7FB-911719A176C0}" destId="{73E45534-3E83-46C9-8705-BE834D945C2E}" srcOrd="0" destOrd="0" parTransId="{392F6A5D-0261-48BF-BEF0-0DE085492791}" sibTransId="{02516BAA-364A-49F2-BB0A-AF0293502E9A}"/>
    <dgm:cxn modelId="{D83A2B74-9B0F-4EEA-B4DE-BD45F1488BD0}" type="presOf" srcId="{02516BAA-364A-49F2-BB0A-AF0293502E9A}" destId="{708047D1-1274-4E2F-8DC7-75AC73FBE4B9}" srcOrd="0" destOrd="0" presId="urn:microsoft.com/office/officeart/2005/8/layout/process5"/>
    <dgm:cxn modelId="{77983478-CA03-4BAD-9F53-CBBAA169DE2E}" srcId="{ED3F3BEA-4BF2-44A5-B7FB-911719A176C0}" destId="{3F0A2027-BE80-4D52-A18C-691FB78F5486}" srcOrd="2" destOrd="0" parTransId="{E5225230-9FD0-46F1-A82A-58CFE5404728}" sibTransId="{79381FE0-BD93-476F-9CC4-6C43DE46FAEE}"/>
    <dgm:cxn modelId="{2028917F-44E6-4E00-82CF-E8BB2F0BE257}" type="presOf" srcId="{9632317C-DFA0-4636-90DE-9F836AE64B73}" destId="{A3EAAE66-85A2-49CB-9554-E87F35287FF0}" srcOrd="0" destOrd="0" presId="urn:microsoft.com/office/officeart/2005/8/layout/process5"/>
    <dgm:cxn modelId="{EE514D8F-28D6-49CC-B756-7E4648DA644C}" type="presOf" srcId="{3F0A2027-BE80-4D52-A18C-691FB78F5486}" destId="{585D1929-6E45-4203-AF74-CD51B8AF6525}" srcOrd="0" destOrd="0" presId="urn:microsoft.com/office/officeart/2005/8/layout/process5"/>
    <dgm:cxn modelId="{002E449D-B481-44F1-8A8E-4474E5BF5F1E}" type="presOf" srcId="{CF78BA64-4CDA-4D4B-920E-34BFAD0E9EB9}" destId="{B5394D4E-695B-498E-ABFD-9E725ADB8EC7}" srcOrd="0" destOrd="0" presId="urn:microsoft.com/office/officeart/2005/8/layout/process5"/>
    <dgm:cxn modelId="{71BBA69F-11D9-4B97-BFF7-4AB4B63D97B2}" type="presOf" srcId="{C60BB71B-7EB3-48EB-830F-54045A984E4E}" destId="{2DAA0255-EFBD-4751-A35C-3A7FCF0457DA}" srcOrd="0" destOrd="0" presId="urn:microsoft.com/office/officeart/2005/8/layout/process5"/>
    <dgm:cxn modelId="{37F32EA9-B0FD-4437-9EF5-CC04FED89367}" type="presOf" srcId="{A37E2F66-E80D-4A19-A866-314B190D938B}" destId="{FD6A9C12-F01D-4693-B576-F7D3D3CE2933}" srcOrd="1" destOrd="0" presId="urn:microsoft.com/office/officeart/2005/8/layout/process5"/>
    <dgm:cxn modelId="{802F5EB9-9A6C-4E17-8D5F-0462F42EE241}" type="presOf" srcId="{8252B4C5-ACD7-4678-B425-5C28F28105D6}" destId="{AD011D26-B892-409B-834C-988B295694D9}" srcOrd="0" destOrd="0" presId="urn:microsoft.com/office/officeart/2005/8/layout/process5"/>
    <dgm:cxn modelId="{FD8967BF-0207-44C0-965E-77D8D743EC68}" type="presOf" srcId="{79381FE0-BD93-476F-9CC4-6C43DE46FAEE}" destId="{058BD45D-6438-4266-8F61-358271370A2F}" srcOrd="1" destOrd="0" presId="urn:microsoft.com/office/officeart/2005/8/layout/process5"/>
    <dgm:cxn modelId="{B75B1BC3-EE1D-47EF-BBD5-9986B171292E}" type="presOf" srcId="{79381FE0-BD93-476F-9CC4-6C43DE46FAEE}" destId="{E0962DB2-B2CF-4395-A567-67ADD76E1A28}" srcOrd="0" destOrd="0" presId="urn:microsoft.com/office/officeart/2005/8/layout/process5"/>
    <dgm:cxn modelId="{652FE7C9-457E-409B-B50F-EDE621D89DCA}" srcId="{ED3F3BEA-4BF2-44A5-B7FB-911719A176C0}" destId="{9632317C-DFA0-4636-90DE-9F836AE64B73}" srcOrd="3" destOrd="0" parTransId="{B5403353-D9F1-4EA1-90DF-59A988B1DE70}" sibTransId="{C60BB71B-7EB3-48EB-830F-54045A984E4E}"/>
    <dgm:cxn modelId="{323477D0-D3B6-45BE-8611-97840FA0ED55}" type="presOf" srcId="{C60BB71B-7EB3-48EB-830F-54045A984E4E}" destId="{906221B6-AFFD-4EDD-ACDA-EBC399DB1E1E}" srcOrd="1" destOrd="0" presId="urn:microsoft.com/office/officeart/2005/8/layout/process5"/>
    <dgm:cxn modelId="{B3B582DD-8672-400D-8AF8-F0F15FDC359B}" type="presOf" srcId="{02516BAA-364A-49F2-BB0A-AF0293502E9A}" destId="{542309CA-A89C-4E9B-A6D7-4071F9264A11}" srcOrd="1" destOrd="0" presId="urn:microsoft.com/office/officeart/2005/8/layout/process5"/>
    <dgm:cxn modelId="{6ABC00E2-1C54-46F1-A430-7DE98214B3D7}" type="presOf" srcId="{A37E2F66-E80D-4A19-A866-314B190D938B}" destId="{04564E35-265F-4501-9C9C-600C92F9FC2E}" srcOrd="0" destOrd="0" presId="urn:microsoft.com/office/officeart/2005/8/layout/process5"/>
    <dgm:cxn modelId="{C07F6FEF-D21A-4DE9-8A33-EAEF8697DFA7}" type="presOf" srcId="{ED3F3BEA-4BF2-44A5-B7FB-911719A176C0}" destId="{E84C99E5-208E-4D57-B5BC-4438DDCD5EEE}" srcOrd="0" destOrd="0" presId="urn:microsoft.com/office/officeart/2005/8/layout/process5"/>
    <dgm:cxn modelId="{2388D8D3-BB75-4CB1-A263-796E39734D76}" type="presParOf" srcId="{E84C99E5-208E-4D57-B5BC-4438DDCD5EEE}" destId="{ACE5E3F0-4283-4E9D-9312-5D204FD31976}" srcOrd="0" destOrd="0" presId="urn:microsoft.com/office/officeart/2005/8/layout/process5"/>
    <dgm:cxn modelId="{F9DA066B-436B-4A8C-9E20-9830612F3980}" type="presParOf" srcId="{E84C99E5-208E-4D57-B5BC-4438DDCD5EEE}" destId="{708047D1-1274-4E2F-8DC7-75AC73FBE4B9}" srcOrd="1" destOrd="0" presId="urn:microsoft.com/office/officeart/2005/8/layout/process5"/>
    <dgm:cxn modelId="{93F698D9-1FC4-42E9-9C7D-0F0E8AFE3784}" type="presParOf" srcId="{708047D1-1274-4E2F-8DC7-75AC73FBE4B9}" destId="{542309CA-A89C-4E9B-A6D7-4071F9264A11}" srcOrd="0" destOrd="0" presId="urn:microsoft.com/office/officeart/2005/8/layout/process5"/>
    <dgm:cxn modelId="{834318D8-4876-4AC5-8F52-5B60959AB11E}" type="presParOf" srcId="{E84C99E5-208E-4D57-B5BC-4438DDCD5EEE}" destId="{AD011D26-B892-409B-834C-988B295694D9}" srcOrd="2" destOrd="0" presId="urn:microsoft.com/office/officeart/2005/8/layout/process5"/>
    <dgm:cxn modelId="{48F48800-67DC-45A9-89D9-40FA6A0104C6}" type="presParOf" srcId="{E84C99E5-208E-4D57-B5BC-4438DDCD5EEE}" destId="{04564E35-265F-4501-9C9C-600C92F9FC2E}" srcOrd="3" destOrd="0" presId="urn:microsoft.com/office/officeart/2005/8/layout/process5"/>
    <dgm:cxn modelId="{3A32310C-3DB7-44EE-B7C3-6507EEC95301}" type="presParOf" srcId="{04564E35-265F-4501-9C9C-600C92F9FC2E}" destId="{FD6A9C12-F01D-4693-B576-F7D3D3CE2933}" srcOrd="0" destOrd="0" presId="urn:microsoft.com/office/officeart/2005/8/layout/process5"/>
    <dgm:cxn modelId="{87EE5098-3B49-4B06-A749-35E9A4064AF0}" type="presParOf" srcId="{E84C99E5-208E-4D57-B5BC-4438DDCD5EEE}" destId="{585D1929-6E45-4203-AF74-CD51B8AF6525}" srcOrd="4" destOrd="0" presId="urn:microsoft.com/office/officeart/2005/8/layout/process5"/>
    <dgm:cxn modelId="{761574EE-0468-4A0C-B7E7-F09169FC984E}" type="presParOf" srcId="{E84C99E5-208E-4D57-B5BC-4438DDCD5EEE}" destId="{E0962DB2-B2CF-4395-A567-67ADD76E1A28}" srcOrd="5" destOrd="0" presId="urn:microsoft.com/office/officeart/2005/8/layout/process5"/>
    <dgm:cxn modelId="{228939BD-F98B-4D26-B7DF-CA6F39C96BF9}" type="presParOf" srcId="{E0962DB2-B2CF-4395-A567-67ADD76E1A28}" destId="{058BD45D-6438-4266-8F61-358271370A2F}" srcOrd="0" destOrd="0" presId="urn:microsoft.com/office/officeart/2005/8/layout/process5"/>
    <dgm:cxn modelId="{7173DC17-0809-4F77-921C-355A99FAC767}" type="presParOf" srcId="{E84C99E5-208E-4D57-B5BC-4438DDCD5EEE}" destId="{A3EAAE66-85A2-49CB-9554-E87F35287FF0}" srcOrd="6" destOrd="0" presId="urn:microsoft.com/office/officeart/2005/8/layout/process5"/>
    <dgm:cxn modelId="{CEDF8569-7477-402C-88B7-E6BE99CD201C}" type="presParOf" srcId="{E84C99E5-208E-4D57-B5BC-4438DDCD5EEE}" destId="{2DAA0255-EFBD-4751-A35C-3A7FCF0457DA}" srcOrd="7" destOrd="0" presId="urn:microsoft.com/office/officeart/2005/8/layout/process5"/>
    <dgm:cxn modelId="{5215B50C-291E-4E1A-B838-3EEEBA4763D8}" type="presParOf" srcId="{2DAA0255-EFBD-4751-A35C-3A7FCF0457DA}" destId="{906221B6-AFFD-4EDD-ACDA-EBC399DB1E1E}" srcOrd="0" destOrd="0" presId="urn:microsoft.com/office/officeart/2005/8/layout/process5"/>
    <dgm:cxn modelId="{799D25F7-57FB-466D-8EF0-373305D45FF5}" type="presParOf" srcId="{E84C99E5-208E-4D57-B5BC-4438DDCD5EEE}" destId="{B5394D4E-695B-498E-ABFD-9E725ADB8EC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381400-D2F6-47B7-9472-102CA6AC31A6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0B05F36-AF27-41EB-9631-CB3073FCB189}">
      <dgm:prSet/>
      <dgm:spPr/>
      <dgm:t>
        <a:bodyPr/>
        <a:lstStyle/>
        <a:p>
          <a:r>
            <a:rPr lang="en-US"/>
            <a:t>Your website is hosted in the US (N. Virginia).</a:t>
          </a:r>
        </a:p>
      </dgm:t>
    </dgm:pt>
    <dgm:pt modelId="{11FE089F-D871-4979-BE4E-D356FDEEC9A0}" type="parTrans" cxnId="{8F0A0470-208B-49BC-A42C-6987DEF66863}">
      <dgm:prSet/>
      <dgm:spPr/>
      <dgm:t>
        <a:bodyPr/>
        <a:lstStyle/>
        <a:p>
          <a:endParaRPr lang="en-US"/>
        </a:p>
      </dgm:t>
    </dgm:pt>
    <dgm:pt modelId="{FB37A260-80E1-46F1-9B7F-EB96E5B18D0E}" type="sibTrans" cxnId="{8F0A0470-208B-49BC-A42C-6987DEF66863}">
      <dgm:prSet/>
      <dgm:spPr/>
      <dgm:t>
        <a:bodyPr/>
        <a:lstStyle/>
        <a:p>
          <a:endParaRPr lang="en-US"/>
        </a:p>
      </dgm:t>
    </dgm:pt>
    <dgm:pt modelId="{3B095572-0DAF-4B63-9C34-47F3FCF5DF10}">
      <dgm:prSet/>
      <dgm:spPr/>
      <dgm:t>
        <a:bodyPr/>
        <a:lstStyle/>
        <a:p>
          <a:r>
            <a:rPr lang="en-US"/>
            <a:t>Users from Asia request your site.</a:t>
          </a:r>
        </a:p>
      </dgm:t>
    </dgm:pt>
    <dgm:pt modelId="{F96D48F4-983F-4B8A-B087-75E8EC33651F}" type="parTrans" cxnId="{1D4583EF-2097-4974-B5B8-7962E5C35A1B}">
      <dgm:prSet/>
      <dgm:spPr/>
      <dgm:t>
        <a:bodyPr/>
        <a:lstStyle/>
        <a:p>
          <a:endParaRPr lang="en-US"/>
        </a:p>
      </dgm:t>
    </dgm:pt>
    <dgm:pt modelId="{3975024D-6CE5-42D9-8E7B-A72F50FA9CC9}" type="sibTrans" cxnId="{1D4583EF-2097-4974-B5B8-7962E5C35A1B}">
      <dgm:prSet/>
      <dgm:spPr/>
      <dgm:t>
        <a:bodyPr/>
        <a:lstStyle/>
        <a:p>
          <a:endParaRPr lang="en-US"/>
        </a:p>
      </dgm:t>
    </dgm:pt>
    <dgm:pt modelId="{8FDE64C8-4C62-4A04-BBFF-E8AC304049F5}">
      <dgm:prSet/>
      <dgm:spPr/>
      <dgm:t>
        <a:bodyPr/>
        <a:lstStyle/>
        <a:p>
          <a:r>
            <a:rPr lang="en-US"/>
            <a:t>Without CloudFront → traffic travels to the US region, slow response.</a:t>
          </a:r>
        </a:p>
      </dgm:t>
    </dgm:pt>
    <dgm:pt modelId="{290A4D4F-810C-4BCF-95FA-EDC2AD300B54}" type="parTrans" cxnId="{09DCDB1E-85D2-4CAF-83A2-36AD4583E41D}">
      <dgm:prSet/>
      <dgm:spPr/>
      <dgm:t>
        <a:bodyPr/>
        <a:lstStyle/>
        <a:p>
          <a:endParaRPr lang="en-US"/>
        </a:p>
      </dgm:t>
    </dgm:pt>
    <dgm:pt modelId="{8A2256EE-95EC-4F40-BB8B-CDFE08C88E5A}" type="sibTrans" cxnId="{09DCDB1E-85D2-4CAF-83A2-36AD4583E41D}">
      <dgm:prSet/>
      <dgm:spPr/>
      <dgm:t>
        <a:bodyPr/>
        <a:lstStyle/>
        <a:p>
          <a:endParaRPr lang="en-US"/>
        </a:p>
      </dgm:t>
    </dgm:pt>
    <dgm:pt modelId="{96A117D8-1D4C-43A2-B2F4-DF239E868E92}">
      <dgm:prSet/>
      <dgm:spPr/>
      <dgm:t>
        <a:bodyPr/>
        <a:lstStyle/>
        <a:p>
          <a:r>
            <a:rPr lang="en-US"/>
            <a:t>With CloudFront content is cached at Asia edge location (Singapore/India) instant load, low latency, happy users.</a:t>
          </a:r>
        </a:p>
      </dgm:t>
    </dgm:pt>
    <dgm:pt modelId="{D0A2CDBB-6D8E-4895-916A-653BCB44AA21}" type="parTrans" cxnId="{F43D6041-7FC3-4048-BED0-42F4988EC106}">
      <dgm:prSet/>
      <dgm:spPr/>
      <dgm:t>
        <a:bodyPr/>
        <a:lstStyle/>
        <a:p>
          <a:endParaRPr lang="en-US"/>
        </a:p>
      </dgm:t>
    </dgm:pt>
    <dgm:pt modelId="{AA6E802D-4055-4B0A-A0F8-008845B4E0B7}" type="sibTrans" cxnId="{F43D6041-7FC3-4048-BED0-42F4988EC106}">
      <dgm:prSet/>
      <dgm:spPr/>
      <dgm:t>
        <a:bodyPr/>
        <a:lstStyle/>
        <a:p>
          <a:endParaRPr lang="en-US"/>
        </a:p>
      </dgm:t>
    </dgm:pt>
    <dgm:pt modelId="{1AC410F7-E002-4AB9-B9B7-26BEC09B85E6}" type="pres">
      <dgm:prSet presAssocID="{1B381400-D2F6-47B7-9472-102CA6AC31A6}" presName="matrix" presStyleCnt="0">
        <dgm:presLayoutVars>
          <dgm:chMax val="1"/>
          <dgm:dir/>
          <dgm:resizeHandles val="exact"/>
        </dgm:presLayoutVars>
      </dgm:prSet>
      <dgm:spPr/>
    </dgm:pt>
    <dgm:pt modelId="{0BC935D0-F8FB-4AAE-98C4-C70457FF77CC}" type="pres">
      <dgm:prSet presAssocID="{1B381400-D2F6-47B7-9472-102CA6AC31A6}" presName="diamond" presStyleLbl="bgShp" presStyleIdx="0" presStyleCnt="1"/>
      <dgm:spPr/>
    </dgm:pt>
    <dgm:pt modelId="{339B07F2-E2A4-42C5-94FF-E13020A3595D}" type="pres">
      <dgm:prSet presAssocID="{1B381400-D2F6-47B7-9472-102CA6AC31A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E7664F2-B4B6-4218-98DB-1E4F5322DEB0}" type="pres">
      <dgm:prSet presAssocID="{1B381400-D2F6-47B7-9472-102CA6AC31A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6BF7FCC-D438-4A79-B8B3-0E39AA6AA9B0}" type="pres">
      <dgm:prSet presAssocID="{1B381400-D2F6-47B7-9472-102CA6AC31A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18F2868-C5BD-438F-9707-CD6215047469}" type="pres">
      <dgm:prSet presAssocID="{1B381400-D2F6-47B7-9472-102CA6AC31A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9DCDB1E-85D2-4CAF-83A2-36AD4583E41D}" srcId="{1B381400-D2F6-47B7-9472-102CA6AC31A6}" destId="{8FDE64C8-4C62-4A04-BBFF-E8AC304049F5}" srcOrd="2" destOrd="0" parTransId="{290A4D4F-810C-4BCF-95FA-EDC2AD300B54}" sibTransId="{8A2256EE-95EC-4F40-BB8B-CDFE08C88E5A}"/>
    <dgm:cxn modelId="{B98AF11E-99C1-4DF9-BBB7-BE6007BC35DF}" type="presOf" srcId="{96A117D8-1D4C-43A2-B2F4-DF239E868E92}" destId="{418F2868-C5BD-438F-9707-CD6215047469}" srcOrd="0" destOrd="0" presId="urn:microsoft.com/office/officeart/2005/8/layout/matrix3"/>
    <dgm:cxn modelId="{D2452627-07F6-476F-B175-E77B9343BB14}" type="presOf" srcId="{1B381400-D2F6-47B7-9472-102CA6AC31A6}" destId="{1AC410F7-E002-4AB9-B9B7-26BEC09B85E6}" srcOrd="0" destOrd="0" presId="urn:microsoft.com/office/officeart/2005/8/layout/matrix3"/>
    <dgm:cxn modelId="{0D2E6633-AF56-4E9C-A7DB-1415C3FFD793}" type="presOf" srcId="{10B05F36-AF27-41EB-9631-CB3073FCB189}" destId="{339B07F2-E2A4-42C5-94FF-E13020A3595D}" srcOrd="0" destOrd="0" presId="urn:microsoft.com/office/officeart/2005/8/layout/matrix3"/>
    <dgm:cxn modelId="{B006C75B-9EBD-4D67-8E42-FD42E8CF31CB}" type="presOf" srcId="{8FDE64C8-4C62-4A04-BBFF-E8AC304049F5}" destId="{B6BF7FCC-D438-4A79-B8B3-0E39AA6AA9B0}" srcOrd="0" destOrd="0" presId="urn:microsoft.com/office/officeart/2005/8/layout/matrix3"/>
    <dgm:cxn modelId="{F43D6041-7FC3-4048-BED0-42F4988EC106}" srcId="{1B381400-D2F6-47B7-9472-102CA6AC31A6}" destId="{96A117D8-1D4C-43A2-B2F4-DF239E868E92}" srcOrd="3" destOrd="0" parTransId="{D0A2CDBB-6D8E-4895-916A-653BCB44AA21}" sibTransId="{AA6E802D-4055-4B0A-A0F8-008845B4E0B7}"/>
    <dgm:cxn modelId="{8F0A0470-208B-49BC-A42C-6987DEF66863}" srcId="{1B381400-D2F6-47B7-9472-102CA6AC31A6}" destId="{10B05F36-AF27-41EB-9631-CB3073FCB189}" srcOrd="0" destOrd="0" parTransId="{11FE089F-D871-4979-BE4E-D356FDEEC9A0}" sibTransId="{FB37A260-80E1-46F1-9B7F-EB96E5B18D0E}"/>
    <dgm:cxn modelId="{D65472C2-B5E2-4C8C-B395-0B3F62E1A6DC}" type="presOf" srcId="{3B095572-0DAF-4B63-9C34-47F3FCF5DF10}" destId="{EE7664F2-B4B6-4218-98DB-1E4F5322DEB0}" srcOrd="0" destOrd="0" presId="urn:microsoft.com/office/officeart/2005/8/layout/matrix3"/>
    <dgm:cxn modelId="{1D4583EF-2097-4974-B5B8-7962E5C35A1B}" srcId="{1B381400-D2F6-47B7-9472-102CA6AC31A6}" destId="{3B095572-0DAF-4B63-9C34-47F3FCF5DF10}" srcOrd="1" destOrd="0" parTransId="{F96D48F4-983F-4B8A-B087-75E8EC33651F}" sibTransId="{3975024D-6CE5-42D9-8E7B-A72F50FA9CC9}"/>
    <dgm:cxn modelId="{61E62494-C5ED-46A7-9F32-6D954ED1FA8C}" type="presParOf" srcId="{1AC410F7-E002-4AB9-B9B7-26BEC09B85E6}" destId="{0BC935D0-F8FB-4AAE-98C4-C70457FF77CC}" srcOrd="0" destOrd="0" presId="urn:microsoft.com/office/officeart/2005/8/layout/matrix3"/>
    <dgm:cxn modelId="{04D39DFE-BADF-4792-938E-AE583D1B5999}" type="presParOf" srcId="{1AC410F7-E002-4AB9-B9B7-26BEC09B85E6}" destId="{339B07F2-E2A4-42C5-94FF-E13020A3595D}" srcOrd="1" destOrd="0" presId="urn:microsoft.com/office/officeart/2005/8/layout/matrix3"/>
    <dgm:cxn modelId="{8D9AF251-09EF-40E3-AF4E-D47D713AC82C}" type="presParOf" srcId="{1AC410F7-E002-4AB9-B9B7-26BEC09B85E6}" destId="{EE7664F2-B4B6-4218-98DB-1E4F5322DEB0}" srcOrd="2" destOrd="0" presId="urn:microsoft.com/office/officeart/2005/8/layout/matrix3"/>
    <dgm:cxn modelId="{7EC5DEA5-E242-444D-9D83-6E74FE61CB8C}" type="presParOf" srcId="{1AC410F7-E002-4AB9-B9B7-26BEC09B85E6}" destId="{B6BF7FCC-D438-4A79-B8B3-0E39AA6AA9B0}" srcOrd="3" destOrd="0" presId="urn:microsoft.com/office/officeart/2005/8/layout/matrix3"/>
    <dgm:cxn modelId="{13F33A1A-2421-4AAB-AB7C-CCA96C8AC272}" type="presParOf" srcId="{1AC410F7-E002-4AB9-B9B7-26BEC09B85E6}" destId="{418F2868-C5BD-438F-9707-CD621504746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FB0686-2322-4EC2-A66C-308422D307B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E8B22C1-57C5-4747-9D28-4051DD466562}">
      <dgm:prSet/>
      <dgm:spPr/>
      <dgm:t>
        <a:bodyPr/>
        <a:lstStyle/>
        <a:p>
          <a:r>
            <a:rPr lang="en-US"/>
            <a:t>CloudFront works seamlessly with:</a:t>
          </a:r>
        </a:p>
      </dgm:t>
    </dgm:pt>
    <dgm:pt modelId="{71B59B51-FB3B-4E33-9B53-E8C74FC01334}" type="parTrans" cxnId="{29C8B135-6229-4D4F-B452-EC2E10F35F5D}">
      <dgm:prSet/>
      <dgm:spPr/>
      <dgm:t>
        <a:bodyPr/>
        <a:lstStyle/>
        <a:p>
          <a:endParaRPr lang="en-US"/>
        </a:p>
      </dgm:t>
    </dgm:pt>
    <dgm:pt modelId="{8860D712-69F8-4D3D-8851-27A563F1FE02}" type="sibTrans" cxnId="{29C8B135-6229-4D4F-B452-EC2E10F35F5D}">
      <dgm:prSet/>
      <dgm:spPr/>
      <dgm:t>
        <a:bodyPr/>
        <a:lstStyle/>
        <a:p>
          <a:endParaRPr lang="en-US"/>
        </a:p>
      </dgm:t>
    </dgm:pt>
    <dgm:pt modelId="{46E6CF38-67BD-4B1D-9ADE-4B0851F3C786}">
      <dgm:prSet/>
      <dgm:spPr/>
      <dgm:t>
        <a:bodyPr/>
        <a:lstStyle/>
        <a:p>
          <a:r>
            <a:rPr lang="en-US"/>
            <a:t>Amazon S3 (for static origin)</a:t>
          </a:r>
        </a:p>
      </dgm:t>
    </dgm:pt>
    <dgm:pt modelId="{7840294B-DADA-4FF5-8660-03057805AE48}" type="parTrans" cxnId="{76C4EC0A-B1AC-45AE-BA5D-61830BA7394C}">
      <dgm:prSet/>
      <dgm:spPr/>
      <dgm:t>
        <a:bodyPr/>
        <a:lstStyle/>
        <a:p>
          <a:endParaRPr lang="en-US"/>
        </a:p>
      </dgm:t>
    </dgm:pt>
    <dgm:pt modelId="{7E65A6CA-3F36-4091-914D-871A64767A0D}" type="sibTrans" cxnId="{76C4EC0A-B1AC-45AE-BA5D-61830BA7394C}">
      <dgm:prSet/>
      <dgm:spPr/>
      <dgm:t>
        <a:bodyPr/>
        <a:lstStyle/>
        <a:p>
          <a:endParaRPr lang="en-US"/>
        </a:p>
      </dgm:t>
    </dgm:pt>
    <dgm:pt modelId="{389BE84E-72A2-4F08-A627-88F3543DB175}">
      <dgm:prSet/>
      <dgm:spPr/>
      <dgm:t>
        <a:bodyPr/>
        <a:lstStyle/>
        <a:p>
          <a:r>
            <a:rPr lang="en-US"/>
            <a:t>EC2 or Load Balancer (for dynamic origin)</a:t>
          </a:r>
        </a:p>
      </dgm:t>
    </dgm:pt>
    <dgm:pt modelId="{003ADCB8-F701-41E3-9B55-5E8F27C332BF}" type="parTrans" cxnId="{1AD36731-2A86-4972-AF3F-123AF1F9BC30}">
      <dgm:prSet/>
      <dgm:spPr/>
      <dgm:t>
        <a:bodyPr/>
        <a:lstStyle/>
        <a:p>
          <a:endParaRPr lang="en-US"/>
        </a:p>
      </dgm:t>
    </dgm:pt>
    <dgm:pt modelId="{20110533-3834-4F58-B0A5-0F410C2C7629}" type="sibTrans" cxnId="{1AD36731-2A86-4972-AF3F-123AF1F9BC30}">
      <dgm:prSet/>
      <dgm:spPr/>
      <dgm:t>
        <a:bodyPr/>
        <a:lstStyle/>
        <a:p>
          <a:endParaRPr lang="en-US"/>
        </a:p>
      </dgm:t>
    </dgm:pt>
    <dgm:pt modelId="{BD2A8C2C-7367-4AC7-B1A0-94E5C81EB112}">
      <dgm:prSet/>
      <dgm:spPr/>
      <dgm:t>
        <a:bodyPr/>
        <a:lstStyle/>
        <a:p>
          <a:r>
            <a:rPr lang="en-US"/>
            <a:t>AWS WAF &amp; Shield (for security)</a:t>
          </a:r>
        </a:p>
      </dgm:t>
    </dgm:pt>
    <dgm:pt modelId="{D99C2F89-FDDD-4A3C-9A74-FDFF26B12315}" type="parTrans" cxnId="{E479041A-DFA5-42AC-B17D-AC50C599655E}">
      <dgm:prSet/>
      <dgm:spPr/>
      <dgm:t>
        <a:bodyPr/>
        <a:lstStyle/>
        <a:p>
          <a:endParaRPr lang="en-US"/>
        </a:p>
      </dgm:t>
    </dgm:pt>
    <dgm:pt modelId="{6115B7C9-BA50-4E67-B84B-F452F0E5AC19}" type="sibTrans" cxnId="{E479041A-DFA5-42AC-B17D-AC50C599655E}">
      <dgm:prSet/>
      <dgm:spPr/>
      <dgm:t>
        <a:bodyPr/>
        <a:lstStyle/>
        <a:p>
          <a:endParaRPr lang="en-US"/>
        </a:p>
      </dgm:t>
    </dgm:pt>
    <dgm:pt modelId="{F24F4D0B-FA1E-42C0-A57E-59D3BC7C4250}">
      <dgm:prSet/>
      <dgm:spPr/>
      <dgm:t>
        <a:bodyPr/>
        <a:lstStyle/>
        <a:p>
          <a:r>
            <a:rPr lang="en-US"/>
            <a:t>Route 53 (for DNS routing)</a:t>
          </a:r>
        </a:p>
      </dgm:t>
    </dgm:pt>
    <dgm:pt modelId="{ACF6670D-9CD9-49C0-BD7D-5AFF2D69CCC4}" type="parTrans" cxnId="{BFA48123-A0AE-4630-9E96-639091458175}">
      <dgm:prSet/>
      <dgm:spPr/>
      <dgm:t>
        <a:bodyPr/>
        <a:lstStyle/>
        <a:p>
          <a:endParaRPr lang="en-US"/>
        </a:p>
      </dgm:t>
    </dgm:pt>
    <dgm:pt modelId="{C89D243D-DA30-4C8F-892D-C0F01B15E048}" type="sibTrans" cxnId="{BFA48123-A0AE-4630-9E96-639091458175}">
      <dgm:prSet/>
      <dgm:spPr/>
      <dgm:t>
        <a:bodyPr/>
        <a:lstStyle/>
        <a:p>
          <a:endParaRPr lang="en-US"/>
        </a:p>
      </dgm:t>
    </dgm:pt>
    <dgm:pt modelId="{4AE58F0C-5F04-4B85-99A3-2245415FC944}">
      <dgm:prSet/>
      <dgm:spPr/>
      <dgm:t>
        <a:bodyPr/>
        <a:lstStyle/>
        <a:p>
          <a:r>
            <a:rPr lang="en-US"/>
            <a:t>AWS Certificate Manager (ACM) (for SSL certificates)</a:t>
          </a:r>
        </a:p>
      </dgm:t>
    </dgm:pt>
    <dgm:pt modelId="{06A902EB-4DBD-405C-B9A5-AE2FF87ED193}" type="parTrans" cxnId="{3D6EABCE-644D-44A1-9C15-D37D92D6C510}">
      <dgm:prSet/>
      <dgm:spPr/>
      <dgm:t>
        <a:bodyPr/>
        <a:lstStyle/>
        <a:p>
          <a:endParaRPr lang="en-US"/>
        </a:p>
      </dgm:t>
    </dgm:pt>
    <dgm:pt modelId="{92D85BD7-743D-4CE0-8A3D-879C8C212D5F}" type="sibTrans" cxnId="{3D6EABCE-644D-44A1-9C15-D37D92D6C510}">
      <dgm:prSet/>
      <dgm:spPr/>
      <dgm:t>
        <a:bodyPr/>
        <a:lstStyle/>
        <a:p>
          <a:endParaRPr lang="en-US"/>
        </a:p>
      </dgm:t>
    </dgm:pt>
    <dgm:pt modelId="{A8468401-76F0-41E9-B7F6-6034E659DA8B}" type="pres">
      <dgm:prSet presAssocID="{9BFB0686-2322-4EC2-A66C-308422D307B8}" presName="Name0" presStyleCnt="0">
        <dgm:presLayoutVars>
          <dgm:dir/>
          <dgm:resizeHandles val="exact"/>
        </dgm:presLayoutVars>
      </dgm:prSet>
      <dgm:spPr/>
    </dgm:pt>
    <dgm:pt modelId="{471713F4-D82C-43C5-AF2F-6B1A294D46E9}" type="pres">
      <dgm:prSet presAssocID="{9E8B22C1-57C5-4747-9D28-4051DD466562}" presName="node" presStyleLbl="node1" presStyleIdx="0" presStyleCnt="6">
        <dgm:presLayoutVars>
          <dgm:bulletEnabled val="1"/>
        </dgm:presLayoutVars>
      </dgm:prSet>
      <dgm:spPr/>
    </dgm:pt>
    <dgm:pt modelId="{25087243-8B65-4BDC-AD51-60944765F8E8}" type="pres">
      <dgm:prSet presAssocID="{8860D712-69F8-4D3D-8851-27A563F1FE02}" presName="sibTrans" presStyleLbl="sibTrans1D1" presStyleIdx="0" presStyleCnt="5"/>
      <dgm:spPr/>
    </dgm:pt>
    <dgm:pt modelId="{8BD7988C-C6AC-4DA5-A17F-6CFF24BBFA2B}" type="pres">
      <dgm:prSet presAssocID="{8860D712-69F8-4D3D-8851-27A563F1FE02}" presName="connectorText" presStyleLbl="sibTrans1D1" presStyleIdx="0" presStyleCnt="5"/>
      <dgm:spPr/>
    </dgm:pt>
    <dgm:pt modelId="{5D645C69-CF28-4348-8038-E05F713592E1}" type="pres">
      <dgm:prSet presAssocID="{46E6CF38-67BD-4B1D-9ADE-4B0851F3C786}" presName="node" presStyleLbl="node1" presStyleIdx="1" presStyleCnt="6">
        <dgm:presLayoutVars>
          <dgm:bulletEnabled val="1"/>
        </dgm:presLayoutVars>
      </dgm:prSet>
      <dgm:spPr/>
    </dgm:pt>
    <dgm:pt modelId="{6FA13892-04D3-406D-A85A-FEF2158FB417}" type="pres">
      <dgm:prSet presAssocID="{7E65A6CA-3F36-4091-914D-871A64767A0D}" presName="sibTrans" presStyleLbl="sibTrans1D1" presStyleIdx="1" presStyleCnt="5"/>
      <dgm:spPr/>
    </dgm:pt>
    <dgm:pt modelId="{E48560B7-1CD3-4D3F-B5DF-D575FD8769AB}" type="pres">
      <dgm:prSet presAssocID="{7E65A6CA-3F36-4091-914D-871A64767A0D}" presName="connectorText" presStyleLbl="sibTrans1D1" presStyleIdx="1" presStyleCnt="5"/>
      <dgm:spPr/>
    </dgm:pt>
    <dgm:pt modelId="{9BA65D5B-C2E3-42AA-900C-8C1682EE2E46}" type="pres">
      <dgm:prSet presAssocID="{389BE84E-72A2-4F08-A627-88F3543DB175}" presName="node" presStyleLbl="node1" presStyleIdx="2" presStyleCnt="6">
        <dgm:presLayoutVars>
          <dgm:bulletEnabled val="1"/>
        </dgm:presLayoutVars>
      </dgm:prSet>
      <dgm:spPr/>
    </dgm:pt>
    <dgm:pt modelId="{4357E5C6-2FEB-454D-A34D-118ADF8A10CD}" type="pres">
      <dgm:prSet presAssocID="{20110533-3834-4F58-B0A5-0F410C2C7629}" presName="sibTrans" presStyleLbl="sibTrans1D1" presStyleIdx="2" presStyleCnt="5"/>
      <dgm:spPr/>
    </dgm:pt>
    <dgm:pt modelId="{5675EACB-9DBC-415B-854D-D4C78DD7D623}" type="pres">
      <dgm:prSet presAssocID="{20110533-3834-4F58-B0A5-0F410C2C7629}" presName="connectorText" presStyleLbl="sibTrans1D1" presStyleIdx="2" presStyleCnt="5"/>
      <dgm:spPr/>
    </dgm:pt>
    <dgm:pt modelId="{595FAAFB-D408-465C-86C2-C4732ECA936A}" type="pres">
      <dgm:prSet presAssocID="{BD2A8C2C-7367-4AC7-B1A0-94E5C81EB112}" presName="node" presStyleLbl="node1" presStyleIdx="3" presStyleCnt="6">
        <dgm:presLayoutVars>
          <dgm:bulletEnabled val="1"/>
        </dgm:presLayoutVars>
      </dgm:prSet>
      <dgm:spPr/>
    </dgm:pt>
    <dgm:pt modelId="{43B7BF20-51B2-4540-AFF1-4037A6CBFBB8}" type="pres">
      <dgm:prSet presAssocID="{6115B7C9-BA50-4E67-B84B-F452F0E5AC19}" presName="sibTrans" presStyleLbl="sibTrans1D1" presStyleIdx="3" presStyleCnt="5"/>
      <dgm:spPr/>
    </dgm:pt>
    <dgm:pt modelId="{395E10A3-814C-4829-9443-0BA4DF69FAB3}" type="pres">
      <dgm:prSet presAssocID="{6115B7C9-BA50-4E67-B84B-F452F0E5AC19}" presName="connectorText" presStyleLbl="sibTrans1D1" presStyleIdx="3" presStyleCnt="5"/>
      <dgm:spPr/>
    </dgm:pt>
    <dgm:pt modelId="{44253698-A039-4CF5-9940-BE55C2629B85}" type="pres">
      <dgm:prSet presAssocID="{F24F4D0B-FA1E-42C0-A57E-59D3BC7C4250}" presName="node" presStyleLbl="node1" presStyleIdx="4" presStyleCnt="6">
        <dgm:presLayoutVars>
          <dgm:bulletEnabled val="1"/>
        </dgm:presLayoutVars>
      </dgm:prSet>
      <dgm:spPr/>
    </dgm:pt>
    <dgm:pt modelId="{C984B468-5AE9-4F48-9C57-086D37116CA8}" type="pres">
      <dgm:prSet presAssocID="{C89D243D-DA30-4C8F-892D-C0F01B15E048}" presName="sibTrans" presStyleLbl="sibTrans1D1" presStyleIdx="4" presStyleCnt="5"/>
      <dgm:spPr/>
    </dgm:pt>
    <dgm:pt modelId="{2F4CD879-03BD-41D8-BBC8-EBE7D35DE6E1}" type="pres">
      <dgm:prSet presAssocID="{C89D243D-DA30-4C8F-892D-C0F01B15E048}" presName="connectorText" presStyleLbl="sibTrans1D1" presStyleIdx="4" presStyleCnt="5"/>
      <dgm:spPr/>
    </dgm:pt>
    <dgm:pt modelId="{7C7F695C-3578-4B4A-B792-00BBACD3858C}" type="pres">
      <dgm:prSet presAssocID="{4AE58F0C-5F04-4B85-99A3-2245415FC944}" presName="node" presStyleLbl="node1" presStyleIdx="5" presStyleCnt="6">
        <dgm:presLayoutVars>
          <dgm:bulletEnabled val="1"/>
        </dgm:presLayoutVars>
      </dgm:prSet>
      <dgm:spPr/>
    </dgm:pt>
  </dgm:ptLst>
  <dgm:cxnLst>
    <dgm:cxn modelId="{C5F0ED07-9198-427D-A86F-B735F1E22FD6}" type="presOf" srcId="{C89D243D-DA30-4C8F-892D-C0F01B15E048}" destId="{C984B468-5AE9-4F48-9C57-086D37116CA8}" srcOrd="0" destOrd="0" presId="urn:microsoft.com/office/officeart/2016/7/layout/RepeatingBendingProcessNew"/>
    <dgm:cxn modelId="{76C4EC0A-B1AC-45AE-BA5D-61830BA7394C}" srcId="{9BFB0686-2322-4EC2-A66C-308422D307B8}" destId="{46E6CF38-67BD-4B1D-9ADE-4B0851F3C786}" srcOrd="1" destOrd="0" parTransId="{7840294B-DADA-4FF5-8660-03057805AE48}" sibTransId="{7E65A6CA-3F36-4091-914D-871A64767A0D}"/>
    <dgm:cxn modelId="{51375016-92A7-4DF3-84AD-3448557E89C2}" type="presOf" srcId="{F24F4D0B-FA1E-42C0-A57E-59D3BC7C4250}" destId="{44253698-A039-4CF5-9940-BE55C2629B85}" srcOrd="0" destOrd="0" presId="urn:microsoft.com/office/officeart/2016/7/layout/RepeatingBendingProcessNew"/>
    <dgm:cxn modelId="{40656918-73A4-43E0-AD13-036ABE86067B}" type="presOf" srcId="{20110533-3834-4F58-B0A5-0F410C2C7629}" destId="{5675EACB-9DBC-415B-854D-D4C78DD7D623}" srcOrd="1" destOrd="0" presId="urn:microsoft.com/office/officeart/2016/7/layout/RepeatingBendingProcessNew"/>
    <dgm:cxn modelId="{E479041A-DFA5-42AC-B17D-AC50C599655E}" srcId="{9BFB0686-2322-4EC2-A66C-308422D307B8}" destId="{BD2A8C2C-7367-4AC7-B1A0-94E5C81EB112}" srcOrd="3" destOrd="0" parTransId="{D99C2F89-FDDD-4A3C-9A74-FDFF26B12315}" sibTransId="{6115B7C9-BA50-4E67-B84B-F452F0E5AC19}"/>
    <dgm:cxn modelId="{AB1D4D1C-2E55-4480-9D03-B1532250C0D4}" type="presOf" srcId="{9E8B22C1-57C5-4747-9D28-4051DD466562}" destId="{471713F4-D82C-43C5-AF2F-6B1A294D46E9}" srcOrd="0" destOrd="0" presId="urn:microsoft.com/office/officeart/2016/7/layout/RepeatingBendingProcessNew"/>
    <dgm:cxn modelId="{BFA48123-A0AE-4630-9E96-639091458175}" srcId="{9BFB0686-2322-4EC2-A66C-308422D307B8}" destId="{F24F4D0B-FA1E-42C0-A57E-59D3BC7C4250}" srcOrd="4" destOrd="0" parTransId="{ACF6670D-9CD9-49C0-BD7D-5AFF2D69CCC4}" sibTransId="{C89D243D-DA30-4C8F-892D-C0F01B15E048}"/>
    <dgm:cxn modelId="{25C39628-1517-44A4-AAC7-C652A4E3F00C}" type="presOf" srcId="{C89D243D-DA30-4C8F-892D-C0F01B15E048}" destId="{2F4CD879-03BD-41D8-BBC8-EBE7D35DE6E1}" srcOrd="1" destOrd="0" presId="urn:microsoft.com/office/officeart/2016/7/layout/RepeatingBendingProcessNew"/>
    <dgm:cxn modelId="{913EF32C-3A2D-4686-BA72-0A7EE11F4524}" type="presOf" srcId="{7E65A6CA-3F36-4091-914D-871A64767A0D}" destId="{6FA13892-04D3-406D-A85A-FEF2158FB417}" srcOrd="0" destOrd="0" presId="urn:microsoft.com/office/officeart/2016/7/layout/RepeatingBendingProcessNew"/>
    <dgm:cxn modelId="{1AD36731-2A86-4972-AF3F-123AF1F9BC30}" srcId="{9BFB0686-2322-4EC2-A66C-308422D307B8}" destId="{389BE84E-72A2-4F08-A627-88F3543DB175}" srcOrd="2" destOrd="0" parTransId="{003ADCB8-F701-41E3-9B55-5E8F27C332BF}" sibTransId="{20110533-3834-4F58-B0A5-0F410C2C7629}"/>
    <dgm:cxn modelId="{B2069131-FE7E-4AC6-A98E-FB74F9326B78}" type="presOf" srcId="{389BE84E-72A2-4F08-A627-88F3543DB175}" destId="{9BA65D5B-C2E3-42AA-900C-8C1682EE2E46}" srcOrd="0" destOrd="0" presId="urn:microsoft.com/office/officeart/2016/7/layout/RepeatingBendingProcessNew"/>
    <dgm:cxn modelId="{29C8B135-6229-4D4F-B452-EC2E10F35F5D}" srcId="{9BFB0686-2322-4EC2-A66C-308422D307B8}" destId="{9E8B22C1-57C5-4747-9D28-4051DD466562}" srcOrd="0" destOrd="0" parTransId="{71B59B51-FB3B-4E33-9B53-E8C74FC01334}" sibTransId="{8860D712-69F8-4D3D-8851-27A563F1FE02}"/>
    <dgm:cxn modelId="{B8E34E40-D970-4210-B008-4864AA33C40B}" type="presOf" srcId="{8860D712-69F8-4D3D-8851-27A563F1FE02}" destId="{25087243-8B65-4BDC-AD51-60944765F8E8}" srcOrd="0" destOrd="0" presId="urn:microsoft.com/office/officeart/2016/7/layout/RepeatingBendingProcessNew"/>
    <dgm:cxn modelId="{A665986F-D139-44DE-B8B9-E1CB14D27A3D}" type="presOf" srcId="{6115B7C9-BA50-4E67-B84B-F452F0E5AC19}" destId="{43B7BF20-51B2-4540-AFF1-4037A6CBFBB8}" srcOrd="0" destOrd="0" presId="urn:microsoft.com/office/officeart/2016/7/layout/RepeatingBendingProcessNew"/>
    <dgm:cxn modelId="{C3897955-5BFC-4BC0-B9AA-C204AEC40C1C}" type="presOf" srcId="{6115B7C9-BA50-4E67-B84B-F452F0E5AC19}" destId="{395E10A3-814C-4829-9443-0BA4DF69FAB3}" srcOrd="1" destOrd="0" presId="urn:microsoft.com/office/officeart/2016/7/layout/RepeatingBendingProcessNew"/>
    <dgm:cxn modelId="{C8D1CB56-D7F9-4E84-8D4C-1C312E7DB7FA}" type="presOf" srcId="{8860D712-69F8-4D3D-8851-27A563F1FE02}" destId="{8BD7988C-C6AC-4DA5-A17F-6CFF24BBFA2B}" srcOrd="1" destOrd="0" presId="urn:microsoft.com/office/officeart/2016/7/layout/RepeatingBendingProcessNew"/>
    <dgm:cxn modelId="{74EBE477-CD20-46F0-A7AF-58B569A49590}" type="presOf" srcId="{46E6CF38-67BD-4B1D-9ADE-4B0851F3C786}" destId="{5D645C69-CF28-4348-8038-E05F713592E1}" srcOrd="0" destOrd="0" presId="urn:microsoft.com/office/officeart/2016/7/layout/RepeatingBendingProcessNew"/>
    <dgm:cxn modelId="{F137C49B-90DF-4C78-817D-9C43CC5F57C9}" type="presOf" srcId="{9BFB0686-2322-4EC2-A66C-308422D307B8}" destId="{A8468401-76F0-41E9-B7F6-6034E659DA8B}" srcOrd="0" destOrd="0" presId="urn:microsoft.com/office/officeart/2016/7/layout/RepeatingBendingProcessNew"/>
    <dgm:cxn modelId="{338EBBA6-CF91-4733-9DDC-ED3C598A654F}" type="presOf" srcId="{7E65A6CA-3F36-4091-914D-871A64767A0D}" destId="{E48560B7-1CD3-4D3F-B5DF-D575FD8769AB}" srcOrd="1" destOrd="0" presId="urn:microsoft.com/office/officeart/2016/7/layout/RepeatingBendingProcessNew"/>
    <dgm:cxn modelId="{7B2F29B5-33E8-4EE6-AD5C-25B38027E226}" type="presOf" srcId="{4AE58F0C-5F04-4B85-99A3-2245415FC944}" destId="{7C7F695C-3578-4B4A-B792-00BBACD3858C}" srcOrd="0" destOrd="0" presId="urn:microsoft.com/office/officeart/2016/7/layout/RepeatingBendingProcessNew"/>
    <dgm:cxn modelId="{50A453CB-FD5C-4468-9D59-30714B48B433}" type="presOf" srcId="{20110533-3834-4F58-B0A5-0F410C2C7629}" destId="{4357E5C6-2FEB-454D-A34D-118ADF8A10CD}" srcOrd="0" destOrd="0" presId="urn:microsoft.com/office/officeart/2016/7/layout/RepeatingBendingProcessNew"/>
    <dgm:cxn modelId="{F95770CE-0D72-4ACD-B381-3B47F6F1FABD}" type="presOf" srcId="{BD2A8C2C-7367-4AC7-B1A0-94E5C81EB112}" destId="{595FAAFB-D408-465C-86C2-C4732ECA936A}" srcOrd="0" destOrd="0" presId="urn:microsoft.com/office/officeart/2016/7/layout/RepeatingBendingProcessNew"/>
    <dgm:cxn modelId="{3D6EABCE-644D-44A1-9C15-D37D92D6C510}" srcId="{9BFB0686-2322-4EC2-A66C-308422D307B8}" destId="{4AE58F0C-5F04-4B85-99A3-2245415FC944}" srcOrd="5" destOrd="0" parTransId="{06A902EB-4DBD-405C-B9A5-AE2FF87ED193}" sibTransId="{92D85BD7-743D-4CE0-8A3D-879C8C212D5F}"/>
    <dgm:cxn modelId="{68A093E6-7402-47AB-9765-8B4DF30DA4DF}" type="presParOf" srcId="{A8468401-76F0-41E9-B7F6-6034E659DA8B}" destId="{471713F4-D82C-43C5-AF2F-6B1A294D46E9}" srcOrd="0" destOrd="0" presId="urn:microsoft.com/office/officeart/2016/7/layout/RepeatingBendingProcessNew"/>
    <dgm:cxn modelId="{69D01BF9-10CD-4D39-A10E-A4CD0254100E}" type="presParOf" srcId="{A8468401-76F0-41E9-B7F6-6034E659DA8B}" destId="{25087243-8B65-4BDC-AD51-60944765F8E8}" srcOrd="1" destOrd="0" presId="urn:microsoft.com/office/officeart/2016/7/layout/RepeatingBendingProcessNew"/>
    <dgm:cxn modelId="{6D84BE1C-1D24-4B84-A688-ECE6737138C4}" type="presParOf" srcId="{25087243-8B65-4BDC-AD51-60944765F8E8}" destId="{8BD7988C-C6AC-4DA5-A17F-6CFF24BBFA2B}" srcOrd="0" destOrd="0" presId="urn:microsoft.com/office/officeart/2016/7/layout/RepeatingBendingProcessNew"/>
    <dgm:cxn modelId="{7CF330ED-08E4-4094-8C59-6757844C0F48}" type="presParOf" srcId="{A8468401-76F0-41E9-B7F6-6034E659DA8B}" destId="{5D645C69-CF28-4348-8038-E05F713592E1}" srcOrd="2" destOrd="0" presId="urn:microsoft.com/office/officeart/2016/7/layout/RepeatingBendingProcessNew"/>
    <dgm:cxn modelId="{F2B9910A-3A86-46F3-8A8A-3E4DC2D4EB7A}" type="presParOf" srcId="{A8468401-76F0-41E9-B7F6-6034E659DA8B}" destId="{6FA13892-04D3-406D-A85A-FEF2158FB417}" srcOrd="3" destOrd="0" presId="urn:microsoft.com/office/officeart/2016/7/layout/RepeatingBendingProcessNew"/>
    <dgm:cxn modelId="{D1EDCC00-CA21-4C2B-89BF-7A6BD75D5005}" type="presParOf" srcId="{6FA13892-04D3-406D-A85A-FEF2158FB417}" destId="{E48560B7-1CD3-4D3F-B5DF-D575FD8769AB}" srcOrd="0" destOrd="0" presId="urn:microsoft.com/office/officeart/2016/7/layout/RepeatingBendingProcessNew"/>
    <dgm:cxn modelId="{6341A82D-37AC-4348-9C78-F0506AC2CA27}" type="presParOf" srcId="{A8468401-76F0-41E9-B7F6-6034E659DA8B}" destId="{9BA65D5B-C2E3-42AA-900C-8C1682EE2E46}" srcOrd="4" destOrd="0" presId="urn:microsoft.com/office/officeart/2016/7/layout/RepeatingBendingProcessNew"/>
    <dgm:cxn modelId="{AFD92A53-B979-4F77-B4B3-1FC8F207E2E1}" type="presParOf" srcId="{A8468401-76F0-41E9-B7F6-6034E659DA8B}" destId="{4357E5C6-2FEB-454D-A34D-118ADF8A10CD}" srcOrd="5" destOrd="0" presId="urn:microsoft.com/office/officeart/2016/7/layout/RepeatingBendingProcessNew"/>
    <dgm:cxn modelId="{259AB953-C1BD-4992-BC4F-ED583FD5F38C}" type="presParOf" srcId="{4357E5C6-2FEB-454D-A34D-118ADF8A10CD}" destId="{5675EACB-9DBC-415B-854D-D4C78DD7D623}" srcOrd="0" destOrd="0" presId="urn:microsoft.com/office/officeart/2016/7/layout/RepeatingBendingProcessNew"/>
    <dgm:cxn modelId="{7756C65B-EF39-469E-85AE-8D7079CEE2CC}" type="presParOf" srcId="{A8468401-76F0-41E9-B7F6-6034E659DA8B}" destId="{595FAAFB-D408-465C-86C2-C4732ECA936A}" srcOrd="6" destOrd="0" presId="urn:microsoft.com/office/officeart/2016/7/layout/RepeatingBendingProcessNew"/>
    <dgm:cxn modelId="{87EDC10E-B3A9-4FC8-B7B8-E2C62C1B7004}" type="presParOf" srcId="{A8468401-76F0-41E9-B7F6-6034E659DA8B}" destId="{43B7BF20-51B2-4540-AFF1-4037A6CBFBB8}" srcOrd="7" destOrd="0" presId="urn:microsoft.com/office/officeart/2016/7/layout/RepeatingBendingProcessNew"/>
    <dgm:cxn modelId="{38BD919C-4C55-4C3F-B3FB-FFC598C08281}" type="presParOf" srcId="{43B7BF20-51B2-4540-AFF1-4037A6CBFBB8}" destId="{395E10A3-814C-4829-9443-0BA4DF69FAB3}" srcOrd="0" destOrd="0" presId="urn:microsoft.com/office/officeart/2016/7/layout/RepeatingBendingProcessNew"/>
    <dgm:cxn modelId="{74B8B4AC-10DA-48D7-965A-A98A5387FE27}" type="presParOf" srcId="{A8468401-76F0-41E9-B7F6-6034E659DA8B}" destId="{44253698-A039-4CF5-9940-BE55C2629B85}" srcOrd="8" destOrd="0" presId="urn:microsoft.com/office/officeart/2016/7/layout/RepeatingBendingProcessNew"/>
    <dgm:cxn modelId="{EBA30D03-7666-463B-B194-E7653E4F8CD9}" type="presParOf" srcId="{A8468401-76F0-41E9-B7F6-6034E659DA8B}" destId="{C984B468-5AE9-4F48-9C57-086D37116CA8}" srcOrd="9" destOrd="0" presId="urn:microsoft.com/office/officeart/2016/7/layout/RepeatingBendingProcessNew"/>
    <dgm:cxn modelId="{679F6700-67F3-4A73-86CC-9C610D1B4EB3}" type="presParOf" srcId="{C984B468-5AE9-4F48-9C57-086D37116CA8}" destId="{2F4CD879-03BD-41D8-BBC8-EBE7D35DE6E1}" srcOrd="0" destOrd="0" presId="urn:microsoft.com/office/officeart/2016/7/layout/RepeatingBendingProcessNew"/>
    <dgm:cxn modelId="{F548B4BD-2F29-4789-829E-FAF94E6E58C0}" type="presParOf" srcId="{A8468401-76F0-41E9-B7F6-6034E659DA8B}" destId="{7C7F695C-3578-4B4A-B792-00BBACD3858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EE187A-A0F2-4192-B0D2-427E9210024C}">
      <dsp:nvSpPr>
        <dsp:cNvPr id="0" name=""/>
        <dsp:cNvSpPr/>
      </dsp:nvSpPr>
      <dsp:spPr>
        <a:xfrm>
          <a:off x="6479827" y="1739710"/>
          <a:ext cx="2688461" cy="639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5958"/>
              </a:lnTo>
              <a:lnTo>
                <a:pt x="2688461" y="435958"/>
              </a:lnTo>
              <a:lnTo>
                <a:pt x="2688461" y="639731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0C9894-7E9D-4073-9072-013A508A0816}">
      <dsp:nvSpPr>
        <dsp:cNvPr id="0" name=""/>
        <dsp:cNvSpPr/>
      </dsp:nvSpPr>
      <dsp:spPr>
        <a:xfrm>
          <a:off x="6434107" y="1739710"/>
          <a:ext cx="91440" cy="6397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39731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0BAADF-7055-430F-B45F-21B9AAD67C82}">
      <dsp:nvSpPr>
        <dsp:cNvPr id="0" name=""/>
        <dsp:cNvSpPr/>
      </dsp:nvSpPr>
      <dsp:spPr>
        <a:xfrm>
          <a:off x="3791366" y="1739710"/>
          <a:ext cx="2688461" cy="639731"/>
        </a:xfrm>
        <a:custGeom>
          <a:avLst/>
          <a:gdLst/>
          <a:ahLst/>
          <a:cxnLst/>
          <a:rect l="0" t="0" r="0" b="0"/>
          <a:pathLst>
            <a:path>
              <a:moveTo>
                <a:pt x="2688461" y="0"/>
              </a:moveTo>
              <a:lnTo>
                <a:pt x="2688461" y="435958"/>
              </a:lnTo>
              <a:lnTo>
                <a:pt x="0" y="435958"/>
              </a:lnTo>
              <a:lnTo>
                <a:pt x="0" y="639731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6C08E2-8397-4EEC-9AFB-055BD054DA0F}">
      <dsp:nvSpPr>
        <dsp:cNvPr id="0" name=""/>
        <dsp:cNvSpPr/>
      </dsp:nvSpPr>
      <dsp:spPr>
        <a:xfrm>
          <a:off x="3080" y="342932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4F8FD1B-80BE-4CD1-B27F-893414AF68B7}">
      <dsp:nvSpPr>
        <dsp:cNvPr id="0" name=""/>
        <dsp:cNvSpPr/>
      </dsp:nvSpPr>
      <dsp:spPr>
        <a:xfrm>
          <a:off x="247486" y="57511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Definition:</a:t>
          </a:r>
          <a:br>
            <a:rPr lang="en-US" sz="1500" kern="1200"/>
          </a:br>
          <a:r>
            <a:rPr lang="en-US" sz="1500" kern="1200"/>
            <a:t>Intermediate caching layer between Edge Locations and the Origin Server in CloudFront.</a:t>
          </a:r>
        </a:p>
      </dsp:txBody>
      <dsp:txXfrm>
        <a:off x="288396" y="616028"/>
        <a:ext cx="2117829" cy="1314957"/>
      </dsp:txXfrm>
    </dsp:sp>
    <dsp:sp modelId="{D6DA79F0-0542-485E-B76F-98BBE6C339DC}">
      <dsp:nvSpPr>
        <dsp:cNvPr id="0" name=""/>
        <dsp:cNvSpPr/>
      </dsp:nvSpPr>
      <dsp:spPr>
        <a:xfrm>
          <a:off x="2691541" y="342932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96EF6DE-8919-433A-95EE-193BA9F21DC3}">
      <dsp:nvSpPr>
        <dsp:cNvPr id="0" name=""/>
        <dsp:cNvSpPr/>
      </dsp:nvSpPr>
      <dsp:spPr>
        <a:xfrm>
          <a:off x="2935947" y="57511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Purpose:</a:t>
          </a:r>
          <a:br>
            <a:rPr lang="en-US" sz="1500" kern="1200"/>
          </a:br>
          <a:r>
            <a:rPr lang="en-US" sz="1500" kern="1200"/>
            <a:t>Reduce origin load and improve cache efficiency.</a:t>
          </a:r>
        </a:p>
      </dsp:txBody>
      <dsp:txXfrm>
        <a:off x="2976857" y="616028"/>
        <a:ext cx="2117829" cy="1314957"/>
      </dsp:txXfrm>
    </dsp:sp>
    <dsp:sp modelId="{170656DF-1B64-4FBD-A6A9-ABFBCF4F1F42}">
      <dsp:nvSpPr>
        <dsp:cNvPr id="0" name=""/>
        <dsp:cNvSpPr/>
      </dsp:nvSpPr>
      <dsp:spPr>
        <a:xfrm>
          <a:off x="5380002" y="342932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9C08A7-FC55-4D56-9250-C654A1D926C1}">
      <dsp:nvSpPr>
        <dsp:cNvPr id="0" name=""/>
        <dsp:cNvSpPr/>
      </dsp:nvSpPr>
      <dsp:spPr>
        <a:xfrm>
          <a:off x="5624408" y="57511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Function:</a:t>
          </a:r>
          <a:endParaRPr lang="en-US" sz="1500" kern="1200"/>
        </a:p>
      </dsp:txBody>
      <dsp:txXfrm>
        <a:off x="5665318" y="616028"/>
        <a:ext cx="2117829" cy="1314957"/>
      </dsp:txXfrm>
    </dsp:sp>
    <dsp:sp modelId="{9CB71138-409D-4F14-850F-F974DF0904C9}">
      <dsp:nvSpPr>
        <dsp:cNvPr id="0" name=""/>
        <dsp:cNvSpPr/>
      </dsp:nvSpPr>
      <dsp:spPr>
        <a:xfrm>
          <a:off x="2691541" y="2379442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57ACDCF-1A9B-4E16-A48F-CF5265576E05}">
      <dsp:nvSpPr>
        <dsp:cNvPr id="0" name=""/>
        <dsp:cNvSpPr/>
      </dsp:nvSpPr>
      <dsp:spPr>
        <a:xfrm>
          <a:off x="2935947" y="2611627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Edge Location checks cache if miss request goes to Regional Edge Location.</a:t>
          </a:r>
        </a:p>
      </dsp:txBody>
      <dsp:txXfrm>
        <a:off x="2976857" y="2652537"/>
        <a:ext cx="2117829" cy="1314957"/>
      </dsp:txXfrm>
    </dsp:sp>
    <dsp:sp modelId="{EB32FB0A-871E-410B-AF27-0A2420906868}">
      <dsp:nvSpPr>
        <dsp:cNvPr id="0" name=""/>
        <dsp:cNvSpPr/>
      </dsp:nvSpPr>
      <dsp:spPr>
        <a:xfrm>
          <a:off x="5380002" y="2379442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C15D54C-6765-4F9D-9B62-C267BB2A9427}">
      <dsp:nvSpPr>
        <dsp:cNvPr id="0" name=""/>
        <dsp:cNvSpPr/>
      </dsp:nvSpPr>
      <dsp:spPr>
        <a:xfrm>
          <a:off x="5624408" y="2611627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If data found returned immediately.</a:t>
          </a:r>
        </a:p>
      </dsp:txBody>
      <dsp:txXfrm>
        <a:off x="5665318" y="2652537"/>
        <a:ext cx="2117829" cy="1314957"/>
      </dsp:txXfrm>
    </dsp:sp>
    <dsp:sp modelId="{C4A976F1-9316-4FB9-93C6-5810AC05EA90}">
      <dsp:nvSpPr>
        <dsp:cNvPr id="0" name=""/>
        <dsp:cNvSpPr/>
      </dsp:nvSpPr>
      <dsp:spPr>
        <a:xfrm>
          <a:off x="8068463" y="2379442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DFAAAB2-BC5D-4AF2-9E0F-0726C03F5ECD}">
      <dsp:nvSpPr>
        <dsp:cNvPr id="0" name=""/>
        <dsp:cNvSpPr/>
      </dsp:nvSpPr>
      <dsp:spPr>
        <a:xfrm>
          <a:off x="8312869" y="2611627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If not fetched from origin, cached, and passed back.</a:t>
          </a:r>
        </a:p>
      </dsp:txBody>
      <dsp:txXfrm>
        <a:off x="8353779" y="2652537"/>
        <a:ext cx="2117829" cy="1314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E5E3F0-4283-4E9D-9312-5D204FD31976}">
      <dsp:nvSpPr>
        <dsp:cNvPr id="0" name=""/>
        <dsp:cNvSpPr/>
      </dsp:nvSpPr>
      <dsp:spPr>
        <a:xfrm>
          <a:off x="336057" y="1756"/>
          <a:ext cx="2590390" cy="15542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Hosting static and dynamic websites.</a:t>
          </a:r>
        </a:p>
      </dsp:txBody>
      <dsp:txXfrm>
        <a:off x="381579" y="47278"/>
        <a:ext cx="2499346" cy="1463190"/>
      </dsp:txXfrm>
    </dsp:sp>
    <dsp:sp modelId="{708047D1-1274-4E2F-8DC7-75AC73FBE4B9}">
      <dsp:nvSpPr>
        <dsp:cNvPr id="0" name=""/>
        <dsp:cNvSpPr/>
      </dsp:nvSpPr>
      <dsp:spPr>
        <a:xfrm>
          <a:off x="3154402" y="457665"/>
          <a:ext cx="549162" cy="6424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154402" y="586148"/>
        <a:ext cx="384413" cy="385450"/>
      </dsp:txXfrm>
    </dsp:sp>
    <dsp:sp modelId="{AD011D26-B892-409B-834C-988B295694D9}">
      <dsp:nvSpPr>
        <dsp:cNvPr id="0" name=""/>
        <dsp:cNvSpPr/>
      </dsp:nvSpPr>
      <dsp:spPr>
        <a:xfrm>
          <a:off x="3962604" y="1756"/>
          <a:ext cx="2590390" cy="15542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Video streaming (Live and On-Demand).</a:t>
          </a:r>
        </a:p>
      </dsp:txBody>
      <dsp:txXfrm>
        <a:off x="4008126" y="47278"/>
        <a:ext cx="2499346" cy="1463190"/>
      </dsp:txXfrm>
    </dsp:sp>
    <dsp:sp modelId="{04564E35-265F-4501-9C9C-600C92F9FC2E}">
      <dsp:nvSpPr>
        <dsp:cNvPr id="0" name=""/>
        <dsp:cNvSpPr/>
      </dsp:nvSpPr>
      <dsp:spPr>
        <a:xfrm>
          <a:off x="6780949" y="457665"/>
          <a:ext cx="549162" cy="6424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780949" y="586148"/>
        <a:ext cx="384413" cy="385450"/>
      </dsp:txXfrm>
    </dsp:sp>
    <dsp:sp modelId="{585D1929-6E45-4203-AF74-CD51B8AF6525}">
      <dsp:nvSpPr>
        <dsp:cNvPr id="0" name=""/>
        <dsp:cNvSpPr/>
      </dsp:nvSpPr>
      <dsp:spPr>
        <a:xfrm>
          <a:off x="7589151" y="1756"/>
          <a:ext cx="2590390" cy="15542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Software updates and large file downloads.</a:t>
          </a:r>
        </a:p>
      </dsp:txBody>
      <dsp:txXfrm>
        <a:off x="7634673" y="47278"/>
        <a:ext cx="2499346" cy="1463190"/>
      </dsp:txXfrm>
    </dsp:sp>
    <dsp:sp modelId="{E0962DB2-B2CF-4395-A567-67ADD76E1A28}">
      <dsp:nvSpPr>
        <dsp:cNvPr id="0" name=""/>
        <dsp:cNvSpPr/>
      </dsp:nvSpPr>
      <dsp:spPr>
        <a:xfrm rot="5400000">
          <a:off x="8609765" y="1737318"/>
          <a:ext cx="549162" cy="6424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8691622" y="1783945"/>
        <a:ext cx="385450" cy="384413"/>
      </dsp:txXfrm>
    </dsp:sp>
    <dsp:sp modelId="{A3EAAE66-85A2-49CB-9554-E87F35287FF0}">
      <dsp:nvSpPr>
        <dsp:cNvPr id="0" name=""/>
        <dsp:cNvSpPr/>
      </dsp:nvSpPr>
      <dsp:spPr>
        <a:xfrm>
          <a:off x="7589151" y="2592147"/>
          <a:ext cx="2590390" cy="15542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Accelerating API responses and dynamic web apps.</a:t>
          </a:r>
        </a:p>
      </dsp:txBody>
      <dsp:txXfrm>
        <a:off x="7634673" y="2637669"/>
        <a:ext cx="2499346" cy="1463190"/>
      </dsp:txXfrm>
    </dsp:sp>
    <dsp:sp modelId="{2DAA0255-EFBD-4751-A35C-3A7FCF0457DA}">
      <dsp:nvSpPr>
        <dsp:cNvPr id="0" name=""/>
        <dsp:cNvSpPr/>
      </dsp:nvSpPr>
      <dsp:spPr>
        <a:xfrm rot="10800000">
          <a:off x="6812034" y="3048055"/>
          <a:ext cx="549162" cy="6424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10800000">
        <a:off x="6976783" y="3176538"/>
        <a:ext cx="384413" cy="385450"/>
      </dsp:txXfrm>
    </dsp:sp>
    <dsp:sp modelId="{B5394D4E-695B-498E-ABFD-9E725ADB8EC7}">
      <dsp:nvSpPr>
        <dsp:cNvPr id="0" name=""/>
        <dsp:cNvSpPr/>
      </dsp:nvSpPr>
      <dsp:spPr>
        <a:xfrm>
          <a:off x="3962604" y="2592147"/>
          <a:ext cx="2590390" cy="15542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Serving secured content with HTTPS and signed URLs.</a:t>
          </a:r>
        </a:p>
      </dsp:txBody>
      <dsp:txXfrm>
        <a:off x="4008126" y="2637669"/>
        <a:ext cx="2499346" cy="14631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C935D0-F8FB-4AAE-98C4-C70457FF77CC}">
      <dsp:nvSpPr>
        <dsp:cNvPr id="0" name=""/>
        <dsp:cNvSpPr/>
      </dsp:nvSpPr>
      <dsp:spPr>
        <a:xfrm>
          <a:off x="682185" y="0"/>
          <a:ext cx="5536141" cy="5536141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9B07F2-E2A4-42C5-94FF-E13020A3595D}">
      <dsp:nvSpPr>
        <dsp:cNvPr id="0" name=""/>
        <dsp:cNvSpPr/>
      </dsp:nvSpPr>
      <dsp:spPr>
        <a:xfrm>
          <a:off x="1208118" y="525933"/>
          <a:ext cx="2159094" cy="21590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Your website is hosted in the US (N. Virginia).</a:t>
          </a:r>
        </a:p>
      </dsp:txBody>
      <dsp:txXfrm>
        <a:off x="1313516" y="631331"/>
        <a:ext cx="1948298" cy="1948298"/>
      </dsp:txXfrm>
    </dsp:sp>
    <dsp:sp modelId="{EE7664F2-B4B6-4218-98DB-1E4F5322DEB0}">
      <dsp:nvSpPr>
        <dsp:cNvPr id="0" name=""/>
        <dsp:cNvSpPr/>
      </dsp:nvSpPr>
      <dsp:spPr>
        <a:xfrm>
          <a:off x="3533298" y="525933"/>
          <a:ext cx="2159094" cy="215909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Users from Asia request your site.</a:t>
          </a:r>
        </a:p>
      </dsp:txBody>
      <dsp:txXfrm>
        <a:off x="3638696" y="631331"/>
        <a:ext cx="1948298" cy="1948298"/>
      </dsp:txXfrm>
    </dsp:sp>
    <dsp:sp modelId="{B6BF7FCC-D438-4A79-B8B3-0E39AA6AA9B0}">
      <dsp:nvSpPr>
        <dsp:cNvPr id="0" name=""/>
        <dsp:cNvSpPr/>
      </dsp:nvSpPr>
      <dsp:spPr>
        <a:xfrm>
          <a:off x="1208118" y="2851112"/>
          <a:ext cx="2159094" cy="215909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Without CloudFront → traffic travels to the US region, slow response.</a:t>
          </a:r>
        </a:p>
      </dsp:txBody>
      <dsp:txXfrm>
        <a:off x="1313516" y="2956510"/>
        <a:ext cx="1948298" cy="1948298"/>
      </dsp:txXfrm>
    </dsp:sp>
    <dsp:sp modelId="{418F2868-C5BD-438F-9707-CD6215047469}">
      <dsp:nvSpPr>
        <dsp:cNvPr id="0" name=""/>
        <dsp:cNvSpPr/>
      </dsp:nvSpPr>
      <dsp:spPr>
        <a:xfrm>
          <a:off x="3533298" y="2851112"/>
          <a:ext cx="2159094" cy="21590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With CloudFront content is cached at Asia edge location (Singapore/India) instant load, low latency, happy users.</a:t>
          </a:r>
        </a:p>
      </dsp:txBody>
      <dsp:txXfrm>
        <a:off x="3638696" y="2956510"/>
        <a:ext cx="1948298" cy="19482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087243-8B65-4BDC-AD51-60944765F8E8}">
      <dsp:nvSpPr>
        <dsp:cNvPr id="0" name=""/>
        <dsp:cNvSpPr/>
      </dsp:nvSpPr>
      <dsp:spPr>
        <a:xfrm>
          <a:off x="2899779" y="686484"/>
          <a:ext cx="5304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46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985" y="729398"/>
        <a:ext cx="28053" cy="5610"/>
      </dsp:txXfrm>
    </dsp:sp>
    <dsp:sp modelId="{471713F4-D82C-43C5-AF2F-6B1A294D46E9}">
      <dsp:nvSpPr>
        <dsp:cNvPr id="0" name=""/>
        <dsp:cNvSpPr/>
      </dsp:nvSpPr>
      <dsp:spPr>
        <a:xfrm>
          <a:off x="462167" y="380"/>
          <a:ext cx="2439412" cy="14636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CloudFront works seamlessly with:</a:t>
          </a:r>
        </a:p>
      </dsp:txBody>
      <dsp:txXfrm>
        <a:off x="462167" y="380"/>
        <a:ext cx="2439412" cy="1463647"/>
      </dsp:txXfrm>
    </dsp:sp>
    <dsp:sp modelId="{6FA13892-04D3-406D-A85A-FEF2158FB417}">
      <dsp:nvSpPr>
        <dsp:cNvPr id="0" name=""/>
        <dsp:cNvSpPr/>
      </dsp:nvSpPr>
      <dsp:spPr>
        <a:xfrm>
          <a:off x="1681873" y="1462227"/>
          <a:ext cx="3000476" cy="530464"/>
        </a:xfrm>
        <a:custGeom>
          <a:avLst/>
          <a:gdLst/>
          <a:ahLst/>
          <a:cxnLst/>
          <a:rect l="0" t="0" r="0" b="0"/>
          <a:pathLst>
            <a:path>
              <a:moveTo>
                <a:pt x="3000476" y="0"/>
              </a:moveTo>
              <a:lnTo>
                <a:pt x="3000476" y="282332"/>
              </a:lnTo>
              <a:lnTo>
                <a:pt x="0" y="282332"/>
              </a:lnTo>
              <a:lnTo>
                <a:pt x="0" y="53046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5799" y="1724654"/>
        <a:ext cx="152624" cy="5610"/>
      </dsp:txXfrm>
    </dsp:sp>
    <dsp:sp modelId="{5D645C69-CF28-4348-8038-E05F713592E1}">
      <dsp:nvSpPr>
        <dsp:cNvPr id="0" name=""/>
        <dsp:cNvSpPr/>
      </dsp:nvSpPr>
      <dsp:spPr>
        <a:xfrm>
          <a:off x="3462644" y="380"/>
          <a:ext cx="2439412" cy="14636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Amazon S3 (for static origin)</a:t>
          </a:r>
        </a:p>
      </dsp:txBody>
      <dsp:txXfrm>
        <a:off x="3462644" y="380"/>
        <a:ext cx="2439412" cy="1463647"/>
      </dsp:txXfrm>
    </dsp:sp>
    <dsp:sp modelId="{4357E5C6-2FEB-454D-A34D-118ADF8A10CD}">
      <dsp:nvSpPr>
        <dsp:cNvPr id="0" name=""/>
        <dsp:cNvSpPr/>
      </dsp:nvSpPr>
      <dsp:spPr>
        <a:xfrm>
          <a:off x="2899779" y="2711196"/>
          <a:ext cx="5304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464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985" y="2754110"/>
        <a:ext cx="28053" cy="5610"/>
      </dsp:txXfrm>
    </dsp:sp>
    <dsp:sp modelId="{9BA65D5B-C2E3-42AA-900C-8C1682EE2E46}">
      <dsp:nvSpPr>
        <dsp:cNvPr id="0" name=""/>
        <dsp:cNvSpPr/>
      </dsp:nvSpPr>
      <dsp:spPr>
        <a:xfrm>
          <a:off x="462167" y="2025092"/>
          <a:ext cx="2439412" cy="146364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EC2 or Load Balancer (for dynamic origin)</a:t>
          </a:r>
        </a:p>
      </dsp:txBody>
      <dsp:txXfrm>
        <a:off x="462167" y="2025092"/>
        <a:ext cx="2439412" cy="1463647"/>
      </dsp:txXfrm>
    </dsp:sp>
    <dsp:sp modelId="{43B7BF20-51B2-4540-AFF1-4037A6CBFBB8}">
      <dsp:nvSpPr>
        <dsp:cNvPr id="0" name=""/>
        <dsp:cNvSpPr/>
      </dsp:nvSpPr>
      <dsp:spPr>
        <a:xfrm>
          <a:off x="1681873" y="3486939"/>
          <a:ext cx="3000476" cy="530464"/>
        </a:xfrm>
        <a:custGeom>
          <a:avLst/>
          <a:gdLst/>
          <a:ahLst/>
          <a:cxnLst/>
          <a:rect l="0" t="0" r="0" b="0"/>
          <a:pathLst>
            <a:path>
              <a:moveTo>
                <a:pt x="3000476" y="0"/>
              </a:moveTo>
              <a:lnTo>
                <a:pt x="3000476" y="282332"/>
              </a:lnTo>
              <a:lnTo>
                <a:pt x="0" y="282332"/>
              </a:lnTo>
              <a:lnTo>
                <a:pt x="0" y="53046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5799" y="3749366"/>
        <a:ext cx="152624" cy="5610"/>
      </dsp:txXfrm>
    </dsp:sp>
    <dsp:sp modelId="{595FAAFB-D408-465C-86C2-C4732ECA936A}">
      <dsp:nvSpPr>
        <dsp:cNvPr id="0" name=""/>
        <dsp:cNvSpPr/>
      </dsp:nvSpPr>
      <dsp:spPr>
        <a:xfrm>
          <a:off x="3462644" y="2025092"/>
          <a:ext cx="2439412" cy="146364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AWS WAF &amp; Shield (for security)</a:t>
          </a:r>
        </a:p>
      </dsp:txBody>
      <dsp:txXfrm>
        <a:off x="3462644" y="2025092"/>
        <a:ext cx="2439412" cy="1463647"/>
      </dsp:txXfrm>
    </dsp:sp>
    <dsp:sp modelId="{C984B468-5AE9-4F48-9C57-086D37116CA8}">
      <dsp:nvSpPr>
        <dsp:cNvPr id="0" name=""/>
        <dsp:cNvSpPr/>
      </dsp:nvSpPr>
      <dsp:spPr>
        <a:xfrm>
          <a:off x="2899779" y="4735907"/>
          <a:ext cx="5304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464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985" y="4778822"/>
        <a:ext cx="28053" cy="5610"/>
      </dsp:txXfrm>
    </dsp:sp>
    <dsp:sp modelId="{44253698-A039-4CF5-9940-BE55C2629B85}">
      <dsp:nvSpPr>
        <dsp:cNvPr id="0" name=""/>
        <dsp:cNvSpPr/>
      </dsp:nvSpPr>
      <dsp:spPr>
        <a:xfrm>
          <a:off x="462167" y="4049804"/>
          <a:ext cx="2439412" cy="14636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Route 53 (for DNS routing)</a:t>
          </a:r>
        </a:p>
      </dsp:txBody>
      <dsp:txXfrm>
        <a:off x="462167" y="4049804"/>
        <a:ext cx="2439412" cy="1463647"/>
      </dsp:txXfrm>
    </dsp:sp>
    <dsp:sp modelId="{7C7F695C-3578-4B4A-B792-00BBACD3858C}">
      <dsp:nvSpPr>
        <dsp:cNvPr id="0" name=""/>
        <dsp:cNvSpPr/>
      </dsp:nvSpPr>
      <dsp:spPr>
        <a:xfrm>
          <a:off x="3462644" y="4049804"/>
          <a:ext cx="2439412" cy="14636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AWS Certificate Manager (ACM) (for SSL certificates)</a:t>
          </a:r>
        </a:p>
      </dsp:txBody>
      <dsp:txXfrm>
        <a:off x="3462644" y="4049804"/>
        <a:ext cx="2439412" cy="14636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42613-9DBE-46F9-A6B2-2E3C62E81D3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0B35C-71B9-4020-AC8E-E4B1616F3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79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0B35C-71B9-4020-AC8E-E4B1616F38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26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54A8-F1F2-A152-C2B7-E8E1E9EC5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05390-C3B6-3352-7731-EDF180B12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BFA36-2855-9FA6-3286-31F70D46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B7AA-EA1C-C566-55D8-CE8C266D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A8BE3-2C56-D9A4-7AA5-9AD22307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23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05374-EF94-0360-E79D-DE50F1D21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88E11-1762-A865-1272-C0AA6F898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F3B0-3F4F-911C-6CBF-7D578217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DA01E-1173-C847-1AAB-9F03F31D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AA409-D9B7-4E02-0538-F89B3ABF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8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F14A-8CF3-BAEA-6C51-CEDEDB447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2E20E-000C-C8B6-800E-9BA3DE032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01D50-72BA-47E7-9489-027C7AB0E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12398-58DC-E099-F708-9AF300D5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3B9DB-FF77-8988-54C9-92B6EB67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83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DE87-8D73-1E86-98FC-D112B8BE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42126-4A2D-4554-E3CB-D335A4FE3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CC367-3699-B6BA-A7D1-89C943BA2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1DF6A-EB3C-64F5-2C9B-E3E2D9DF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F5222-8B56-CE28-5E26-3203DB59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54869-8962-F102-3779-3051A806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29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2BAE-806D-BD5E-2787-56906ABC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5F2A3-B791-173D-2379-6C7319A8D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5246D-CC26-3827-4B7C-CC303131F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E5DC8-FE39-3126-C79D-F601B3264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80F92-788A-9F11-2628-2B0525E3F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45BACF-4FB4-1DDA-831F-3D6998AF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F816D3-AB3E-6F42-217D-A62A6FD6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CDF58-814D-9F89-42B4-FF9385460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46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1AF6-0378-7C18-5AE2-43FE55319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8B1FC-A7BD-CD7B-3E95-86A1C6AA4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D1505-ACBA-8113-B7B6-44CECCAA0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7412F-D6A7-BCBF-36BD-31ECE072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9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7804BD-3B47-271E-B311-004BA9BA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4736D8-1135-B666-E094-4BCC9B5DA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47F01-8F10-A118-6FF5-4874C6E2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32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B6620-2856-7F75-9C48-ECBF9F5B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9B2A0-A4A1-1A15-F696-2A1AE8E80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280D-6550-F2CF-64BA-05CD321FD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5A321-760A-A801-7D67-0E36D841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C4A8B-4993-19A2-4FB8-4077BB16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8A2BB-66EB-7C71-BCD4-2DBC4512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5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C13B-E65D-15C3-B995-E2441C800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1B782A-9FF4-A03E-8E6C-215FB8FF8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F4A21-0A13-236C-FDF1-54DCDA69F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719F3-12F2-0CC1-C9D3-70DC6A4BB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2388F-11EB-6467-28B3-2EBC911B1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B27EC-7341-43A7-9675-7FC5228A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16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1609-B071-17A4-C34A-77C246E08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92757-E579-DC2E-E415-D0FA1CC22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10FBC-B6D3-F884-E31C-F8398742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F17D7-C29F-12D7-1636-D191360B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7FE5C-0A7D-4781-7952-BEBC6DE6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24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2D8415-16F8-F745-2C06-1B2628D30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BA863-0A68-E95D-256A-ABFA790AD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B2570-B8C6-5EDD-DD6D-D1C51DEB0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B301B-C1C2-65F0-C123-EE3574BD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54BAD-6686-B3DD-5FC4-7E68DA60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7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13529-900C-44BB-5D00-CABB0E328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CC0AD-7E26-3587-4B17-9F43824C9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08C63-B21D-A1D8-3246-AF17DFC3C7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DC1C1-7657-4D87-BF69-9C3BFF7972A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22CA4-3960-F128-52C0-271688043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FB78-E4C5-D677-714B-2EE109DBF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C982F-9E93-4841-8442-85930F8D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8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253B60C-AF64-EA5A-E316-BB544AB84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en-US" sz="5100" b="1"/>
              <a:t>Amazon CloudFront</a:t>
            </a:r>
            <a:br>
              <a:rPr lang="en-US" sz="5100" b="1"/>
            </a:br>
            <a:endParaRPr lang="en-US" sz="5100"/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Graphic 22" descr="TV Monitor Selected">
            <a:extLst>
              <a:ext uri="{FF2B5EF4-FFF2-40B4-BE49-F238E27FC236}">
                <a16:creationId xmlns:a16="http://schemas.microsoft.com/office/drawing/2014/main" id="{7C908DB7-390E-2B96-2C5A-8E3237855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0" y="640080"/>
            <a:ext cx="5550408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5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F83B1BEA-1159-4AE5-AD9B-9440E5189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D5A26C-B203-634F-BA88-3C7DBF1BB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81000"/>
            <a:ext cx="3419856" cy="2003057"/>
          </a:xfrm>
        </p:spPr>
        <p:txBody>
          <a:bodyPr anchor="ctr">
            <a:normAutofit/>
          </a:bodyPr>
          <a:lstStyle/>
          <a:p>
            <a:r>
              <a:rPr lang="en-US" sz="4800" b="1"/>
              <a:t>Overview</a:t>
            </a:r>
            <a:br>
              <a:rPr lang="en-US" sz="4800" b="1"/>
            </a:br>
            <a:endParaRPr lang="en-US" sz="4800"/>
          </a:p>
        </p:txBody>
      </p:sp>
      <p:sp>
        <p:nvSpPr>
          <p:cNvPr id="102" name="sketch line">
            <a:extLst>
              <a:ext uri="{FF2B5EF4-FFF2-40B4-BE49-F238E27FC236}">
                <a16:creationId xmlns:a16="http://schemas.microsoft.com/office/drawing/2014/main" id="{5D50C310-510F-45B8-81D2-BE905D5C6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570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0B8929F2-4753-F2AE-9AA9-40A7B28DF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381000"/>
            <a:ext cx="6894576" cy="2003057"/>
          </a:xfrm>
        </p:spPr>
        <p:txBody>
          <a:bodyPr anchor="ctr">
            <a:normAutofit/>
          </a:bodyPr>
          <a:lstStyle/>
          <a:p>
            <a:r>
              <a:rPr lang="en-US" sz="1900"/>
              <a:t>Amazon CloudFront is a Content Delivery Network (CDN) service by AWS.</a:t>
            </a:r>
          </a:p>
          <a:p>
            <a:r>
              <a:rPr lang="en-US" sz="1900"/>
              <a:t>It speeds up the delivery of both static (HTML, CSS, JS, images) and dynamic (API, video, live data) content to users globally.</a:t>
            </a:r>
          </a:p>
          <a:p>
            <a:r>
              <a:rPr lang="en-US" sz="1900"/>
              <a:t>CloudFront uses a network of Edge Locations distributed around the world to serve content closer to users.</a:t>
            </a:r>
          </a:p>
          <a:p>
            <a:endParaRPr lang="en-US" sz="1900"/>
          </a:p>
        </p:txBody>
      </p:sp>
      <p:pic>
        <p:nvPicPr>
          <p:cNvPr id="5" name="Picture 4" descr="World map with flight paths">
            <a:extLst>
              <a:ext uri="{FF2B5EF4-FFF2-40B4-BE49-F238E27FC236}">
                <a16:creationId xmlns:a16="http://schemas.microsoft.com/office/drawing/2014/main" id="{1F32E1B8-BD97-6879-511B-FE9C4E4E87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4" b="-3"/>
          <a:stretch>
            <a:fillRect/>
          </a:stretch>
        </p:blipFill>
        <p:spPr>
          <a:xfrm>
            <a:off x="8" y="2668687"/>
            <a:ext cx="6095992" cy="4189309"/>
          </a:xfrm>
          <a:custGeom>
            <a:avLst/>
            <a:gdLst/>
            <a:ahLst/>
            <a:cxnLst/>
            <a:rect l="l" t="t" r="r" b="b"/>
            <a:pathLst>
              <a:path w="6005375" h="4189309">
                <a:moveTo>
                  <a:pt x="5422311" y="873"/>
                </a:moveTo>
                <a:cubicBezTo>
                  <a:pt x="5467738" y="-1249"/>
                  <a:pt x="5513346" y="499"/>
                  <a:pt x="5558643" y="6137"/>
                </a:cubicBezTo>
                <a:cubicBezTo>
                  <a:pt x="5633356" y="13367"/>
                  <a:pt x="5708323" y="18441"/>
                  <a:pt x="5783036" y="26052"/>
                </a:cubicBezTo>
                <a:cubicBezTo>
                  <a:pt x="5816269" y="29477"/>
                  <a:pt x="5849884" y="16792"/>
                  <a:pt x="5882612" y="28462"/>
                </a:cubicBezTo>
                <a:cubicBezTo>
                  <a:pt x="5909726" y="38166"/>
                  <a:pt x="5937089" y="43856"/>
                  <a:pt x="5964555" y="46416"/>
                </a:cubicBezTo>
                <a:lnTo>
                  <a:pt x="5997178" y="46088"/>
                </a:lnTo>
                <a:lnTo>
                  <a:pt x="5995170" y="275470"/>
                </a:lnTo>
                <a:cubicBezTo>
                  <a:pt x="5993432" y="411056"/>
                  <a:pt x="5993035" y="546624"/>
                  <a:pt x="5999656" y="682159"/>
                </a:cubicBezTo>
                <a:cubicBezTo>
                  <a:pt x="6009854" y="891918"/>
                  <a:pt x="6003364" y="1101545"/>
                  <a:pt x="5999656" y="1311172"/>
                </a:cubicBezTo>
                <a:cubicBezTo>
                  <a:pt x="5992506" y="1713210"/>
                  <a:pt x="6003364" y="2114718"/>
                  <a:pt x="5998730" y="2516227"/>
                </a:cubicBezTo>
                <a:cubicBezTo>
                  <a:pt x="5996744" y="2694204"/>
                  <a:pt x="5998994" y="2871916"/>
                  <a:pt x="6003364" y="3049893"/>
                </a:cubicBezTo>
                <a:cubicBezTo>
                  <a:pt x="6009720" y="3304015"/>
                  <a:pt x="5999922" y="3558268"/>
                  <a:pt x="5989196" y="3812257"/>
                </a:cubicBezTo>
                <a:cubicBezTo>
                  <a:pt x="5985594" y="3882097"/>
                  <a:pt x="5984646" y="3952020"/>
                  <a:pt x="5986348" y="4021878"/>
                </a:cubicBezTo>
                <a:lnTo>
                  <a:pt x="5996786" y="4189309"/>
                </a:lnTo>
                <a:lnTo>
                  <a:pt x="0" y="4189309"/>
                </a:lnTo>
                <a:lnTo>
                  <a:pt x="0" y="27247"/>
                </a:lnTo>
                <a:lnTo>
                  <a:pt x="495" y="27408"/>
                </a:lnTo>
                <a:cubicBezTo>
                  <a:pt x="5176" y="27551"/>
                  <a:pt x="10686" y="26465"/>
                  <a:pt x="17314" y="23896"/>
                </a:cubicBezTo>
                <a:cubicBezTo>
                  <a:pt x="33823" y="19050"/>
                  <a:pt x="50862" y="16234"/>
                  <a:pt x="68053" y="15524"/>
                </a:cubicBezTo>
                <a:cubicBezTo>
                  <a:pt x="200481" y="-1093"/>
                  <a:pt x="333037" y="3346"/>
                  <a:pt x="466100" y="8801"/>
                </a:cubicBezTo>
                <a:cubicBezTo>
                  <a:pt x="697850" y="18187"/>
                  <a:pt x="929854" y="29096"/>
                  <a:pt x="1161985" y="25798"/>
                </a:cubicBezTo>
                <a:cubicBezTo>
                  <a:pt x="1397540" y="22373"/>
                  <a:pt x="1632588" y="29604"/>
                  <a:pt x="1867890" y="39117"/>
                </a:cubicBezTo>
                <a:cubicBezTo>
                  <a:pt x="1971017" y="43050"/>
                  <a:pt x="2074779" y="46982"/>
                  <a:pt x="2176256" y="17680"/>
                </a:cubicBezTo>
                <a:cubicBezTo>
                  <a:pt x="2199190" y="12314"/>
                  <a:pt x="2223101" y="12834"/>
                  <a:pt x="2245769" y="19202"/>
                </a:cubicBezTo>
                <a:cubicBezTo>
                  <a:pt x="2359678" y="45713"/>
                  <a:pt x="2474221" y="53578"/>
                  <a:pt x="2589398" y="27447"/>
                </a:cubicBezTo>
                <a:cubicBezTo>
                  <a:pt x="2721802" y="-1220"/>
                  <a:pt x="2858087" y="-7347"/>
                  <a:pt x="2992519" y="9308"/>
                </a:cubicBezTo>
                <a:cubicBezTo>
                  <a:pt x="3115435" y="23008"/>
                  <a:pt x="3238984" y="37849"/>
                  <a:pt x="3362153" y="26813"/>
                </a:cubicBezTo>
                <a:cubicBezTo>
                  <a:pt x="3556737" y="9308"/>
                  <a:pt x="3751067" y="24530"/>
                  <a:pt x="3945651" y="29223"/>
                </a:cubicBezTo>
                <a:cubicBezTo>
                  <a:pt x="4010343" y="30745"/>
                  <a:pt x="4075416" y="44064"/>
                  <a:pt x="4139727" y="32141"/>
                </a:cubicBezTo>
                <a:cubicBezTo>
                  <a:pt x="4241079" y="13367"/>
                  <a:pt x="4341288" y="20597"/>
                  <a:pt x="4442766" y="31126"/>
                </a:cubicBezTo>
                <a:cubicBezTo>
                  <a:pt x="4637096" y="51422"/>
                  <a:pt x="4831299" y="61189"/>
                  <a:pt x="5024742" y="23134"/>
                </a:cubicBezTo>
                <a:cubicBezTo>
                  <a:pt x="5084742" y="11211"/>
                  <a:pt x="5144359" y="4361"/>
                  <a:pt x="5205373" y="20344"/>
                </a:cubicBezTo>
                <a:cubicBezTo>
                  <a:pt x="5232315" y="26496"/>
                  <a:pt x="5260361" y="25976"/>
                  <a:pt x="5287062" y="18822"/>
                </a:cubicBezTo>
                <a:cubicBezTo>
                  <a:pt x="5331637" y="8985"/>
                  <a:pt x="5376883" y="2995"/>
                  <a:pt x="5422311" y="873"/>
                </a:cubicBezTo>
                <a:close/>
              </a:path>
            </a:pathLst>
          </a:custGeom>
        </p:spPr>
      </p:pic>
      <p:pic>
        <p:nvPicPr>
          <p:cNvPr id="6" name="Picture 5" descr="A diagram of a cloud computing process&#10;&#10;AI-generated content may be incorrect.">
            <a:extLst>
              <a:ext uri="{FF2B5EF4-FFF2-40B4-BE49-F238E27FC236}">
                <a16:creationId xmlns:a16="http://schemas.microsoft.com/office/drawing/2014/main" id="{8443D54C-C8BB-7F66-8D98-D226EEA0FE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0" r="6285" b="3"/>
          <a:stretch>
            <a:fillRect/>
          </a:stretch>
        </p:blipFill>
        <p:spPr>
          <a:xfrm>
            <a:off x="6019800" y="2657872"/>
            <a:ext cx="6172193" cy="4200116"/>
          </a:xfrm>
          <a:custGeom>
            <a:avLst/>
            <a:gdLst/>
            <a:ahLst/>
            <a:cxnLst/>
            <a:rect l="l" t="t" r="r" b="b"/>
            <a:pathLst>
              <a:path w="6006950" h="4200116">
                <a:moveTo>
                  <a:pt x="1035902" y="878"/>
                </a:moveTo>
                <a:cubicBezTo>
                  <a:pt x="1135908" y="5076"/>
                  <a:pt x="1234824" y="23223"/>
                  <a:pt x="1334526" y="31024"/>
                </a:cubicBezTo>
                <a:cubicBezTo>
                  <a:pt x="1429408" y="38508"/>
                  <a:pt x="1524290" y="49417"/>
                  <a:pt x="1619679" y="34449"/>
                </a:cubicBezTo>
                <a:cubicBezTo>
                  <a:pt x="1713242" y="21726"/>
                  <a:pt x="1807870" y="18745"/>
                  <a:pt x="1902041" y="25570"/>
                </a:cubicBezTo>
                <a:cubicBezTo>
                  <a:pt x="2006183" y="30770"/>
                  <a:pt x="2110071" y="48021"/>
                  <a:pt x="2214847" y="33561"/>
                </a:cubicBezTo>
                <a:cubicBezTo>
                  <a:pt x="2228052" y="32216"/>
                  <a:pt x="2241384" y="33954"/>
                  <a:pt x="2253790" y="38635"/>
                </a:cubicBezTo>
                <a:cubicBezTo>
                  <a:pt x="2294520" y="52169"/>
                  <a:pt x="2338397" y="53007"/>
                  <a:pt x="2379622" y="41045"/>
                </a:cubicBezTo>
                <a:cubicBezTo>
                  <a:pt x="2431756" y="27168"/>
                  <a:pt x="2486503" y="26254"/>
                  <a:pt x="2539069" y="38381"/>
                </a:cubicBezTo>
                <a:cubicBezTo>
                  <a:pt x="2617207" y="55379"/>
                  <a:pt x="2695598" y="72123"/>
                  <a:pt x="2776908" y="58169"/>
                </a:cubicBezTo>
                <a:cubicBezTo>
                  <a:pt x="2824222" y="50178"/>
                  <a:pt x="2868111" y="30770"/>
                  <a:pt x="2914791" y="21637"/>
                </a:cubicBezTo>
                <a:cubicBezTo>
                  <a:pt x="3049249" y="-4620"/>
                  <a:pt x="3184976" y="3244"/>
                  <a:pt x="3320703" y="12124"/>
                </a:cubicBezTo>
                <a:cubicBezTo>
                  <a:pt x="3453259" y="20876"/>
                  <a:pt x="3585179" y="38888"/>
                  <a:pt x="3718496" y="36225"/>
                </a:cubicBezTo>
                <a:cubicBezTo>
                  <a:pt x="3746884" y="36440"/>
                  <a:pt x="3775210" y="38812"/>
                  <a:pt x="3803230" y="43328"/>
                </a:cubicBezTo>
                <a:cubicBezTo>
                  <a:pt x="3907245" y="57028"/>
                  <a:pt x="4011767" y="69966"/>
                  <a:pt x="4114640" y="42313"/>
                </a:cubicBezTo>
                <a:cubicBezTo>
                  <a:pt x="4206871" y="17312"/>
                  <a:pt x="4303111" y="10677"/>
                  <a:pt x="4397891" y="22779"/>
                </a:cubicBezTo>
                <a:cubicBezTo>
                  <a:pt x="4522696" y="39130"/>
                  <a:pt x="4648846" y="42707"/>
                  <a:pt x="4774374" y="33434"/>
                </a:cubicBezTo>
                <a:cubicBezTo>
                  <a:pt x="4813773" y="29515"/>
                  <a:pt x="4853387" y="28107"/>
                  <a:pt x="4892977" y="29248"/>
                </a:cubicBezTo>
                <a:cubicBezTo>
                  <a:pt x="5181681" y="42440"/>
                  <a:pt x="5471273" y="25062"/>
                  <a:pt x="5759471" y="55759"/>
                </a:cubicBezTo>
                <a:cubicBezTo>
                  <a:pt x="5805028" y="61131"/>
                  <a:pt x="5850896" y="61524"/>
                  <a:pt x="5896277" y="57017"/>
                </a:cubicBezTo>
                <a:lnTo>
                  <a:pt x="6006950" y="33749"/>
                </a:lnTo>
                <a:lnTo>
                  <a:pt x="6006950" y="4200116"/>
                </a:lnTo>
                <a:lnTo>
                  <a:pt x="13501" y="4200116"/>
                </a:lnTo>
                <a:lnTo>
                  <a:pt x="28554" y="3862213"/>
                </a:lnTo>
                <a:cubicBezTo>
                  <a:pt x="30457" y="3736758"/>
                  <a:pt x="27411" y="3611386"/>
                  <a:pt x="15626" y="3486312"/>
                </a:cubicBezTo>
                <a:cubicBezTo>
                  <a:pt x="-847" y="3333707"/>
                  <a:pt x="-4304" y="3179990"/>
                  <a:pt x="5296" y="3026802"/>
                </a:cubicBezTo>
                <a:cubicBezTo>
                  <a:pt x="11786" y="2939137"/>
                  <a:pt x="18539" y="2851472"/>
                  <a:pt x="22776" y="2763676"/>
                </a:cubicBezTo>
                <a:cubicBezTo>
                  <a:pt x="28180" y="2638786"/>
                  <a:pt x="25173" y="2513673"/>
                  <a:pt x="13771" y="2389181"/>
                </a:cubicBezTo>
                <a:cubicBezTo>
                  <a:pt x="4237" y="2294247"/>
                  <a:pt x="3177" y="2198663"/>
                  <a:pt x="10593" y="2103543"/>
                </a:cubicBezTo>
                <a:cubicBezTo>
                  <a:pt x="25690" y="1941590"/>
                  <a:pt x="9931" y="1779636"/>
                  <a:pt x="5032" y="1617814"/>
                </a:cubicBezTo>
                <a:cubicBezTo>
                  <a:pt x="-3577" y="1320125"/>
                  <a:pt x="20393" y="1022570"/>
                  <a:pt x="9666" y="724882"/>
                </a:cubicBezTo>
                <a:cubicBezTo>
                  <a:pt x="3841" y="577627"/>
                  <a:pt x="16420" y="430504"/>
                  <a:pt x="9666" y="283249"/>
                </a:cubicBezTo>
                <a:cubicBezTo>
                  <a:pt x="6885" y="230875"/>
                  <a:pt x="4568" y="178502"/>
                  <a:pt x="3409" y="126111"/>
                </a:cubicBezTo>
                <a:lnTo>
                  <a:pt x="3819" y="33427"/>
                </a:lnTo>
                <a:lnTo>
                  <a:pt x="31797" y="28723"/>
                </a:lnTo>
                <a:cubicBezTo>
                  <a:pt x="147177" y="14068"/>
                  <a:pt x="264046" y="13354"/>
                  <a:pt x="379873" y="26711"/>
                </a:cubicBezTo>
                <a:cubicBezTo>
                  <a:pt x="443931" y="35083"/>
                  <a:pt x="508243" y="47768"/>
                  <a:pt x="573442" y="35083"/>
                </a:cubicBezTo>
                <a:cubicBezTo>
                  <a:pt x="579581" y="33992"/>
                  <a:pt x="585759" y="36757"/>
                  <a:pt x="589044" y="42060"/>
                </a:cubicBezTo>
                <a:cubicBezTo>
                  <a:pt x="621264" y="81382"/>
                  <a:pt x="663123" y="80114"/>
                  <a:pt x="705871" y="67429"/>
                </a:cubicBezTo>
                <a:cubicBezTo>
                  <a:pt x="733929" y="58740"/>
                  <a:pt x="761430" y="48326"/>
                  <a:pt x="788194" y="36225"/>
                </a:cubicBezTo>
                <a:cubicBezTo>
                  <a:pt x="835052" y="16792"/>
                  <a:pt x="884827" y="5299"/>
                  <a:pt x="935464" y="2230"/>
                </a:cubicBezTo>
                <a:cubicBezTo>
                  <a:pt x="969111" y="-370"/>
                  <a:pt x="1002567" y="-521"/>
                  <a:pt x="1035902" y="87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42856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4" name="Freeform: Shape 7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5" name="Freeform: Shape 7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78349-D600-BE4B-0F1C-44EDBD770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latin typeface="+mj-lt"/>
                <a:ea typeface="+mj-ea"/>
                <a:cs typeface="+mj-cs"/>
              </a:rPr>
              <a:t>Key Concepts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115507-EC9F-7A1E-82B5-EA90F5F6C0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6774755"/>
              </p:ext>
            </p:extLst>
          </p:nvPr>
        </p:nvGraphicFramePr>
        <p:xfrm>
          <a:off x="5303520" y="891612"/>
          <a:ext cx="6364225" cy="5083925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2491613">
                  <a:extLst>
                    <a:ext uri="{9D8B030D-6E8A-4147-A177-3AD203B41FA5}">
                      <a16:colId xmlns:a16="http://schemas.microsoft.com/office/drawing/2014/main" val="1385695918"/>
                    </a:ext>
                  </a:extLst>
                </a:gridCol>
                <a:gridCol w="3872612">
                  <a:extLst>
                    <a:ext uri="{9D8B030D-6E8A-4147-A177-3AD203B41FA5}">
                      <a16:colId xmlns:a16="http://schemas.microsoft.com/office/drawing/2014/main" val="1642437542"/>
                    </a:ext>
                  </a:extLst>
                </a:gridCol>
              </a:tblGrid>
              <a:tr h="484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Term</a:t>
                      </a:r>
                    </a:p>
                  </a:txBody>
                  <a:tcPr marL="131415" marR="75532" marT="101088" marB="1010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31415" marR="75532" marT="101088" marB="1010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154766"/>
                  </a:ext>
                </a:extLst>
              </a:tr>
              <a:tr h="7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CDN (Content Delivery Network)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1415" marR="75532" marT="101088" marB="1010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 global network of servers that cache and deliver web content closer to users.</a:t>
                      </a:r>
                    </a:p>
                  </a:txBody>
                  <a:tcPr marL="131415" marR="75532" marT="101088" marB="1010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702205"/>
                  </a:ext>
                </a:extLst>
              </a:tr>
              <a:tr h="967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Origin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1415" marR="75532" marT="101088" marB="1010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The original source of content (e.g., S3 bucket, EC2 instance, on-premises server).</a:t>
                      </a:r>
                    </a:p>
                  </a:txBody>
                  <a:tcPr marL="131415" marR="75532" marT="101088" marB="1010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943423"/>
                  </a:ext>
                </a:extLst>
              </a:tr>
              <a:tr h="7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Edge Location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1415" marR="75532" marT="101088" marB="1010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AWS data center that caches and serves content near end users.</a:t>
                      </a:r>
                    </a:p>
                  </a:txBody>
                  <a:tcPr marL="131415" marR="75532" marT="101088" marB="1010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733038"/>
                  </a:ext>
                </a:extLst>
              </a:tr>
              <a:tr h="7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Cache Hit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1415" marR="75532" marT="101088" marB="1010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Requested content is already stored in the edge cache.</a:t>
                      </a:r>
                    </a:p>
                  </a:txBody>
                  <a:tcPr marL="131415" marR="75532" marT="101088" marB="1010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238183"/>
                  </a:ext>
                </a:extLst>
              </a:tr>
              <a:tr h="7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Cache Miss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1415" marR="75532" marT="101088" marB="1010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Content not found in cache → fetched from origin.</a:t>
                      </a:r>
                    </a:p>
                  </a:txBody>
                  <a:tcPr marL="131415" marR="75532" marT="101088" marB="1010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605960"/>
                  </a:ext>
                </a:extLst>
              </a:tr>
              <a:tr h="72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TTL (Time to Live)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1415" marR="75532" marT="101088" marB="101088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Duration content stays cached before refresh.</a:t>
                      </a:r>
                    </a:p>
                  </a:txBody>
                  <a:tcPr marL="131415" marR="75532" marT="101088" marB="1010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243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27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3C25D-D0F8-BF04-DB47-B5A2FFA7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 b="1"/>
              <a:t>How CloudFront Works</a:t>
            </a:r>
            <a:br>
              <a:rPr lang="en-US" sz="4100" b="1"/>
            </a:br>
            <a:endParaRPr lang="en-US" sz="41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E708-A757-7BEC-8D51-EF35A0834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900"/>
              <a:t>A user requests content (e.g., image, video, API).</a:t>
            </a:r>
          </a:p>
          <a:p>
            <a:r>
              <a:rPr lang="en-US" sz="1900"/>
              <a:t>CloudFront routes the request to the </a:t>
            </a:r>
            <a:r>
              <a:rPr lang="en-US" sz="1900" b="1"/>
              <a:t>nearest Edge Location</a:t>
            </a:r>
            <a:r>
              <a:rPr lang="en-US" sz="1900"/>
              <a:t>.</a:t>
            </a:r>
          </a:p>
          <a:p>
            <a:r>
              <a:rPr lang="en-US" sz="1900"/>
              <a:t>If the content is </a:t>
            </a:r>
            <a:r>
              <a:rPr lang="en-US" sz="1900" b="1"/>
              <a:t>cached</a:t>
            </a:r>
            <a:r>
              <a:rPr lang="en-US" sz="1900"/>
              <a:t>, it’s delivered instantly (</a:t>
            </a:r>
            <a:r>
              <a:rPr lang="en-US" sz="1900" b="1"/>
              <a:t>Cache Hit</a:t>
            </a:r>
            <a:r>
              <a:rPr lang="en-US" sz="1900"/>
              <a:t>).</a:t>
            </a:r>
          </a:p>
          <a:p>
            <a:r>
              <a:rPr lang="en-US" sz="1900"/>
              <a:t>If not, CloudFront fetches it from the </a:t>
            </a:r>
            <a:r>
              <a:rPr lang="en-US" sz="1900" b="1"/>
              <a:t>Origin</a:t>
            </a:r>
            <a:r>
              <a:rPr lang="en-US" sz="1900"/>
              <a:t>, delivers it, and stores it in cache for future requests.</a:t>
            </a:r>
          </a:p>
          <a:p>
            <a:r>
              <a:rPr lang="en-US" sz="1900"/>
              <a:t>Subsequent users in that region get the content quickly from the edge cache.</a:t>
            </a:r>
          </a:p>
          <a:p>
            <a:endParaRPr lang="en-US" sz="1900"/>
          </a:p>
        </p:txBody>
      </p:sp>
      <p:pic>
        <p:nvPicPr>
          <p:cNvPr id="5" name="Picture 4" descr="A map with a diagram of a project">
            <a:extLst>
              <a:ext uri="{FF2B5EF4-FFF2-40B4-BE49-F238E27FC236}">
                <a16:creationId xmlns:a16="http://schemas.microsoft.com/office/drawing/2014/main" id="{766784EB-EB7E-14A2-0C86-7A8845CBE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085997"/>
            <a:ext cx="5150277" cy="2510760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2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B99BE58-9BAA-AD4D-0E3D-6105FD436F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12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57872-BD25-B3C6-5B89-16FF6578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Regional Edge Locations</a:t>
            </a:r>
            <a:br>
              <a:rPr lang="en-US" b="1"/>
            </a:b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7E269A-2E91-16D4-7D86-79C3AF9D4B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34232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356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4732F-CE8A-83D6-BA6C-781B3AE2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Difference from Edge Location</a:t>
            </a:r>
          </a:p>
        </p:txBody>
      </p:sp>
      <p:pic>
        <p:nvPicPr>
          <p:cNvPr id="6" name="Content Placeholder 5" descr="A computer screen shot of a network&#10;&#10;AI-generated content may be incorrect.">
            <a:extLst>
              <a:ext uri="{FF2B5EF4-FFF2-40B4-BE49-F238E27FC236}">
                <a16:creationId xmlns:a16="http://schemas.microsoft.com/office/drawing/2014/main" id="{CD333769-C060-A390-B25B-A7ADE7C09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412" y="2354239"/>
            <a:ext cx="8225175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97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411BC7-DC3C-8A79-DA74-53A30E00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Benefits</a:t>
            </a:r>
          </a:p>
        </p:txBody>
      </p:sp>
      <p:sp>
        <p:nvSpPr>
          <p:cNvPr id="4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89211B-AD4B-F552-C274-13A1C4C977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698050"/>
              </p:ext>
            </p:extLst>
          </p:nvPr>
        </p:nvGraphicFramePr>
        <p:xfrm>
          <a:off x="1126051" y="2228087"/>
          <a:ext cx="9939899" cy="3948879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685275">
                  <a:extLst>
                    <a:ext uri="{9D8B030D-6E8A-4147-A177-3AD203B41FA5}">
                      <a16:colId xmlns:a16="http://schemas.microsoft.com/office/drawing/2014/main" val="299551130"/>
                    </a:ext>
                  </a:extLst>
                </a:gridCol>
                <a:gridCol w="7254624">
                  <a:extLst>
                    <a:ext uri="{9D8B030D-6E8A-4147-A177-3AD203B41FA5}">
                      <a16:colId xmlns:a16="http://schemas.microsoft.com/office/drawing/2014/main" val="785759292"/>
                    </a:ext>
                  </a:extLst>
                </a:gridCol>
              </a:tblGrid>
              <a:tr h="52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147671" marR="166747" marT="113593" marB="11359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47671" marR="166747" marT="113593" marB="11359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288463"/>
                  </a:ext>
                </a:extLst>
              </a:tr>
              <a:tr h="52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Low Latency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7671" marR="166747" marT="113593" marB="11359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Content served from nearest edge location for faster response.</a:t>
                      </a:r>
                    </a:p>
                  </a:txBody>
                  <a:tcPr marL="147671" marR="166747" marT="113593" marB="11359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784762"/>
                  </a:ext>
                </a:extLst>
              </a:tr>
              <a:tr h="52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High Performance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7671" marR="166747" marT="113593" marB="11359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Improves website and application speed globally.</a:t>
                      </a:r>
                    </a:p>
                  </a:txBody>
                  <a:tcPr marL="147671" marR="166747" marT="113593" marB="11359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560201"/>
                  </a:ext>
                </a:extLst>
              </a:tr>
              <a:tr h="52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Reduced Origin Load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7671" marR="166747" marT="113593" marB="11359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Cached content minimizes requests to your main server.</a:t>
                      </a:r>
                    </a:p>
                  </a:txBody>
                  <a:tcPr marL="147671" marR="166747" marT="113593" marB="11359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531577"/>
                  </a:ext>
                </a:extLst>
              </a:tr>
              <a:tr h="52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Scalability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7671" marR="166747" marT="113593" marB="11359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Automatically handles large amounts of traffic without manual scaling.</a:t>
                      </a:r>
                    </a:p>
                  </a:txBody>
                  <a:tcPr marL="147671" marR="166747" marT="113593" marB="11359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693322"/>
                  </a:ext>
                </a:extLst>
              </a:tr>
              <a:tr h="791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Security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7671" marR="166747" marT="113593" marB="11359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Integrates with AWS Shield, WAF, and SSL/TLS for secure content delivery.</a:t>
                      </a:r>
                    </a:p>
                  </a:txBody>
                  <a:tcPr marL="147671" marR="166747" marT="113593" marB="11359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528031"/>
                  </a:ext>
                </a:extLst>
              </a:tr>
              <a:tr h="52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Cost Optimization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7671" marR="166747" marT="113593" marB="11359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Reduces data transfer and compute costs on origin servers.</a:t>
                      </a:r>
                    </a:p>
                  </a:txBody>
                  <a:tcPr marL="147671" marR="166747" marT="113593" marB="11359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777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02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D11FD0E-2D27-4A5A-949D-222E61ECB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68497-B357-8D19-DEA0-ECB0832A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1225" y="279400"/>
            <a:ext cx="5362576" cy="1892300"/>
          </a:xfrm>
        </p:spPr>
        <p:txBody>
          <a:bodyPr>
            <a:normAutofit/>
          </a:bodyPr>
          <a:lstStyle/>
          <a:p>
            <a:r>
              <a:rPr lang="en-US" b="1"/>
              <a:t>Common Use Cases</a:t>
            </a:r>
            <a:br>
              <a:rPr lang="en-US" b="1"/>
            </a:br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2670655-F4FA-67A6-BFBD-BF5E0274A6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688812"/>
              </p:ext>
            </p:extLst>
          </p:nvPr>
        </p:nvGraphicFramePr>
        <p:xfrm>
          <a:off x="838200" y="2028825"/>
          <a:ext cx="10515600" cy="4148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754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1DA39-C618-AC17-8963-275AFCAE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b="1"/>
              <a:t>Real-World Example</a:t>
            </a:r>
            <a:br>
              <a:rPr lang="en-US" sz="5400" b="1"/>
            </a:b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5B2723-E8A1-508D-3EF3-00D873FD43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45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335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05B1-DD50-F06E-CD67-806F4672F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/>
              <a:t>Integration</a:t>
            </a:r>
            <a:br>
              <a:rPr lang="en-US" sz="4000" b="1"/>
            </a:b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10E35D-85BC-64CA-531F-DE9DC77C6B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93256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0411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536</Words>
  <Application>Microsoft Office PowerPoint</Application>
  <PresentationFormat>Widescreen</PresentationFormat>
  <Paragraphs>68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Amazon CloudFront </vt:lpstr>
      <vt:lpstr>Overview </vt:lpstr>
      <vt:lpstr>Key Concepts</vt:lpstr>
      <vt:lpstr>How CloudFront Works </vt:lpstr>
      <vt:lpstr>Regional Edge Locations </vt:lpstr>
      <vt:lpstr>Difference from Edge Location</vt:lpstr>
      <vt:lpstr>Benefits</vt:lpstr>
      <vt:lpstr>Common Use Cases </vt:lpstr>
      <vt:lpstr>Real-World Example </vt:lpstr>
      <vt:lpstr>Integration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2025-10-27T07:01:45Z</dcterms:created>
  <dcterms:modified xsi:type="dcterms:W3CDTF">2025-10-27T10:39:54Z</dcterms:modified>
</cp:coreProperties>
</file>