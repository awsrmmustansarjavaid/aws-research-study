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354879-AF38-4022-8D4E-DF304D98F91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34D44C0-5BA4-493C-ACB9-F1EA778541E3}">
      <dgm:prSet/>
      <dgm:spPr/>
      <dgm:t>
        <a:bodyPr/>
        <a:lstStyle/>
        <a:p>
          <a:r>
            <a:rPr lang="en-US"/>
            <a:t>You can transition objects between storage classes </a:t>
          </a:r>
        </a:p>
      </dgm:t>
    </dgm:pt>
    <dgm:pt modelId="{EE70A6B8-5C43-4AC2-9EDB-7E497F73A0C4}" type="parTrans" cxnId="{1C81A5FC-FB20-4FD3-849D-2C39B933A941}">
      <dgm:prSet/>
      <dgm:spPr/>
      <dgm:t>
        <a:bodyPr/>
        <a:lstStyle/>
        <a:p>
          <a:endParaRPr lang="en-US"/>
        </a:p>
      </dgm:t>
    </dgm:pt>
    <dgm:pt modelId="{ABA584F1-83D0-476E-BFCA-629F603F8622}" type="sibTrans" cxnId="{1C81A5FC-FB20-4FD3-849D-2C39B933A941}">
      <dgm:prSet/>
      <dgm:spPr/>
      <dgm:t>
        <a:bodyPr/>
        <a:lstStyle/>
        <a:p>
          <a:endParaRPr lang="en-US"/>
        </a:p>
      </dgm:t>
    </dgm:pt>
    <dgm:pt modelId="{FCA7E956-372D-41F3-B3AA-A0F94A01B9DC}">
      <dgm:prSet/>
      <dgm:spPr/>
      <dgm:t>
        <a:bodyPr/>
        <a:lstStyle/>
        <a:p>
          <a:r>
            <a:rPr lang="en-US"/>
            <a:t>For infrequently accessed object, move them to Standard IA</a:t>
          </a:r>
        </a:p>
      </dgm:t>
    </dgm:pt>
    <dgm:pt modelId="{9ED57110-D209-4E73-9FCC-9193C8B7F5A7}" type="parTrans" cxnId="{52BFB99F-C71D-4D45-9535-D6944A161EF2}">
      <dgm:prSet/>
      <dgm:spPr/>
      <dgm:t>
        <a:bodyPr/>
        <a:lstStyle/>
        <a:p>
          <a:endParaRPr lang="en-US"/>
        </a:p>
      </dgm:t>
    </dgm:pt>
    <dgm:pt modelId="{5CAF8BE2-4669-4DF6-96FB-173EEBDE64E8}" type="sibTrans" cxnId="{52BFB99F-C71D-4D45-9535-D6944A161EF2}">
      <dgm:prSet/>
      <dgm:spPr/>
      <dgm:t>
        <a:bodyPr/>
        <a:lstStyle/>
        <a:p>
          <a:endParaRPr lang="en-US"/>
        </a:p>
      </dgm:t>
    </dgm:pt>
    <dgm:pt modelId="{E28CE0BE-E2C2-4B5E-9444-B5DB22F0441E}">
      <dgm:prSet/>
      <dgm:spPr/>
      <dgm:t>
        <a:bodyPr/>
        <a:lstStyle/>
        <a:p>
          <a:r>
            <a:rPr lang="en-US"/>
            <a:t>For archive objects that you don’t need fast access to, move them to Glacier or Glacier Deep Archive</a:t>
          </a:r>
        </a:p>
      </dgm:t>
    </dgm:pt>
    <dgm:pt modelId="{86552442-5705-406C-B6F7-D295585E4DDC}" type="parTrans" cxnId="{A584D045-D902-444E-AB1E-0F54D4D5EECB}">
      <dgm:prSet/>
      <dgm:spPr/>
      <dgm:t>
        <a:bodyPr/>
        <a:lstStyle/>
        <a:p>
          <a:endParaRPr lang="en-US"/>
        </a:p>
      </dgm:t>
    </dgm:pt>
    <dgm:pt modelId="{D0E26DE8-1E42-4CA2-A00D-7A66B8B62647}" type="sibTrans" cxnId="{A584D045-D902-444E-AB1E-0F54D4D5EECB}">
      <dgm:prSet/>
      <dgm:spPr/>
      <dgm:t>
        <a:bodyPr/>
        <a:lstStyle/>
        <a:p>
          <a:endParaRPr lang="en-US"/>
        </a:p>
      </dgm:t>
    </dgm:pt>
    <dgm:pt modelId="{51AAB29A-A152-401D-BFAE-19324F0CD637}">
      <dgm:prSet/>
      <dgm:spPr/>
      <dgm:t>
        <a:bodyPr/>
        <a:lstStyle/>
        <a:p>
          <a:r>
            <a:rPr lang="en-US"/>
            <a:t>Moving objects can be automated using a Lifecycle Rules</a:t>
          </a:r>
        </a:p>
      </dgm:t>
    </dgm:pt>
    <dgm:pt modelId="{F1602E9A-FCBD-4F22-AC8B-105C20639DDD}" type="parTrans" cxnId="{9BD9367B-F0D2-4FA5-A976-DE06357F0998}">
      <dgm:prSet/>
      <dgm:spPr/>
      <dgm:t>
        <a:bodyPr/>
        <a:lstStyle/>
        <a:p>
          <a:endParaRPr lang="en-US"/>
        </a:p>
      </dgm:t>
    </dgm:pt>
    <dgm:pt modelId="{D8DAE08A-1356-458B-8269-49D36A9B974F}" type="sibTrans" cxnId="{9BD9367B-F0D2-4FA5-A976-DE06357F0998}">
      <dgm:prSet/>
      <dgm:spPr/>
      <dgm:t>
        <a:bodyPr/>
        <a:lstStyle/>
        <a:p>
          <a:endParaRPr lang="en-US"/>
        </a:p>
      </dgm:t>
    </dgm:pt>
    <dgm:pt modelId="{C40A753D-C3BC-415C-9032-7F7C3EE19C1F}" type="pres">
      <dgm:prSet presAssocID="{D3354879-AF38-4022-8D4E-DF304D98F917}" presName="root" presStyleCnt="0">
        <dgm:presLayoutVars>
          <dgm:dir/>
          <dgm:resizeHandles val="exact"/>
        </dgm:presLayoutVars>
      </dgm:prSet>
      <dgm:spPr/>
    </dgm:pt>
    <dgm:pt modelId="{F230FE37-C3F7-458C-9F65-2E79764A1C6A}" type="pres">
      <dgm:prSet presAssocID="{D34D44C0-5BA4-493C-ACB9-F1EA778541E3}" presName="compNode" presStyleCnt="0"/>
      <dgm:spPr/>
    </dgm:pt>
    <dgm:pt modelId="{798283CA-E46E-4A54-82A0-E8A0C2440291}" type="pres">
      <dgm:prSet presAssocID="{D34D44C0-5BA4-493C-ACB9-F1EA778541E3}" presName="bgRect" presStyleLbl="bgShp" presStyleIdx="0" presStyleCnt="4"/>
      <dgm:spPr/>
    </dgm:pt>
    <dgm:pt modelId="{340928EB-9388-4F9C-B9F1-E168A9F5E59B}" type="pres">
      <dgm:prSet presAssocID="{D34D44C0-5BA4-493C-ACB9-F1EA778541E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17961472-E90A-45CA-AEDD-B617C5118A8F}" type="pres">
      <dgm:prSet presAssocID="{D34D44C0-5BA4-493C-ACB9-F1EA778541E3}" presName="spaceRect" presStyleCnt="0"/>
      <dgm:spPr/>
    </dgm:pt>
    <dgm:pt modelId="{21127426-1C0B-4B7D-B112-B7CB60E9800D}" type="pres">
      <dgm:prSet presAssocID="{D34D44C0-5BA4-493C-ACB9-F1EA778541E3}" presName="parTx" presStyleLbl="revTx" presStyleIdx="0" presStyleCnt="4">
        <dgm:presLayoutVars>
          <dgm:chMax val="0"/>
          <dgm:chPref val="0"/>
        </dgm:presLayoutVars>
      </dgm:prSet>
      <dgm:spPr/>
    </dgm:pt>
    <dgm:pt modelId="{6A9951D8-8D04-409D-A7DA-883BADC4CF32}" type="pres">
      <dgm:prSet presAssocID="{ABA584F1-83D0-476E-BFCA-629F603F8622}" presName="sibTrans" presStyleCnt="0"/>
      <dgm:spPr/>
    </dgm:pt>
    <dgm:pt modelId="{812924D4-7C83-4D5F-B044-A7FD0A1FD0BA}" type="pres">
      <dgm:prSet presAssocID="{FCA7E956-372D-41F3-B3AA-A0F94A01B9DC}" presName="compNode" presStyleCnt="0"/>
      <dgm:spPr/>
    </dgm:pt>
    <dgm:pt modelId="{C23E5B33-9659-4A57-818B-9D4CF323E1A1}" type="pres">
      <dgm:prSet presAssocID="{FCA7E956-372D-41F3-B3AA-A0F94A01B9DC}" presName="bgRect" presStyleLbl="bgShp" presStyleIdx="1" presStyleCnt="4"/>
      <dgm:spPr/>
    </dgm:pt>
    <dgm:pt modelId="{E7C176DB-2832-4A5E-B83F-4B5BE8CD100D}" type="pres">
      <dgm:prSet presAssocID="{FCA7E956-372D-41F3-B3AA-A0F94A01B9D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F331AB59-699B-4A8B-A556-2FD8449FE9EE}" type="pres">
      <dgm:prSet presAssocID="{FCA7E956-372D-41F3-B3AA-A0F94A01B9DC}" presName="spaceRect" presStyleCnt="0"/>
      <dgm:spPr/>
    </dgm:pt>
    <dgm:pt modelId="{ABCA5422-D04B-4383-9B1D-1113A46091D7}" type="pres">
      <dgm:prSet presAssocID="{FCA7E956-372D-41F3-B3AA-A0F94A01B9DC}" presName="parTx" presStyleLbl="revTx" presStyleIdx="1" presStyleCnt="4">
        <dgm:presLayoutVars>
          <dgm:chMax val="0"/>
          <dgm:chPref val="0"/>
        </dgm:presLayoutVars>
      </dgm:prSet>
      <dgm:spPr/>
    </dgm:pt>
    <dgm:pt modelId="{FE6B5098-8694-4D52-B987-4B41B6AD05B6}" type="pres">
      <dgm:prSet presAssocID="{5CAF8BE2-4669-4DF6-96FB-173EEBDE64E8}" presName="sibTrans" presStyleCnt="0"/>
      <dgm:spPr/>
    </dgm:pt>
    <dgm:pt modelId="{0B36D62D-02E2-44E4-BACE-C581730A69E2}" type="pres">
      <dgm:prSet presAssocID="{E28CE0BE-E2C2-4B5E-9444-B5DB22F0441E}" presName="compNode" presStyleCnt="0"/>
      <dgm:spPr/>
    </dgm:pt>
    <dgm:pt modelId="{6159091C-3F85-4C5C-869C-6E7835685BEF}" type="pres">
      <dgm:prSet presAssocID="{E28CE0BE-E2C2-4B5E-9444-B5DB22F0441E}" presName="bgRect" presStyleLbl="bgShp" presStyleIdx="2" presStyleCnt="4"/>
      <dgm:spPr/>
    </dgm:pt>
    <dgm:pt modelId="{17E4476F-0C8D-451F-8939-8BA1105DEE23}" type="pres">
      <dgm:prSet presAssocID="{E28CE0BE-E2C2-4B5E-9444-B5DB22F0441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nyon scene"/>
        </a:ext>
      </dgm:extLst>
    </dgm:pt>
    <dgm:pt modelId="{551BD61E-F9E9-4839-8464-888ADFEC6AC4}" type="pres">
      <dgm:prSet presAssocID="{E28CE0BE-E2C2-4B5E-9444-B5DB22F0441E}" presName="spaceRect" presStyleCnt="0"/>
      <dgm:spPr/>
    </dgm:pt>
    <dgm:pt modelId="{66D82629-DCBE-43B0-974C-29A83783DA0A}" type="pres">
      <dgm:prSet presAssocID="{E28CE0BE-E2C2-4B5E-9444-B5DB22F0441E}" presName="parTx" presStyleLbl="revTx" presStyleIdx="2" presStyleCnt="4">
        <dgm:presLayoutVars>
          <dgm:chMax val="0"/>
          <dgm:chPref val="0"/>
        </dgm:presLayoutVars>
      </dgm:prSet>
      <dgm:spPr/>
    </dgm:pt>
    <dgm:pt modelId="{01193C6B-E0C0-4E81-A474-101510769401}" type="pres">
      <dgm:prSet presAssocID="{D0E26DE8-1E42-4CA2-A00D-7A66B8B62647}" presName="sibTrans" presStyleCnt="0"/>
      <dgm:spPr/>
    </dgm:pt>
    <dgm:pt modelId="{56572F23-EC6D-492D-9347-DE9248FABAB1}" type="pres">
      <dgm:prSet presAssocID="{51AAB29A-A152-401D-BFAE-19324F0CD637}" presName="compNode" presStyleCnt="0"/>
      <dgm:spPr/>
    </dgm:pt>
    <dgm:pt modelId="{DF4E2D68-0027-4582-B0D1-9530AE88EE71}" type="pres">
      <dgm:prSet presAssocID="{51AAB29A-A152-401D-BFAE-19324F0CD637}" presName="bgRect" presStyleLbl="bgShp" presStyleIdx="3" presStyleCnt="4"/>
      <dgm:spPr/>
    </dgm:pt>
    <dgm:pt modelId="{27EA356C-8F27-4EEA-A12B-5D9E9B44BA91}" type="pres">
      <dgm:prSet presAssocID="{51AAB29A-A152-401D-BFAE-19324F0CD63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EDD33BCF-DE02-4FEA-8179-D1BE5884EA0F}" type="pres">
      <dgm:prSet presAssocID="{51AAB29A-A152-401D-BFAE-19324F0CD637}" presName="spaceRect" presStyleCnt="0"/>
      <dgm:spPr/>
    </dgm:pt>
    <dgm:pt modelId="{91DE91D8-4338-4784-A466-94E99A0B6F12}" type="pres">
      <dgm:prSet presAssocID="{51AAB29A-A152-401D-BFAE-19324F0CD637}" presName="parTx" presStyleLbl="revTx" presStyleIdx="3" presStyleCnt="4">
        <dgm:presLayoutVars>
          <dgm:chMax val="0"/>
          <dgm:chPref val="0"/>
        </dgm:presLayoutVars>
      </dgm:prSet>
      <dgm:spPr/>
    </dgm:pt>
  </dgm:ptLst>
  <dgm:cxnLst>
    <dgm:cxn modelId="{8466623A-A4BD-4A3D-A9FF-22CB86818814}" type="presOf" srcId="{D34D44C0-5BA4-493C-ACB9-F1EA778541E3}" destId="{21127426-1C0B-4B7D-B112-B7CB60E9800D}" srcOrd="0" destOrd="0" presId="urn:microsoft.com/office/officeart/2018/2/layout/IconVerticalSolidList"/>
    <dgm:cxn modelId="{FA262A3D-7BCC-451F-AE03-FA5402168084}" type="presOf" srcId="{E28CE0BE-E2C2-4B5E-9444-B5DB22F0441E}" destId="{66D82629-DCBE-43B0-974C-29A83783DA0A}" srcOrd="0" destOrd="0" presId="urn:microsoft.com/office/officeart/2018/2/layout/IconVerticalSolidList"/>
    <dgm:cxn modelId="{A584D045-D902-444E-AB1E-0F54D4D5EECB}" srcId="{D3354879-AF38-4022-8D4E-DF304D98F917}" destId="{E28CE0BE-E2C2-4B5E-9444-B5DB22F0441E}" srcOrd="2" destOrd="0" parTransId="{86552442-5705-406C-B6F7-D295585E4DDC}" sibTransId="{D0E26DE8-1E42-4CA2-A00D-7A66B8B62647}"/>
    <dgm:cxn modelId="{C7E09F51-3999-4F7F-ACFA-068D903091E8}" type="presOf" srcId="{FCA7E956-372D-41F3-B3AA-A0F94A01B9DC}" destId="{ABCA5422-D04B-4383-9B1D-1113A46091D7}" srcOrd="0" destOrd="0" presId="urn:microsoft.com/office/officeart/2018/2/layout/IconVerticalSolidList"/>
    <dgm:cxn modelId="{9BD9367B-F0D2-4FA5-A976-DE06357F0998}" srcId="{D3354879-AF38-4022-8D4E-DF304D98F917}" destId="{51AAB29A-A152-401D-BFAE-19324F0CD637}" srcOrd="3" destOrd="0" parTransId="{F1602E9A-FCBD-4F22-AC8B-105C20639DDD}" sibTransId="{D8DAE08A-1356-458B-8269-49D36A9B974F}"/>
    <dgm:cxn modelId="{C939D09C-4072-4E21-B723-D5AF34868D33}" type="presOf" srcId="{D3354879-AF38-4022-8D4E-DF304D98F917}" destId="{C40A753D-C3BC-415C-9032-7F7C3EE19C1F}" srcOrd="0" destOrd="0" presId="urn:microsoft.com/office/officeart/2018/2/layout/IconVerticalSolidList"/>
    <dgm:cxn modelId="{52BFB99F-C71D-4D45-9535-D6944A161EF2}" srcId="{D3354879-AF38-4022-8D4E-DF304D98F917}" destId="{FCA7E956-372D-41F3-B3AA-A0F94A01B9DC}" srcOrd="1" destOrd="0" parTransId="{9ED57110-D209-4E73-9FCC-9193C8B7F5A7}" sibTransId="{5CAF8BE2-4669-4DF6-96FB-173EEBDE64E8}"/>
    <dgm:cxn modelId="{F9B822CD-D628-47FA-A2A9-9CD306E98402}" type="presOf" srcId="{51AAB29A-A152-401D-BFAE-19324F0CD637}" destId="{91DE91D8-4338-4784-A466-94E99A0B6F12}" srcOrd="0" destOrd="0" presId="urn:microsoft.com/office/officeart/2018/2/layout/IconVerticalSolidList"/>
    <dgm:cxn modelId="{1C81A5FC-FB20-4FD3-849D-2C39B933A941}" srcId="{D3354879-AF38-4022-8D4E-DF304D98F917}" destId="{D34D44C0-5BA4-493C-ACB9-F1EA778541E3}" srcOrd="0" destOrd="0" parTransId="{EE70A6B8-5C43-4AC2-9EDB-7E497F73A0C4}" sibTransId="{ABA584F1-83D0-476E-BFCA-629F603F8622}"/>
    <dgm:cxn modelId="{9821831A-4EED-4F11-A5DF-E247345FD5C8}" type="presParOf" srcId="{C40A753D-C3BC-415C-9032-7F7C3EE19C1F}" destId="{F230FE37-C3F7-458C-9F65-2E79764A1C6A}" srcOrd="0" destOrd="0" presId="urn:microsoft.com/office/officeart/2018/2/layout/IconVerticalSolidList"/>
    <dgm:cxn modelId="{F85C0E81-AD0C-4409-98A0-AE441A98B992}" type="presParOf" srcId="{F230FE37-C3F7-458C-9F65-2E79764A1C6A}" destId="{798283CA-E46E-4A54-82A0-E8A0C2440291}" srcOrd="0" destOrd="0" presId="urn:microsoft.com/office/officeart/2018/2/layout/IconVerticalSolidList"/>
    <dgm:cxn modelId="{F6151F74-06F1-4BF8-A0ED-A249EC25A78B}" type="presParOf" srcId="{F230FE37-C3F7-458C-9F65-2E79764A1C6A}" destId="{340928EB-9388-4F9C-B9F1-E168A9F5E59B}" srcOrd="1" destOrd="0" presId="urn:microsoft.com/office/officeart/2018/2/layout/IconVerticalSolidList"/>
    <dgm:cxn modelId="{CEE9FCDD-3D5E-474A-A44F-0953F9496160}" type="presParOf" srcId="{F230FE37-C3F7-458C-9F65-2E79764A1C6A}" destId="{17961472-E90A-45CA-AEDD-B617C5118A8F}" srcOrd="2" destOrd="0" presId="urn:microsoft.com/office/officeart/2018/2/layout/IconVerticalSolidList"/>
    <dgm:cxn modelId="{086CAE71-2A96-4F21-82F8-4C85B693BAAD}" type="presParOf" srcId="{F230FE37-C3F7-458C-9F65-2E79764A1C6A}" destId="{21127426-1C0B-4B7D-B112-B7CB60E9800D}" srcOrd="3" destOrd="0" presId="urn:microsoft.com/office/officeart/2018/2/layout/IconVerticalSolidList"/>
    <dgm:cxn modelId="{AB4FB7CF-67AE-4940-ACFC-90C87C7046D5}" type="presParOf" srcId="{C40A753D-C3BC-415C-9032-7F7C3EE19C1F}" destId="{6A9951D8-8D04-409D-A7DA-883BADC4CF32}" srcOrd="1" destOrd="0" presId="urn:microsoft.com/office/officeart/2018/2/layout/IconVerticalSolidList"/>
    <dgm:cxn modelId="{571B0577-EE6B-4FC9-B452-A4735E08A4E0}" type="presParOf" srcId="{C40A753D-C3BC-415C-9032-7F7C3EE19C1F}" destId="{812924D4-7C83-4D5F-B044-A7FD0A1FD0BA}" srcOrd="2" destOrd="0" presId="urn:microsoft.com/office/officeart/2018/2/layout/IconVerticalSolidList"/>
    <dgm:cxn modelId="{C9DBE4B0-5C2B-4A11-AB0C-8417F8A8038F}" type="presParOf" srcId="{812924D4-7C83-4D5F-B044-A7FD0A1FD0BA}" destId="{C23E5B33-9659-4A57-818B-9D4CF323E1A1}" srcOrd="0" destOrd="0" presId="urn:microsoft.com/office/officeart/2018/2/layout/IconVerticalSolidList"/>
    <dgm:cxn modelId="{D8ED93E6-851B-4456-A84E-A178E8711259}" type="presParOf" srcId="{812924D4-7C83-4D5F-B044-A7FD0A1FD0BA}" destId="{E7C176DB-2832-4A5E-B83F-4B5BE8CD100D}" srcOrd="1" destOrd="0" presId="urn:microsoft.com/office/officeart/2018/2/layout/IconVerticalSolidList"/>
    <dgm:cxn modelId="{70837784-E77B-4E81-A9BC-F95FA8EB1D9B}" type="presParOf" srcId="{812924D4-7C83-4D5F-B044-A7FD0A1FD0BA}" destId="{F331AB59-699B-4A8B-A556-2FD8449FE9EE}" srcOrd="2" destOrd="0" presId="urn:microsoft.com/office/officeart/2018/2/layout/IconVerticalSolidList"/>
    <dgm:cxn modelId="{BB4FFCAE-965A-478D-AAB1-20B179554988}" type="presParOf" srcId="{812924D4-7C83-4D5F-B044-A7FD0A1FD0BA}" destId="{ABCA5422-D04B-4383-9B1D-1113A46091D7}" srcOrd="3" destOrd="0" presId="urn:microsoft.com/office/officeart/2018/2/layout/IconVerticalSolidList"/>
    <dgm:cxn modelId="{8D47F1BC-89EC-43EE-BBC4-7224A84EA059}" type="presParOf" srcId="{C40A753D-C3BC-415C-9032-7F7C3EE19C1F}" destId="{FE6B5098-8694-4D52-B987-4B41B6AD05B6}" srcOrd="3" destOrd="0" presId="urn:microsoft.com/office/officeart/2018/2/layout/IconVerticalSolidList"/>
    <dgm:cxn modelId="{3A248BB6-E75A-4F4C-BC2A-111C0F16E13C}" type="presParOf" srcId="{C40A753D-C3BC-415C-9032-7F7C3EE19C1F}" destId="{0B36D62D-02E2-44E4-BACE-C581730A69E2}" srcOrd="4" destOrd="0" presId="urn:microsoft.com/office/officeart/2018/2/layout/IconVerticalSolidList"/>
    <dgm:cxn modelId="{CDA9436B-A108-457C-8744-CAB8DDA49364}" type="presParOf" srcId="{0B36D62D-02E2-44E4-BACE-C581730A69E2}" destId="{6159091C-3F85-4C5C-869C-6E7835685BEF}" srcOrd="0" destOrd="0" presId="urn:microsoft.com/office/officeart/2018/2/layout/IconVerticalSolidList"/>
    <dgm:cxn modelId="{E47CB2D0-B8FC-44CF-9247-2A00B14CCB19}" type="presParOf" srcId="{0B36D62D-02E2-44E4-BACE-C581730A69E2}" destId="{17E4476F-0C8D-451F-8939-8BA1105DEE23}" srcOrd="1" destOrd="0" presId="urn:microsoft.com/office/officeart/2018/2/layout/IconVerticalSolidList"/>
    <dgm:cxn modelId="{F45B1EF0-B9CA-4B80-81FE-7838015EBB2C}" type="presParOf" srcId="{0B36D62D-02E2-44E4-BACE-C581730A69E2}" destId="{551BD61E-F9E9-4839-8464-888ADFEC6AC4}" srcOrd="2" destOrd="0" presId="urn:microsoft.com/office/officeart/2018/2/layout/IconVerticalSolidList"/>
    <dgm:cxn modelId="{A714F3D6-D891-4BED-8218-1EFAD8239AB7}" type="presParOf" srcId="{0B36D62D-02E2-44E4-BACE-C581730A69E2}" destId="{66D82629-DCBE-43B0-974C-29A83783DA0A}" srcOrd="3" destOrd="0" presId="urn:microsoft.com/office/officeart/2018/2/layout/IconVerticalSolidList"/>
    <dgm:cxn modelId="{F99F8606-EFEC-471E-B10E-8C93DF3C60CC}" type="presParOf" srcId="{C40A753D-C3BC-415C-9032-7F7C3EE19C1F}" destId="{01193C6B-E0C0-4E81-A474-101510769401}" srcOrd="5" destOrd="0" presId="urn:microsoft.com/office/officeart/2018/2/layout/IconVerticalSolidList"/>
    <dgm:cxn modelId="{281E0296-3A28-468A-BAC6-6B005E97164D}" type="presParOf" srcId="{C40A753D-C3BC-415C-9032-7F7C3EE19C1F}" destId="{56572F23-EC6D-492D-9347-DE9248FABAB1}" srcOrd="6" destOrd="0" presId="urn:microsoft.com/office/officeart/2018/2/layout/IconVerticalSolidList"/>
    <dgm:cxn modelId="{F7F460FB-9D3B-4F60-B0F8-2390F47DDE95}" type="presParOf" srcId="{56572F23-EC6D-492D-9347-DE9248FABAB1}" destId="{DF4E2D68-0027-4582-B0D1-9530AE88EE71}" srcOrd="0" destOrd="0" presId="urn:microsoft.com/office/officeart/2018/2/layout/IconVerticalSolidList"/>
    <dgm:cxn modelId="{5A30C5CB-E0E7-4A49-9ED4-2492B8D1A2FE}" type="presParOf" srcId="{56572F23-EC6D-492D-9347-DE9248FABAB1}" destId="{27EA356C-8F27-4EEA-A12B-5D9E9B44BA91}" srcOrd="1" destOrd="0" presId="urn:microsoft.com/office/officeart/2018/2/layout/IconVerticalSolidList"/>
    <dgm:cxn modelId="{7DFCC21C-8C98-434A-BCBE-B712216713B2}" type="presParOf" srcId="{56572F23-EC6D-492D-9347-DE9248FABAB1}" destId="{EDD33BCF-DE02-4FEA-8179-D1BE5884EA0F}" srcOrd="2" destOrd="0" presId="urn:microsoft.com/office/officeart/2018/2/layout/IconVerticalSolidList"/>
    <dgm:cxn modelId="{57B6B831-5C0C-4FFC-9BE2-837AA5B801CA}" type="presParOf" srcId="{56572F23-EC6D-492D-9347-DE9248FABAB1}" destId="{91DE91D8-4338-4784-A466-94E99A0B6F1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901835-8C5F-4870-9EF5-A9EE600AC561}"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65E77437-5D89-47DB-AA59-48E34D31D9FD}">
      <dgm:prSet/>
      <dgm:spPr/>
      <dgm:t>
        <a:bodyPr/>
        <a:lstStyle/>
        <a:p>
          <a:r>
            <a:rPr lang="en-US" dirty="0"/>
            <a:t>Your application on EC2 creates images thumbnails after profile photos are uploaded to Amazon S3. These thumbnails can be easily recreated and only need to be kept for 60 days. The source images should be able to be immediately retrieved for these 60 days, and afterwards, the user can wait up to 6 hours. How would you design this?</a:t>
          </a:r>
        </a:p>
      </dgm:t>
    </dgm:pt>
    <dgm:pt modelId="{6AEDABF7-5F75-4895-9E8D-AE3AE38424A7}" type="parTrans" cxnId="{6F1B6591-BE46-48AB-9225-3983638BCE4D}">
      <dgm:prSet/>
      <dgm:spPr/>
      <dgm:t>
        <a:bodyPr/>
        <a:lstStyle/>
        <a:p>
          <a:endParaRPr lang="en-US"/>
        </a:p>
      </dgm:t>
    </dgm:pt>
    <dgm:pt modelId="{996BBE66-F033-48BF-9854-A55081CE8CF2}" type="sibTrans" cxnId="{6F1B6591-BE46-48AB-9225-3983638BCE4D}">
      <dgm:prSet/>
      <dgm:spPr/>
      <dgm:t>
        <a:bodyPr/>
        <a:lstStyle/>
        <a:p>
          <a:endParaRPr lang="en-US"/>
        </a:p>
      </dgm:t>
    </dgm:pt>
    <dgm:pt modelId="{FA20C25F-DB15-4D9E-8D7D-9CD285FC619D}">
      <dgm:prSet/>
      <dgm:spPr/>
      <dgm:t>
        <a:bodyPr/>
        <a:lstStyle/>
        <a:p>
          <a:r>
            <a:rPr lang="en-US"/>
            <a:t>A rule in your company states that you should be able to recover your deleted S3 objects immediately for 30 days, although this may happen rarely. After this time, and for up to 365 days, deleted objects should be recoverable within 48 hours.</a:t>
          </a:r>
        </a:p>
      </dgm:t>
    </dgm:pt>
    <dgm:pt modelId="{702104B5-B070-4000-950C-3DFA4C5559C0}" type="parTrans" cxnId="{BCB7263C-7CF7-4390-8706-57F6C548BDCA}">
      <dgm:prSet/>
      <dgm:spPr/>
      <dgm:t>
        <a:bodyPr/>
        <a:lstStyle/>
        <a:p>
          <a:endParaRPr lang="en-US"/>
        </a:p>
      </dgm:t>
    </dgm:pt>
    <dgm:pt modelId="{9A37B7DA-BD64-484B-9E0F-05086F020BAF}" type="sibTrans" cxnId="{BCB7263C-7CF7-4390-8706-57F6C548BDCA}">
      <dgm:prSet/>
      <dgm:spPr/>
      <dgm:t>
        <a:bodyPr/>
        <a:lstStyle/>
        <a:p>
          <a:endParaRPr lang="en-US"/>
        </a:p>
      </dgm:t>
    </dgm:pt>
    <dgm:pt modelId="{5C0B2F0F-1671-4216-A922-51210C0A3309}" type="pres">
      <dgm:prSet presAssocID="{40901835-8C5F-4870-9EF5-A9EE600AC561}" presName="hierChild1" presStyleCnt="0">
        <dgm:presLayoutVars>
          <dgm:chPref val="1"/>
          <dgm:dir/>
          <dgm:animOne val="branch"/>
          <dgm:animLvl val="lvl"/>
          <dgm:resizeHandles/>
        </dgm:presLayoutVars>
      </dgm:prSet>
      <dgm:spPr/>
    </dgm:pt>
    <dgm:pt modelId="{0607933C-A36E-44D8-B63D-F6ADD0B4BB06}" type="pres">
      <dgm:prSet presAssocID="{65E77437-5D89-47DB-AA59-48E34D31D9FD}" presName="hierRoot1" presStyleCnt="0"/>
      <dgm:spPr/>
    </dgm:pt>
    <dgm:pt modelId="{1B2CF005-FD7B-4623-B5D3-7E439E7EC80F}" type="pres">
      <dgm:prSet presAssocID="{65E77437-5D89-47DB-AA59-48E34D31D9FD}" presName="composite" presStyleCnt="0"/>
      <dgm:spPr/>
    </dgm:pt>
    <dgm:pt modelId="{00418D1D-3D7E-4D06-8082-4C854B99C6D9}" type="pres">
      <dgm:prSet presAssocID="{65E77437-5D89-47DB-AA59-48E34D31D9FD}" presName="background" presStyleLbl="node0" presStyleIdx="0" presStyleCnt="2"/>
      <dgm:spPr/>
    </dgm:pt>
    <dgm:pt modelId="{EB127438-E176-44EC-9F2B-CFF327CF224C}" type="pres">
      <dgm:prSet presAssocID="{65E77437-5D89-47DB-AA59-48E34D31D9FD}" presName="text" presStyleLbl="fgAcc0" presStyleIdx="0" presStyleCnt="2">
        <dgm:presLayoutVars>
          <dgm:chPref val="3"/>
        </dgm:presLayoutVars>
      </dgm:prSet>
      <dgm:spPr/>
    </dgm:pt>
    <dgm:pt modelId="{7A24609D-2B21-452F-9C1B-987CF10AD195}" type="pres">
      <dgm:prSet presAssocID="{65E77437-5D89-47DB-AA59-48E34D31D9FD}" presName="hierChild2" presStyleCnt="0"/>
      <dgm:spPr/>
    </dgm:pt>
    <dgm:pt modelId="{63C539E7-5A01-43AF-89DD-7E77F90A9761}" type="pres">
      <dgm:prSet presAssocID="{FA20C25F-DB15-4D9E-8D7D-9CD285FC619D}" presName="hierRoot1" presStyleCnt="0"/>
      <dgm:spPr/>
    </dgm:pt>
    <dgm:pt modelId="{855D6A2E-196F-45A0-B87B-D97D1991F9A2}" type="pres">
      <dgm:prSet presAssocID="{FA20C25F-DB15-4D9E-8D7D-9CD285FC619D}" presName="composite" presStyleCnt="0"/>
      <dgm:spPr/>
    </dgm:pt>
    <dgm:pt modelId="{EADEFA75-3967-4A3F-9CC0-F042A07C9128}" type="pres">
      <dgm:prSet presAssocID="{FA20C25F-DB15-4D9E-8D7D-9CD285FC619D}" presName="background" presStyleLbl="node0" presStyleIdx="1" presStyleCnt="2"/>
      <dgm:spPr/>
    </dgm:pt>
    <dgm:pt modelId="{E4A651DA-E2CC-492C-9CAF-6724BB816669}" type="pres">
      <dgm:prSet presAssocID="{FA20C25F-DB15-4D9E-8D7D-9CD285FC619D}" presName="text" presStyleLbl="fgAcc0" presStyleIdx="1" presStyleCnt="2">
        <dgm:presLayoutVars>
          <dgm:chPref val="3"/>
        </dgm:presLayoutVars>
      </dgm:prSet>
      <dgm:spPr/>
    </dgm:pt>
    <dgm:pt modelId="{8063CA0C-1104-4938-9F7F-667AA7D3AE0A}" type="pres">
      <dgm:prSet presAssocID="{FA20C25F-DB15-4D9E-8D7D-9CD285FC619D}" presName="hierChild2" presStyleCnt="0"/>
      <dgm:spPr/>
    </dgm:pt>
  </dgm:ptLst>
  <dgm:cxnLst>
    <dgm:cxn modelId="{C40BB823-AE35-484F-A1CB-C096F7A8751D}" type="presOf" srcId="{40901835-8C5F-4870-9EF5-A9EE600AC561}" destId="{5C0B2F0F-1671-4216-A922-51210C0A3309}" srcOrd="0" destOrd="0" presId="urn:microsoft.com/office/officeart/2005/8/layout/hierarchy1"/>
    <dgm:cxn modelId="{BCB7263C-7CF7-4390-8706-57F6C548BDCA}" srcId="{40901835-8C5F-4870-9EF5-A9EE600AC561}" destId="{FA20C25F-DB15-4D9E-8D7D-9CD285FC619D}" srcOrd="1" destOrd="0" parTransId="{702104B5-B070-4000-950C-3DFA4C5559C0}" sibTransId="{9A37B7DA-BD64-484B-9E0F-05086F020BAF}"/>
    <dgm:cxn modelId="{5C28536C-8882-4C0A-90E4-A467F7D79B01}" type="presOf" srcId="{65E77437-5D89-47DB-AA59-48E34D31D9FD}" destId="{EB127438-E176-44EC-9F2B-CFF327CF224C}" srcOrd="0" destOrd="0" presId="urn:microsoft.com/office/officeart/2005/8/layout/hierarchy1"/>
    <dgm:cxn modelId="{6F1B6591-BE46-48AB-9225-3983638BCE4D}" srcId="{40901835-8C5F-4870-9EF5-A9EE600AC561}" destId="{65E77437-5D89-47DB-AA59-48E34D31D9FD}" srcOrd="0" destOrd="0" parTransId="{6AEDABF7-5F75-4895-9E8D-AE3AE38424A7}" sibTransId="{996BBE66-F033-48BF-9854-A55081CE8CF2}"/>
    <dgm:cxn modelId="{E0A13CC6-584C-43ED-A198-0AFACF70249B}" type="presOf" srcId="{FA20C25F-DB15-4D9E-8D7D-9CD285FC619D}" destId="{E4A651DA-E2CC-492C-9CAF-6724BB816669}" srcOrd="0" destOrd="0" presId="urn:microsoft.com/office/officeart/2005/8/layout/hierarchy1"/>
    <dgm:cxn modelId="{595A38F9-0947-4818-A022-4BCCC4298530}" type="presParOf" srcId="{5C0B2F0F-1671-4216-A922-51210C0A3309}" destId="{0607933C-A36E-44D8-B63D-F6ADD0B4BB06}" srcOrd="0" destOrd="0" presId="urn:microsoft.com/office/officeart/2005/8/layout/hierarchy1"/>
    <dgm:cxn modelId="{AA6F7D53-AC33-40B5-8411-0198CAE3CDCB}" type="presParOf" srcId="{0607933C-A36E-44D8-B63D-F6ADD0B4BB06}" destId="{1B2CF005-FD7B-4623-B5D3-7E439E7EC80F}" srcOrd="0" destOrd="0" presId="urn:microsoft.com/office/officeart/2005/8/layout/hierarchy1"/>
    <dgm:cxn modelId="{20AF1AD8-F659-45B5-A107-7254078461C9}" type="presParOf" srcId="{1B2CF005-FD7B-4623-B5D3-7E439E7EC80F}" destId="{00418D1D-3D7E-4D06-8082-4C854B99C6D9}" srcOrd="0" destOrd="0" presId="urn:microsoft.com/office/officeart/2005/8/layout/hierarchy1"/>
    <dgm:cxn modelId="{03C4FABB-821F-4157-873D-2F1A5EE7D4C0}" type="presParOf" srcId="{1B2CF005-FD7B-4623-B5D3-7E439E7EC80F}" destId="{EB127438-E176-44EC-9F2B-CFF327CF224C}" srcOrd="1" destOrd="0" presId="urn:microsoft.com/office/officeart/2005/8/layout/hierarchy1"/>
    <dgm:cxn modelId="{7E2BD024-5D02-4B65-BA6D-99C7E4F78DFE}" type="presParOf" srcId="{0607933C-A36E-44D8-B63D-F6ADD0B4BB06}" destId="{7A24609D-2B21-452F-9C1B-987CF10AD195}" srcOrd="1" destOrd="0" presId="urn:microsoft.com/office/officeart/2005/8/layout/hierarchy1"/>
    <dgm:cxn modelId="{3A8EFB9C-3B0B-467A-94B8-3E73990A0F7C}" type="presParOf" srcId="{5C0B2F0F-1671-4216-A922-51210C0A3309}" destId="{63C539E7-5A01-43AF-89DD-7E77F90A9761}" srcOrd="1" destOrd="0" presId="urn:microsoft.com/office/officeart/2005/8/layout/hierarchy1"/>
    <dgm:cxn modelId="{9116ECE5-E950-480B-AA22-05A065596385}" type="presParOf" srcId="{63C539E7-5A01-43AF-89DD-7E77F90A9761}" destId="{855D6A2E-196F-45A0-B87B-D97D1991F9A2}" srcOrd="0" destOrd="0" presId="urn:microsoft.com/office/officeart/2005/8/layout/hierarchy1"/>
    <dgm:cxn modelId="{36622910-EE88-40EE-B525-29528519C0E0}" type="presParOf" srcId="{855D6A2E-196F-45A0-B87B-D97D1991F9A2}" destId="{EADEFA75-3967-4A3F-9CC0-F042A07C9128}" srcOrd="0" destOrd="0" presId="urn:microsoft.com/office/officeart/2005/8/layout/hierarchy1"/>
    <dgm:cxn modelId="{CDC91F16-BD2C-4E81-9EEF-A368BF9CAB01}" type="presParOf" srcId="{855D6A2E-196F-45A0-B87B-D97D1991F9A2}" destId="{E4A651DA-E2CC-492C-9CAF-6724BB816669}" srcOrd="1" destOrd="0" presId="urn:microsoft.com/office/officeart/2005/8/layout/hierarchy1"/>
    <dgm:cxn modelId="{9D5C84B2-569C-4940-8AB6-F7E3ED1D842A}" type="presParOf" srcId="{63C539E7-5A01-43AF-89DD-7E77F90A9761}" destId="{8063CA0C-1104-4938-9F7F-667AA7D3AE0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283CA-E46E-4A54-82A0-E8A0C2440291}">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0928EB-9388-4F9C-B9F1-E168A9F5E59B}">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127426-1C0B-4B7D-B112-B7CB60E9800D}">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You can transition objects between storage classes </a:t>
          </a:r>
        </a:p>
      </dsp:txBody>
      <dsp:txXfrm>
        <a:off x="1339618" y="2288"/>
        <a:ext cx="5024605" cy="1159843"/>
      </dsp:txXfrm>
    </dsp:sp>
    <dsp:sp modelId="{C23E5B33-9659-4A57-818B-9D4CF323E1A1}">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176DB-2832-4A5E-B83F-4B5BE8CD100D}">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CA5422-D04B-4383-9B1D-1113A46091D7}">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For infrequently accessed object, move them to Standard IA</a:t>
          </a:r>
        </a:p>
      </dsp:txBody>
      <dsp:txXfrm>
        <a:off x="1339618" y="1452092"/>
        <a:ext cx="5024605" cy="1159843"/>
      </dsp:txXfrm>
    </dsp:sp>
    <dsp:sp modelId="{6159091C-3F85-4C5C-869C-6E7835685BEF}">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E4476F-0C8D-451F-8939-8BA1105DEE23}">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82629-DCBE-43B0-974C-29A83783DA0A}">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For archive objects that you don’t need fast access to, move them to Glacier or Glacier Deep Archive</a:t>
          </a:r>
        </a:p>
      </dsp:txBody>
      <dsp:txXfrm>
        <a:off x="1339618" y="2901896"/>
        <a:ext cx="5024605" cy="1159843"/>
      </dsp:txXfrm>
    </dsp:sp>
    <dsp:sp modelId="{DF4E2D68-0027-4582-B0D1-9530AE88EE71}">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EA356C-8F27-4EEA-A12B-5D9E9B44BA91}">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DE91D8-4338-4784-A466-94E99A0B6F12}">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a:t>Moving objects can be automated using a Lifecycle Rules</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18D1D-3D7E-4D06-8082-4C854B99C6D9}">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127438-E176-44EC-9F2B-CFF327CF224C}">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Your application on EC2 creates images thumbnails after profile photos are uploaded to Amazon S3. These thumbnails can be easily recreated and only need to be kept for 60 days. The source images should be able to be immediately retrieved for these 60 days, and afterwards, the user can wait up to 6 hours. How would you design this?</a:t>
          </a:r>
        </a:p>
      </dsp:txBody>
      <dsp:txXfrm>
        <a:off x="696297" y="538547"/>
        <a:ext cx="4171627" cy="2590157"/>
      </dsp:txXfrm>
    </dsp:sp>
    <dsp:sp modelId="{EADEFA75-3967-4A3F-9CC0-F042A07C9128}">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A651DA-E2CC-492C-9CAF-6724BB816669}">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A rule in your company states that you should be able to recover your deleted S3 objects immediately for 30 days, although this may happen rarely. After this time, and for up to 365 days, deleted objects should be recoverable within 48 hours.</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2E8A-986C-D9AC-D384-BA6FFBFF3E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B117CF-C040-20F7-034B-FB5790B58C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FF14-8E3B-D38E-455F-BC886107C71A}"/>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E2A92974-3A37-399C-B25F-A875F7BA15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F267F-1812-DBFF-0DE2-D5055594410D}"/>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48666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FB1B9-DBAC-D70F-4162-63A406C581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DC3BC0-0D6D-2FD5-3199-C194764697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5F92E-4292-9FCB-0A6E-34A0FFA2F4A9}"/>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58ECF7CD-17E4-BD7E-3B5D-605C6C8FD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AF8A6-51A2-3651-3842-15F434D2C865}"/>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1491223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7076-F410-CE0D-56DE-4EB8F7691F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C5B07D-A2D6-076E-514D-F5D5866901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9750DA-1A87-8DDB-1D9F-92E5E7FA7CCC}"/>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CA233150-BB53-2395-E4C3-447C35E9B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7E83E9-2666-20E0-5CDB-F8CBCDF97CD1}"/>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1565240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959E-C927-E748-DE27-0989F43A0B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DB5410-E613-AFA9-2386-60E324528E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A4F23F-6C1B-0EC7-581E-B2C6DB29E2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F6FB17-4E15-916F-BFB0-2236B4CC9B94}"/>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6" name="Footer Placeholder 5">
            <a:extLst>
              <a:ext uri="{FF2B5EF4-FFF2-40B4-BE49-F238E27FC236}">
                <a16:creationId xmlns:a16="http://schemas.microsoft.com/office/drawing/2014/main" id="{7EEFF2D5-BA00-9319-AD5F-852230D42C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BB8F-D63C-9CC6-8ECD-A7DCA0FE543B}"/>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3998922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E1F9B-2C90-014B-FA52-AE5AF60967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79FA76-0611-FB76-96F6-0DF7470EF4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27B287-83C9-A937-3744-BB14810E4A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07F7E7-3AFC-F53E-A2D8-F3AFED5169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E638A-9CF6-F18C-5F88-405A87B84D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684710-1426-CB1E-4A3F-AE55F5028950}"/>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8" name="Footer Placeholder 7">
            <a:extLst>
              <a:ext uri="{FF2B5EF4-FFF2-40B4-BE49-F238E27FC236}">
                <a16:creationId xmlns:a16="http://schemas.microsoft.com/office/drawing/2014/main" id="{84E2FA7A-DE19-D0F2-9F60-96B3ABA277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00CFCF-A60A-743C-A763-844C74270427}"/>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1129739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A661-38CE-8CEE-43EF-4E19212B11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CFED60-CFA1-C6D9-8061-AA4492F1ABE8}"/>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4" name="Footer Placeholder 3">
            <a:extLst>
              <a:ext uri="{FF2B5EF4-FFF2-40B4-BE49-F238E27FC236}">
                <a16:creationId xmlns:a16="http://schemas.microsoft.com/office/drawing/2014/main" id="{065F9CE4-461A-B032-E163-36E8499DCD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C56E99-C185-E39B-A7E3-A7B4027E158C}"/>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206896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A5831A-B821-D979-5A9D-07DF49FC90F2}"/>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3" name="Footer Placeholder 2">
            <a:extLst>
              <a:ext uri="{FF2B5EF4-FFF2-40B4-BE49-F238E27FC236}">
                <a16:creationId xmlns:a16="http://schemas.microsoft.com/office/drawing/2014/main" id="{EFE2B39F-3751-2CF0-36A0-62B656D12F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8D1A4C-A5C5-960F-CE1A-CB24354D4087}"/>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404536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0CE-34DB-05F3-EFD5-B1CD56209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342710-B5D6-D037-B083-6B25BF721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473183-2902-3ABD-FE7F-ABAAD95FC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9A3849-D948-19F4-E776-6B4460997D44}"/>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6" name="Footer Placeholder 5">
            <a:extLst>
              <a:ext uri="{FF2B5EF4-FFF2-40B4-BE49-F238E27FC236}">
                <a16:creationId xmlns:a16="http://schemas.microsoft.com/office/drawing/2014/main" id="{ABAF832C-ABAB-6F16-8CDC-E62044E01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A2811-AAC8-0E2C-949B-9A9798B5EA82}"/>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1457731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2BE6-FC88-0131-EC02-9491213EC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15FDCD-11C1-B943-EC73-1BA602C517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0B61F6-3290-A9EF-FE58-6D1BC9A96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034BF6-D21F-6E05-C824-C87B3B1197CB}"/>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6" name="Footer Placeholder 5">
            <a:extLst>
              <a:ext uri="{FF2B5EF4-FFF2-40B4-BE49-F238E27FC236}">
                <a16:creationId xmlns:a16="http://schemas.microsoft.com/office/drawing/2014/main" id="{B8B0FD63-034E-EF36-003A-648C99D0D6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E05657-9984-573E-772A-2FDDA1DD2FD5}"/>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2340091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D5AC-FB29-A459-4F70-13C30D74C7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C3DED1-529E-B09A-9179-C99B181285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5F2F71-E2E4-015D-21BA-E20078890DC8}"/>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A5855C41-298F-3B7D-5BFE-BC19F70B9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47EAE-39BB-7DB1-3F6D-6E582FEADE4E}"/>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1269265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894AB1-6AA8-E617-3B62-00EC878AB8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0DCCFD-7EE1-E9DA-DE3E-CE715D2BB8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F7B20-C81E-C2A2-1899-4D0997AD63F3}"/>
              </a:ext>
            </a:extLst>
          </p:cNvPr>
          <p:cNvSpPr>
            <a:spLocks noGrp="1"/>
          </p:cNvSpPr>
          <p:nvPr>
            <p:ph type="dt" sz="half" idx="10"/>
          </p:nvPr>
        </p:nvSpPr>
        <p:spPr/>
        <p:txBody>
          <a:body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6A5087A0-5076-3FBC-3CF9-B261C7328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90FF3-A862-0033-803E-BD1518E5DB51}"/>
              </a:ext>
            </a:extLst>
          </p:cNvPr>
          <p:cNvSpPr>
            <a:spLocks noGrp="1"/>
          </p:cNvSpPr>
          <p:nvPr>
            <p:ph type="sldNum" sz="quarter" idx="12"/>
          </p:nvPr>
        </p:nvSpPr>
        <p:spPr/>
        <p:txBody>
          <a:bodyPr/>
          <a:lstStyle/>
          <a:p>
            <a:fld id="{567A524D-40DE-420F-A65C-0CDF85EAD38D}" type="slidenum">
              <a:rPr lang="en-US" smtClean="0"/>
              <a:t>‹#›</a:t>
            </a:fld>
            <a:endParaRPr lang="en-US"/>
          </a:p>
        </p:txBody>
      </p:sp>
    </p:spTree>
    <p:extLst>
      <p:ext uri="{BB962C8B-B14F-4D97-AF65-F5344CB8AC3E}">
        <p14:creationId xmlns:p14="http://schemas.microsoft.com/office/powerpoint/2010/main" val="206483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3843E5-0529-9EBB-F87A-123572AE9E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1DB05C-0583-B129-86A4-3E72B1E9C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26776-207F-4436-FB21-F4D65E822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6C8543-9850-4759-9681-E3FCB09D5EAA}" type="datetimeFigureOut">
              <a:rPr lang="en-US" smtClean="0"/>
              <a:t>10/22/2025</a:t>
            </a:fld>
            <a:endParaRPr lang="en-US"/>
          </a:p>
        </p:txBody>
      </p:sp>
      <p:sp>
        <p:nvSpPr>
          <p:cNvPr id="5" name="Footer Placeholder 4">
            <a:extLst>
              <a:ext uri="{FF2B5EF4-FFF2-40B4-BE49-F238E27FC236}">
                <a16:creationId xmlns:a16="http://schemas.microsoft.com/office/drawing/2014/main" id="{DBD177D6-11D2-7931-C8B4-253DC414F9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B5A0A47-289C-2C96-E431-A49D5F03A7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7A524D-40DE-420F-A65C-0CDF85EAD38D}" type="slidenum">
              <a:rPr lang="en-US" smtClean="0"/>
              <a:t>‹#›</a:t>
            </a:fld>
            <a:endParaRPr lang="en-US"/>
          </a:p>
        </p:txBody>
      </p:sp>
    </p:spTree>
    <p:extLst>
      <p:ext uri="{BB962C8B-B14F-4D97-AF65-F5344CB8AC3E}">
        <p14:creationId xmlns:p14="http://schemas.microsoft.com/office/powerpoint/2010/main" val="1469861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2E7E8CA-A64E-FED8-5AF2-628A18B5A478}"/>
              </a:ext>
            </a:extLst>
          </p:cNvPr>
          <p:cNvSpPr>
            <a:spLocks noGrp="1"/>
          </p:cNvSpPr>
          <p:nvPr>
            <p:ph type="ctrTitle"/>
          </p:nvPr>
        </p:nvSpPr>
        <p:spPr>
          <a:xfrm>
            <a:off x="828675" y="494414"/>
            <a:ext cx="10534650" cy="817403"/>
          </a:xfrm>
        </p:spPr>
        <p:txBody>
          <a:bodyPr anchor="b">
            <a:normAutofit/>
          </a:bodyPr>
          <a:lstStyle/>
          <a:p>
            <a:r>
              <a:rPr lang="en-US" sz="3600"/>
              <a:t>Amazon S3 – Moving between Storage Classes</a:t>
            </a:r>
          </a:p>
        </p:txBody>
      </p:sp>
      <p:pic>
        <p:nvPicPr>
          <p:cNvPr id="6" name="Graphic 5" descr="Box">
            <a:extLst>
              <a:ext uri="{FF2B5EF4-FFF2-40B4-BE49-F238E27FC236}">
                <a16:creationId xmlns:a16="http://schemas.microsoft.com/office/drawing/2014/main" id="{D8555B38-589A-44F8-C7E4-191089067C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21957" y="2354239"/>
            <a:ext cx="3948085" cy="3948085"/>
          </a:xfrm>
          <a:prstGeom prst="rect">
            <a:avLst/>
          </a:prstGeom>
        </p:spPr>
      </p:pic>
    </p:spTree>
    <p:extLst>
      <p:ext uri="{BB962C8B-B14F-4D97-AF65-F5344CB8AC3E}">
        <p14:creationId xmlns:p14="http://schemas.microsoft.com/office/powerpoint/2010/main" val="353395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Freeform: Shape 3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E5E5AF-6899-6309-E972-B27E8CE9FF97}"/>
              </a:ext>
            </a:extLst>
          </p:cNvPr>
          <p:cNvSpPr>
            <a:spLocks noGrp="1"/>
          </p:cNvSpPr>
          <p:nvPr>
            <p:ph type="title"/>
          </p:nvPr>
        </p:nvSpPr>
        <p:spPr>
          <a:xfrm>
            <a:off x="621792" y="1161288"/>
            <a:ext cx="3602736" cy="4526280"/>
          </a:xfrm>
        </p:spPr>
        <p:txBody>
          <a:bodyPr>
            <a:normAutofit/>
          </a:bodyPr>
          <a:lstStyle/>
          <a:p>
            <a:r>
              <a:rPr lang="en-US" sz="4000"/>
              <a:t>Moving between Storage Classes</a:t>
            </a:r>
          </a:p>
        </p:txBody>
      </p:sp>
      <p:sp>
        <p:nvSpPr>
          <p:cNvPr id="34" name="Rectangle 3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F1808F8-79B8-06C0-274D-870788B8C5E9}"/>
              </a:ext>
            </a:extLst>
          </p:cNvPr>
          <p:cNvGraphicFramePr>
            <a:graphicFrameLocks noGrp="1"/>
          </p:cNvGraphicFramePr>
          <p:nvPr>
            <p:ph idx="1"/>
            <p:extLst>
              <p:ext uri="{D42A27DB-BD31-4B8C-83A1-F6EECF244321}">
                <p14:modId xmlns:p14="http://schemas.microsoft.com/office/powerpoint/2010/main" val="3077534535"/>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7247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284308-9264-656D-BFE4-C00859EC59E6}"/>
              </a:ext>
            </a:extLst>
          </p:cNvPr>
          <p:cNvSpPr>
            <a:spLocks noGrp="1"/>
          </p:cNvSpPr>
          <p:nvPr>
            <p:ph type="title"/>
          </p:nvPr>
        </p:nvSpPr>
        <p:spPr>
          <a:xfrm>
            <a:off x="838200" y="365125"/>
            <a:ext cx="10515600" cy="1325563"/>
          </a:xfrm>
        </p:spPr>
        <p:txBody>
          <a:bodyPr>
            <a:normAutofit/>
          </a:bodyPr>
          <a:lstStyle/>
          <a:p>
            <a:r>
              <a:rPr lang="en-US" dirty="0"/>
              <a:t> Amazon S3 – Lifecycle Rules</a:t>
            </a:r>
            <a:br>
              <a:rPr lang="en-US" dirty="0"/>
            </a:br>
            <a:endParaRPr lang="en-US"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D77A27E-E5FD-1C1E-8B76-B62010892A4D}"/>
              </a:ext>
            </a:extLst>
          </p:cNvPr>
          <p:cNvSpPr>
            <a:spLocks noGrp="1"/>
          </p:cNvSpPr>
          <p:nvPr>
            <p:ph idx="1"/>
          </p:nvPr>
        </p:nvSpPr>
        <p:spPr>
          <a:xfrm>
            <a:off x="838200" y="1825625"/>
            <a:ext cx="10515600" cy="4351338"/>
          </a:xfrm>
        </p:spPr>
        <p:txBody>
          <a:bodyPr>
            <a:normAutofit/>
          </a:bodyPr>
          <a:lstStyle/>
          <a:p>
            <a:r>
              <a:rPr lang="en-US" sz="2200" b="1"/>
              <a:t>Transition Actions– </a:t>
            </a:r>
            <a:r>
              <a:rPr lang="en-US" sz="2200"/>
              <a:t>configure objects to transition to another storage class</a:t>
            </a:r>
          </a:p>
          <a:p>
            <a:r>
              <a:rPr lang="en-US" sz="2200"/>
              <a:t> Move objects to Standard IA class 60 days after creation</a:t>
            </a:r>
          </a:p>
          <a:p>
            <a:r>
              <a:rPr lang="en-US" sz="2200"/>
              <a:t> Move to Glacier for archiving after 6 months</a:t>
            </a:r>
          </a:p>
          <a:p>
            <a:r>
              <a:rPr lang="en-US" sz="2200" b="1"/>
              <a:t> Expiration actions – </a:t>
            </a:r>
            <a:r>
              <a:rPr lang="en-US" sz="2200"/>
              <a:t>configure objects to expire (delete) after some time</a:t>
            </a:r>
          </a:p>
          <a:p>
            <a:r>
              <a:rPr lang="en-US" sz="2200"/>
              <a:t> Access log files can be set to delete after a 365 days</a:t>
            </a:r>
          </a:p>
          <a:p>
            <a:r>
              <a:rPr lang="en-US" sz="2200"/>
              <a:t> Can be used to delete old versions of files (if versioning is enabled)</a:t>
            </a:r>
          </a:p>
          <a:p>
            <a:r>
              <a:rPr lang="en-US" sz="2200"/>
              <a:t> Can be used to delete incomplete Multi-Part uploads</a:t>
            </a:r>
          </a:p>
          <a:p>
            <a:r>
              <a:rPr lang="en-US" sz="2200"/>
              <a:t> Rules can be created for a certain prefix (example: s3://mybucket/mp3/*)</a:t>
            </a:r>
          </a:p>
          <a:p>
            <a:r>
              <a:rPr lang="en-US" sz="2200"/>
              <a:t> Rules can be created for certain objects Tags (example: Department: Finance)</a:t>
            </a:r>
          </a:p>
        </p:txBody>
      </p:sp>
    </p:spTree>
    <p:extLst>
      <p:ext uri="{BB962C8B-B14F-4D97-AF65-F5344CB8AC3E}">
        <p14:creationId xmlns:p14="http://schemas.microsoft.com/office/powerpoint/2010/main" val="369555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3E50CA-5EE0-B916-12BD-F124961DE64E}"/>
              </a:ext>
            </a:extLst>
          </p:cNvPr>
          <p:cNvSpPr>
            <a:spLocks noGrp="1"/>
          </p:cNvSpPr>
          <p:nvPr>
            <p:ph type="title"/>
          </p:nvPr>
        </p:nvSpPr>
        <p:spPr>
          <a:xfrm>
            <a:off x="1043631" y="809898"/>
            <a:ext cx="10173010" cy="1554480"/>
          </a:xfrm>
        </p:spPr>
        <p:txBody>
          <a:bodyPr anchor="ctr">
            <a:normAutofit/>
          </a:bodyPr>
          <a:lstStyle/>
          <a:p>
            <a:r>
              <a:rPr lang="en-US" sz="4800"/>
              <a:t>Lifecycle Rules (Scenario 1 &amp; 2)</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5B90033-CCAC-C2C7-3F77-5CE1208C9752}"/>
              </a:ext>
            </a:extLst>
          </p:cNvPr>
          <p:cNvGraphicFramePr>
            <a:graphicFrameLocks noGrp="1"/>
          </p:cNvGraphicFramePr>
          <p:nvPr>
            <p:ph idx="1"/>
            <p:extLst>
              <p:ext uri="{D42A27DB-BD31-4B8C-83A1-F6EECF244321}">
                <p14:modId xmlns:p14="http://schemas.microsoft.com/office/powerpoint/2010/main" val="4564677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9675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301</Words>
  <Application>Microsoft Office PowerPoint</Application>
  <PresentationFormat>Widescreen</PresentationFormat>
  <Paragraphs>19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Amazon S3 – Moving between Storage Classes</vt:lpstr>
      <vt:lpstr>Moving between Storage Classes</vt:lpstr>
      <vt:lpstr> Amazon S3 – Lifecycle Rules </vt:lpstr>
      <vt:lpstr>Lifecycle Rules (Scenario 1 &amp;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Adnan Ullah</dc:creator>
  <cp:lastModifiedBy>Adnan Ullah</cp:lastModifiedBy>
  <cp:revision>1</cp:revision>
  <dcterms:created xsi:type="dcterms:W3CDTF">2025-10-22T09:32:30Z</dcterms:created>
  <dcterms:modified xsi:type="dcterms:W3CDTF">2025-10-22T09:43:07Z</dcterms:modified>
</cp:coreProperties>
</file>