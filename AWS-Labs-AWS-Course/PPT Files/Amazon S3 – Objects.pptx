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6C61B8-3D7B-465C-8D48-3D0CF47AA08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E1ACB4-0A44-4D46-966D-566046118D71}">
      <dgm:prSet/>
      <dgm:spPr/>
      <dgm:t>
        <a:bodyPr/>
        <a:lstStyle/>
        <a:p>
          <a:r>
            <a:rPr lang="en-US"/>
            <a:t>The </a:t>
          </a:r>
          <a:r>
            <a:rPr lang="en-US" b="1"/>
            <a:t>data</a:t>
          </a:r>
          <a:r>
            <a:rPr lang="en-US"/>
            <a:t> is the actual content of your file (like image, text, video, etc.).</a:t>
          </a:r>
        </a:p>
      </dgm:t>
    </dgm:pt>
    <dgm:pt modelId="{6122A4DD-5B28-418C-A784-ACE0939570DE}" type="parTrans" cxnId="{122FE8AF-C271-45AB-8013-E122A0C79F31}">
      <dgm:prSet/>
      <dgm:spPr/>
      <dgm:t>
        <a:bodyPr/>
        <a:lstStyle/>
        <a:p>
          <a:endParaRPr lang="en-US"/>
        </a:p>
      </dgm:t>
    </dgm:pt>
    <dgm:pt modelId="{E8A09FE4-219E-403C-A8D5-726A55A65461}" type="sibTrans" cxnId="{122FE8AF-C271-45AB-8013-E122A0C79F31}">
      <dgm:prSet/>
      <dgm:spPr/>
      <dgm:t>
        <a:bodyPr/>
        <a:lstStyle/>
        <a:p>
          <a:endParaRPr lang="en-US"/>
        </a:p>
      </dgm:t>
    </dgm:pt>
    <dgm:pt modelId="{270A943C-2FB6-4428-B36F-0D3C79FA73D1}">
      <dgm:prSet/>
      <dgm:spPr/>
      <dgm:t>
        <a:bodyPr/>
        <a:lstStyle/>
        <a:p>
          <a:r>
            <a:rPr lang="en-US" b="1"/>
            <a:t>Maximum size:</a:t>
          </a:r>
          <a:r>
            <a:rPr lang="en-US"/>
            <a:t> 5 TB per object.</a:t>
          </a:r>
        </a:p>
      </dgm:t>
    </dgm:pt>
    <dgm:pt modelId="{1DBDF676-772B-49D3-BEBE-FAE8705ED899}" type="parTrans" cxnId="{F2848859-0043-4978-B271-19AE89DCA67E}">
      <dgm:prSet/>
      <dgm:spPr/>
      <dgm:t>
        <a:bodyPr/>
        <a:lstStyle/>
        <a:p>
          <a:endParaRPr lang="en-US"/>
        </a:p>
      </dgm:t>
    </dgm:pt>
    <dgm:pt modelId="{5D365D51-6C28-42BD-9F36-7D0894D5F2B6}" type="sibTrans" cxnId="{F2848859-0043-4978-B271-19AE89DCA67E}">
      <dgm:prSet/>
      <dgm:spPr/>
      <dgm:t>
        <a:bodyPr/>
        <a:lstStyle/>
        <a:p>
          <a:endParaRPr lang="en-US"/>
        </a:p>
      </dgm:t>
    </dgm:pt>
    <dgm:pt modelId="{15261034-F5B8-4023-83A1-83376D01535D}">
      <dgm:prSet/>
      <dgm:spPr/>
      <dgm:t>
        <a:bodyPr/>
        <a:lstStyle/>
        <a:p>
          <a:r>
            <a:rPr lang="en-US"/>
            <a:t>If the file is </a:t>
          </a:r>
          <a:r>
            <a:rPr lang="en-US" b="1"/>
            <a:t>larger than 5 GB</a:t>
          </a:r>
          <a:r>
            <a:rPr lang="en-US"/>
            <a:t>, use </a:t>
          </a:r>
          <a:r>
            <a:rPr lang="en-US" b="1"/>
            <a:t>Multi-Part Upload</a:t>
          </a:r>
          <a:r>
            <a:rPr lang="en-US"/>
            <a:t>.</a:t>
          </a:r>
        </a:p>
      </dgm:t>
    </dgm:pt>
    <dgm:pt modelId="{F5E6E05B-4D8D-40F0-8C92-EAA0907BDC87}" type="parTrans" cxnId="{8E1ED925-ABF8-4D6E-8595-A9468EF7DBA8}">
      <dgm:prSet/>
      <dgm:spPr/>
      <dgm:t>
        <a:bodyPr/>
        <a:lstStyle/>
        <a:p>
          <a:endParaRPr lang="en-US"/>
        </a:p>
      </dgm:t>
    </dgm:pt>
    <dgm:pt modelId="{00E58A3F-C57C-446F-9E62-FC5B0C90C3DC}" type="sibTrans" cxnId="{8E1ED925-ABF8-4D6E-8595-A9468EF7DBA8}">
      <dgm:prSet/>
      <dgm:spPr/>
      <dgm:t>
        <a:bodyPr/>
        <a:lstStyle/>
        <a:p>
          <a:endParaRPr lang="en-US"/>
        </a:p>
      </dgm:t>
    </dgm:pt>
    <dgm:pt modelId="{947CA175-CC5B-479D-91F3-80A7CECEEE97}" type="pres">
      <dgm:prSet presAssocID="{456C61B8-3D7B-465C-8D48-3D0CF47AA08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B13F08C-C64D-4C75-91F6-D9FCECB8469B}" type="pres">
      <dgm:prSet presAssocID="{CCE1ACB4-0A44-4D46-966D-566046118D71}" presName="hierRoot1" presStyleCnt="0"/>
      <dgm:spPr/>
    </dgm:pt>
    <dgm:pt modelId="{9746E6C9-C853-4A42-AF3F-6315295CB65C}" type="pres">
      <dgm:prSet presAssocID="{CCE1ACB4-0A44-4D46-966D-566046118D71}" presName="composite" presStyleCnt="0"/>
      <dgm:spPr/>
    </dgm:pt>
    <dgm:pt modelId="{A64937E3-B624-41A3-9F07-12EC4B358684}" type="pres">
      <dgm:prSet presAssocID="{CCE1ACB4-0A44-4D46-966D-566046118D71}" presName="background" presStyleLbl="node0" presStyleIdx="0" presStyleCnt="3"/>
      <dgm:spPr/>
    </dgm:pt>
    <dgm:pt modelId="{14C2C054-4495-4900-B99E-7ED754180BB1}" type="pres">
      <dgm:prSet presAssocID="{CCE1ACB4-0A44-4D46-966D-566046118D71}" presName="text" presStyleLbl="fgAcc0" presStyleIdx="0" presStyleCnt="3">
        <dgm:presLayoutVars>
          <dgm:chPref val="3"/>
        </dgm:presLayoutVars>
      </dgm:prSet>
      <dgm:spPr/>
    </dgm:pt>
    <dgm:pt modelId="{DEBFEF8B-AD68-45B0-A838-A99EF3743356}" type="pres">
      <dgm:prSet presAssocID="{CCE1ACB4-0A44-4D46-966D-566046118D71}" presName="hierChild2" presStyleCnt="0"/>
      <dgm:spPr/>
    </dgm:pt>
    <dgm:pt modelId="{71C60D6D-7DF9-43E6-916F-B5B352FA9F72}" type="pres">
      <dgm:prSet presAssocID="{270A943C-2FB6-4428-B36F-0D3C79FA73D1}" presName="hierRoot1" presStyleCnt="0"/>
      <dgm:spPr/>
    </dgm:pt>
    <dgm:pt modelId="{AA8692FD-88C2-4EDE-A80D-865DF4115008}" type="pres">
      <dgm:prSet presAssocID="{270A943C-2FB6-4428-B36F-0D3C79FA73D1}" presName="composite" presStyleCnt="0"/>
      <dgm:spPr/>
    </dgm:pt>
    <dgm:pt modelId="{178C28A4-EC94-4790-9FAD-C296C21CC05C}" type="pres">
      <dgm:prSet presAssocID="{270A943C-2FB6-4428-B36F-0D3C79FA73D1}" presName="background" presStyleLbl="node0" presStyleIdx="1" presStyleCnt="3"/>
      <dgm:spPr/>
    </dgm:pt>
    <dgm:pt modelId="{F46E8954-21A5-4BFF-8F49-0A3AB1AFC8E5}" type="pres">
      <dgm:prSet presAssocID="{270A943C-2FB6-4428-B36F-0D3C79FA73D1}" presName="text" presStyleLbl="fgAcc0" presStyleIdx="1" presStyleCnt="3">
        <dgm:presLayoutVars>
          <dgm:chPref val="3"/>
        </dgm:presLayoutVars>
      </dgm:prSet>
      <dgm:spPr/>
    </dgm:pt>
    <dgm:pt modelId="{52678249-A876-4A19-A740-F8FED460D06E}" type="pres">
      <dgm:prSet presAssocID="{270A943C-2FB6-4428-B36F-0D3C79FA73D1}" presName="hierChild2" presStyleCnt="0"/>
      <dgm:spPr/>
    </dgm:pt>
    <dgm:pt modelId="{09687388-AFB6-42CB-8CD3-C0E0CFAD6037}" type="pres">
      <dgm:prSet presAssocID="{15261034-F5B8-4023-83A1-83376D01535D}" presName="hierRoot1" presStyleCnt="0"/>
      <dgm:spPr/>
    </dgm:pt>
    <dgm:pt modelId="{73E7EFC4-C3CC-4C9C-BF26-E9AD45967673}" type="pres">
      <dgm:prSet presAssocID="{15261034-F5B8-4023-83A1-83376D01535D}" presName="composite" presStyleCnt="0"/>
      <dgm:spPr/>
    </dgm:pt>
    <dgm:pt modelId="{0BCE028F-C23A-4025-9DB3-5E3AFC11FF06}" type="pres">
      <dgm:prSet presAssocID="{15261034-F5B8-4023-83A1-83376D01535D}" presName="background" presStyleLbl="node0" presStyleIdx="2" presStyleCnt="3"/>
      <dgm:spPr/>
    </dgm:pt>
    <dgm:pt modelId="{C1603303-8EE6-4AEE-9F41-EABB2DD6E446}" type="pres">
      <dgm:prSet presAssocID="{15261034-F5B8-4023-83A1-83376D01535D}" presName="text" presStyleLbl="fgAcc0" presStyleIdx="2" presStyleCnt="3">
        <dgm:presLayoutVars>
          <dgm:chPref val="3"/>
        </dgm:presLayoutVars>
      </dgm:prSet>
      <dgm:spPr/>
    </dgm:pt>
    <dgm:pt modelId="{3DC14383-237D-4C05-B304-E04F31686EC7}" type="pres">
      <dgm:prSet presAssocID="{15261034-F5B8-4023-83A1-83376D01535D}" presName="hierChild2" presStyleCnt="0"/>
      <dgm:spPr/>
    </dgm:pt>
  </dgm:ptLst>
  <dgm:cxnLst>
    <dgm:cxn modelId="{8E1ED925-ABF8-4D6E-8595-A9468EF7DBA8}" srcId="{456C61B8-3D7B-465C-8D48-3D0CF47AA08D}" destId="{15261034-F5B8-4023-83A1-83376D01535D}" srcOrd="2" destOrd="0" parTransId="{F5E6E05B-4D8D-40F0-8C92-EAA0907BDC87}" sibTransId="{00E58A3F-C57C-446F-9E62-FC5B0C90C3DC}"/>
    <dgm:cxn modelId="{9AF80243-2DC1-4207-B99F-5375E35D3B48}" type="presOf" srcId="{CCE1ACB4-0A44-4D46-966D-566046118D71}" destId="{14C2C054-4495-4900-B99E-7ED754180BB1}" srcOrd="0" destOrd="0" presId="urn:microsoft.com/office/officeart/2005/8/layout/hierarchy1"/>
    <dgm:cxn modelId="{F2848859-0043-4978-B271-19AE89DCA67E}" srcId="{456C61B8-3D7B-465C-8D48-3D0CF47AA08D}" destId="{270A943C-2FB6-4428-B36F-0D3C79FA73D1}" srcOrd="1" destOrd="0" parTransId="{1DBDF676-772B-49D3-BEBE-FAE8705ED899}" sibTransId="{5D365D51-6C28-42BD-9F36-7D0894D5F2B6}"/>
    <dgm:cxn modelId="{217E1A90-250C-4AF4-B461-AF86285038A9}" type="presOf" srcId="{15261034-F5B8-4023-83A1-83376D01535D}" destId="{C1603303-8EE6-4AEE-9F41-EABB2DD6E446}" srcOrd="0" destOrd="0" presId="urn:microsoft.com/office/officeart/2005/8/layout/hierarchy1"/>
    <dgm:cxn modelId="{35F5F399-25E3-4A43-9D1B-31C0284725F0}" type="presOf" srcId="{270A943C-2FB6-4428-B36F-0D3C79FA73D1}" destId="{F46E8954-21A5-4BFF-8F49-0A3AB1AFC8E5}" srcOrd="0" destOrd="0" presId="urn:microsoft.com/office/officeart/2005/8/layout/hierarchy1"/>
    <dgm:cxn modelId="{122FE8AF-C271-45AB-8013-E122A0C79F31}" srcId="{456C61B8-3D7B-465C-8D48-3D0CF47AA08D}" destId="{CCE1ACB4-0A44-4D46-966D-566046118D71}" srcOrd="0" destOrd="0" parTransId="{6122A4DD-5B28-418C-A784-ACE0939570DE}" sibTransId="{E8A09FE4-219E-403C-A8D5-726A55A65461}"/>
    <dgm:cxn modelId="{2AF641E5-C2D5-402F-BE7A-F28F62F44E4A}" type="presOf" srcId="{456C61B8-3D7B-465C-8D48-3D0CF47AA08D}" destId="{947CA175-CC5B-479D-91F3-80A7CECEEE97}" srcOrd="0" destOrd="0" presId="urn:microsoft.com/office/officeart/2005/8/layout/hierarchy1"/>
    <dgm:cxn modelId="{9903EA3A-C959-48D9-B652-F5CA9CD8C052}" type="presParOf" srcId="{947CA175-CC5B-479D-91F3-80A7CECEEE97}" destId="{AB13F08C-C64D-4C75-91F6-D9FCECB8469B}" srcOrd="0" destOrd="0" presId="urn:microsoft.com/office/officeart/2005/8/layout/hierarchy1"/>
    <dgm:cxn modelId="{70618A46-6790-4049-AB72-AC580B5C3274}" type="presParOf" srcId="{AB13F08C-C64D-4C75-91F6-D9FCECB8469B}" destId="{9746E6C9-C853-4A42-AF3F-6315295CB65C}" srcOrd="0" destOrd="0" presId="urn:microsoft.com/office/officeart/2005/8/layout/hierarchy1"/>
    <dgm:cxn modelId="{13E03955-6C7E-41AE-86D5-E2FCDE05495F}" type="presParOf" srcId="{9746E6C9-C853-4A42-AF3F-6315295CB65C}" destId="{A64937E3-B624-41A3-9F07-12EC4B358684}" srcOrd="0" destOrd="0" presId="urn:microsoft.com/office/officeart/2005/8/layout/hierarchy1"/>
    <dgm:cxn modelId="{40F5896B-2DEF-4455-BD9E-A3D14776D950}" type="presParOf" srcId="{9746E6C9-C853-4A42-AF3F-6315295CB65C}" destId="{14C2C054-4495-4900-B99E-7ED754180BB1}" srcOrd="1" destOrd="0" presId="urn:microsoft.com/office/officeart/2005/8/layout/hierarchy1"/>
    <dgm:cxn modelId="{E6427C1B-1674-4D86-98D7-3922147D7EC0}" type="presParOf" srcId="{AB13F08C-C64D-4C75-91F6-D9FCECB8469B}" destId="{DEBFEF8B-AD68-45B0-A838-A99EF3743356}" srcOrd="1" destOrd="0" presId="urn:microsoft.com/office/officeart/2005/8/layout/hierarchy1"/>
    <dgm:cxn modelId="{B7CB8422-27C8-4E9F-A549-276081A68D74}" type="presParOf" srcId="{947CA175-CC5B-479D-91F3-80A7CECEEE97}" destId="{71C60D6D-7DF9-43E6-916F-B5B352FA9F72}" srcOrd="1" destOrd="0" presId="urn:microsoft.com/office/officeart/2005/8/layout/hierarchy1"/>
    <dgm:cxn modelId="{FFCF0A48-6FB8-46A9-B147-FF8D721ED04A}" type="presParOf" srcId="{71C60D6D-7DF9-43E6-916F-B5B352FA9F72}" destId="{AA8692FD-88C2-4EDE-A80D-865DF4115008}" srcOrd="0" destOrd="0" presId="urn:microsoft.com/office/officeart/2005/8/layout/hierarchy1"/>
    <dgm:cxn modelId="{43795CFB-E0C1-44AB-AD5A-47A2066A7A35}" type="presParOf" srcId="{AA8692FD-88C2-4EDE-A80D-865DF4115008}" destId="{178C28A4-EC94-4790-9FAD-C296C21CC05C}" srcOrd="0" destOrd="0" presId="urn:microsoft.com/office/officeart/2005/8/layout/hierarchy1"/>
    <dgm:cxn modelId="{B41CF09B-504E-4F5B-BA7D-5B11B9D3FA72}" type="presParOf" srcId="{AA8692FD-88C2-4EDE-A80D-865DF4115008}" destId="{F46E8954-21A5-4BFF-8F49-0A3AB1AFC8E5}" srcOrd="1" destOrd="0" presId="urn:microsoft.com/office/officeart/2005/8/layout/hierarchy1"/>
    <dgm:cxn modelId="{53602A34-7D40-4786-9FDE-01C1F739D58E}" type="presParOf" srcId="{71C60D6D-7DF9-43E6-916F-B5B352FA9F72}" destId="{52678249-A876-4A19-A740-F8FED460D06E}" srcOrd="1" destOrd="0" presId="urn:microsoft.com/office/officeart/2005/8/layout/hierarchy1"/>
    <dgm:cxn modelId="{A891B36E-29D4-45AB-B1C7-779B68D48815}" type="presParOf" srcId="{947CA175-CC5B-479D-91F3-80A7CECEEE97}" destId="{09687388-AFB6-42CB-8CD3-C0E0CFAD6037}" srcOrd="2" destOrd="0" presId="urn:microsoft.com/office/officeart/2005/8/layout/hierarchy1"/>
    <dgm:cxn modelId="{17F8515D-9C88-4133-8ECA-659B86E2866E}" type="presParOf" srcId="{09687388-AFB6-42CB-8CD3-C0E0CFAD6037}" destId="{73E7EFC4-C3CC-4C9C-BF26-E9AD45967673}" srcOrd="0" destOrd="0" presId="urn:microsoft.com/office/officeart/2005/8/layout/hierarchy1"/>
    <dgm:cxn modelId="{334DC7E4-6350-41F8-BBCF-98604168E196}" type="presParOf" srcId="{73E7EFC4-C3CC-4C9C-BF26-E9AD45967673}" destId="{0BCE028F-C23A-4025-9DB3-5E3AFC11FF06}" srcOrd="0" destOrd="0" presId="urn:microsoft.com/office/officeart/2005/8/layout/hierarchy1"/>
    <dgm:cxn modelId="{95DA6F05-B44C-47AC-BD75-D44D00423EFE}" type="presParOf" srcId="{73E7EFC4-C3CC-4C9C-BF26-E9AD45967673}" destId="{C1603303-8EE6-4AEE-9F41-EABB2DD6E446}" srcOrd="1" destOrd="0" presId="urn:microsoft.com/office/officeart/2005/8/layout/hierarchy1"/>
    <dgm:cxn modelId="{3197633E-62BA-4A90-9325-BBC920DDD19A}" type="presParOf" srcId="{09687388-AFB6-42CB-8CD3-C0E0CFAD6037}" destId="{3DC14383-237D-4C05-B304-E04F31686EC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E685FC-A69B-455A-A3BC-8E3BA51B304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F33AA6F-833C-44EE-A1AC-7F2934AAECB3}">
      <dgm:prSet/>
      <dgm:spPr/>
      <dgm:t>
        <a:bodyPr/>
        <a:lstStyle/>
        <a:p>
          <a:r>
            <a:rPr lang="en-US"/>
            <a:t>Metadata is extra information about the file.</a:t>
          </a:r>
        </a:p>
      </dgm:t>
    </dgm:pt>
    <dgm:pt modelId="{28682896-EA5E-4158-9641-E00F1A235482}" type="parTrans" cxnId="{9EAD6CC8-859C-4C79-B6D6-40A6D4EE51DF}">
      <dgm:prSet/>
      <dgm:spPr/>
      <dgm:t>
        <a:bodyPr/>
        <a:lstStyle/>
        <a:p>
          <a:endParaRPr lang="en-US"/>
        </a:p>
      </dgm:t>
    </dgm:pt>
    <dgm:pt modelId="{4F859910-5A8F-4F12-B01D-C4D4ABEAAC18}" type="sibTrans" cxnId="{9EAD6CC8-859C-4C79-B6D6-40A6D4EE51DF}">
      <dgm:prSet/>
      <dgm:spPr/>
      <dgm:t>
        <a:bodyPr/>
        <a:lstStyle/>
        <a:p>
          <a:endParaRPr lang="en-US"/>
        </a:p>
      </dgm:t>
    </dgm:pt>
    <dgm:pt modelId="{0283E438-77EE-4FD9-81C3-95B47B1F2C67}">
      <dgm:prSet/>
      <dgm:spPr/>
      <dgm:t>
        <a:bodyPr/>
        <a:lstStyle/>
        <a:p>
          <a:r>
            <a:rPr lang="en-US"/>
            <a:t>Two types:</a:t>
          </a:r>
        </a:p>
      </dgm:t>
    </dgm:pt>
    <dgm:pt modelId="{79647E51-F84D-4B19-BA76-794F4B6537AE}" type="parTrans" cxnId="{798733BE-0F00-43A0-943B-D6576F46D004}">
      <dgm:prSet/>
      <dgm:spPr/>
      <dgm:t>
        <a:bodyPr/>
        <a:lstStyle/>
        <a:p>
          <a:endParaRPr lang="en-US"/>
        </a:p>
      </dgm:t>
    </dgm:pt>
    <dgm:pt modelId="{0873AC7D-9463-4CD4-A8D5-D00D45531F43}" type="sibTrans" cxnId="{798733BE-0F00-43A0-943B-D6576F46D004}">
      <dgm:prSet/>
      <dgm:spPr/>
      <dgm:t>
        <a:bodyPr/>
        <a:lstStyle/>
        <a:p>
          <a:endParaRPr lang="en-US"/>
        </a:p>
      </dgm:t>
    </dgm:pt>
    <dgm:pt modelId="{00BB208C-73D3-4275-9B4D-32F1967657E1}">
      <dgm:prSet/>
      <dgm:spPr/>
      <dgm:t>
        <a:bodyPr/>
        <a:lstStyle/>
        <a:p>
          <a:r>
            <a:rPr lang="en-US" b="1"/>
            <a:t>System metadata:</a:t>
          </a:r>
          <a:r>
            <a:rPr lang="en-US"/>
            <a:t> created by S3 (e.g., date created, size, storage class)</a:t>
          </a:r>
        </a:p>
      </dgm:t>
    </dgm:pt>
    <dgm:pt modelId="{BF8E0EEF-C3C6-4CC2-9E05-5774C1F6CF1E}" type="parTrans" cxnId="{78320D4A-6D6C-4559-B8B6-B41EBB1B3224}">
      <dgm:prSet/>
      <dgm:spPr/>
      <dgm:t>
        <a:bodyPr/>
        <a:lstStyle/>
        <a:p>
          <a:endParaRPr lang="en-US"/>
        </a:p>
      </dgm:t>
    </dgm:pt>
    <dgm:pt modelId="{E871A761-C427-4A7F-9925-A50388ED1971}" type="sibTrans" cxnId="{78320D4A-6D6C-4559-B8B6-B41EBB1B3224}">
      <dgm:prSet/>
      <dgm:spPr/>
      <dgm:t>
        <a:bodyPr/>
        <a:lstStyle/>
        <a:p>
          <a:endParaRPr lang="en-US"/>
        </a:p>
      </dgm:t>
    </dgm:pt>
    <dgm:pt modelId="{6C1B0FAD-FBED-4BCA-AD53-D1FE1548B7B5}">
      <dgm:prSet/>
      <dgm:spPr/>
      <dgm:t>
        <a:bodyPr/>
        <a:lstStyle/>
        <a:p>
          <a:r>
            <a:rPr lang="en-US" b="1"/>
            <a:t>User metadata:</a:t>
          </a:r>
          <a:r>
            <a:rPr lang="en-US"/>
            <a:t> you can add custom info (like author: Ali)</a:t>
          </a:r>
        </a:p>
      </dgm:t>
    </dgm:pt>
    <dgm:pt modelId="{67D69A14-7D8D-46A4-ABAA-0EA568F9CFA7}" type="parTrans" cxnId="{56A23C3B-4821-479D-8296-6A1D9395EB2B}">
      <dgm:prSet/>
      <dgm:spPr/>
      <dgm:t>
        <a:bodyPr/>
        <a:lstStyle/>
        <a:p>
          <a:endParaRPr lang="en-US"/>
        </a:p>
      </dgm:t>
    </dgm:pt>
    <dgm:pt modelId="{8D1558EC-C459-4220-B5B6-C64C01EA857F}" type="sibTrans" cxnId="{56A23C3B-4821-479D-8296-6A1D9395EB2B}">
      <dgm:prSet/>
      <dgm:spPr/>
      <dgm:t>
        <a:bodyPr/>
        <a:lstStyle/>
        <a:p>
          <a:endParaRPr lang="en-US"/>
        </a:p>
      </dgm:t>
    </dgm:pt>
    <dgm:pt modelId="{EA062BEB-C87C-405C-B97A-5F840C094C56}" type="pres">
      <dgm:prSet presAssocID="{F1E685FC-A69B-455A-A3BC-8E3BA51B304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5413870-64EE-44CA-9C16-DD69C447BEBB}" type="pres">
      <dgm:prSet presAssocID="{EF33AA6F-833C-44EE-A1AC-7F2934AAECB3}" presName="hierRoot1" presStyleCnt="0"/>
      <dgm:spPr/>
    </dgm:pt>
    <dgm:pt modelId="{9B885D89-D1ED-42F0-8773-B856A07F3673}" type="pres">
      <dgm:prSet presAssocID="{EF33AA6F-833C-44EE-A1AC-7F2934AAECB3}" presName="composite" presStyleCnt="0"/>
      <dgm:spPr/>
    </dgm:pt>
    <dgm:pt modelId="{92DACB5B-4188-448B-80FE-18737B4EF558}" type="pres">
      <dgm:prSet presAssocID="{EF33AA6F-833C-44EE-A1AC-7F2934AAECB3}" presName="background" presStyleLbl="node0" presStyleIdx="0" presStyleCnt="2"/>
      <dgm:spPr/>
    </dgm:pt>
    <dgm:pt modelId="{BD388DA2-6943-4091-8E3D-DF9A7F86BE18}" type="pres">
      <dgm:prSet presAssocID="{EF33AA6F-833C-44EE-A1AC-7F2934AAECB3}" presName="text" presStyleLbl="fgAcc0" presStyleIdx="0" presStyleCnt="2">
        <dgm:presLayoutVars>
          <dgm:chPref val="3"/>
        </dgm:presLayoutVars>
      </dgm:prSet>
      <dgm:spPr/>
    </dgm:pt>
    <dgm:pt modelId="{620D2037-1B36-4AF4-8271-A06E8D713DF4}" type="pres">
      <dgm:prSet presAssocID="{EF33AA6F-833C-44EE-A1AC-7F2934AAECB3}" presName="hierChild2" presStyleCnt="0"/>
      <dgm:spPr/>
    </dgm:pt>
    <dgm:pt modelId="{0610DF5F-8E84-4DB9-96F0-469E75F1723D}" type="pres">
      <dgm:prSet presAssocID="{0283E438-77EE-4FD9-81C3-95B47B1F2C67}" presName="hierRoot1" presStyleCnt="0"/>
      <dgm:spPr/>
    </dgm:pt>
    <dgm:pt modelId="{8ECB2CA5-4D7F-447A-B730-9998936095A8}" type="pres">
      <dgm:prSet presAssocID="{0283E438-77EE-4FD9-81C3-95B47B1F2C67}" presName="composite" presStyleCnt="0"/>
      <dgm:spPr/>
    </dgm:pt>
    <dgm:pt modelId="{50CFA0BF-1FB9-44F3-9ABE-8E7E18A2D27C}" type="pres">
      <dgm:prSet presAssocID="{0283E438-77EE-4FD9-81C3-95B47B1F2C67}" presName="background" presStyleLbl="node0" presStyleIdx="1" presStyleCnt="2"/>
      <dgm:spPr/>
    </dgm:pt>
    <dgm:pt modelId="{742A11A0-BAEF-4D93-910B-3C017D9632B9}" type="pres">
      <dgm:prSet presAssocID="{0283E438-77EE-4FD9-81C3-95B47B1F2C67}" presName="text" presStyleLbl="fgAcc0" presStyleIdx="1" presStyleCnt="2">
        <dgm:presLayoutVars>
          <dgm:chPref val="3"/>
        </dgm:presLayoutVars>
      </dgm:prSet>
      <dgm:spPr/>
    </dgm:pt>
    <dgm:pt modelId="{42D60F25-8E5B-452E-A92A-09574257A04B}" type="pres">
      <dgm:prSet presAssocID="{0283E438-77EE-4FD9-81C3-95B47B1F2C67}" presName="hierChild2" presStyleCnt="0"/>
      <dgm:spPr/>
    </dgm:pt>
    <dgm:pt modelId="{6AFCE505-912A-4067-BE5F-C3D7061CE9DA}" type="pres">
      <dgm:prSet presAssocID="{BF8E0EEF-C3C6-4CC2-9E05-5774C1F6CF1E}" presName="Name10" presStyleLbl="parChTrans1D2" presStyleIdx="0" presStyleCnt="2"/>
      <dgm:spPr/>
    </dgm:pt>
    <dgm:pt modelId="{4511A954-7AAB-4002-83DE-5BD6F6BDD976}" type="pres">
      <dgm:prSet presAssocID="{00BB208C-73D3-4275-9B4D-32F1967657E1}" presName="hierRoot2" presStyleCnt="0"/>
      <dgm:spPr/>
    </dgm:pt>
    <dgm:pt modelId="{00D91F8C-BC69-4783-A33E-75AF0B2775F8}" type="pres">
      <dgm:prSet presAssocID="{00BB208C-73D3-4275-9B4D-32F1967657E1}" presName="composite2" presStyleCnt="0"/>
      <dgm:spPr/>
    </dgm:pt>
    <dgm:pt modelId="{B907D568-CEA4-4C5F-8A87-40AA2C08006B}" type="pres">
      <dgm:prSet presAssocID="{00BB208C-73D3-4275-9B4D-32F1967657E1}" presName="background2" presStyleLbl="node2" presStyleIdx="0" presStyleCnt="2"/>
      <dgm:spPr/>
    </dgm:pt>
    <dgm:pt modelId="{4534844E-A8D7-47C3-BE22-80FB68AA8E4B}" type="pres">
      <dgm:prSet presAssocID="{00BB208C-73D3-4275-9B4D-32F1967657E1}" presName="text2" presStyleLbl="fgAcc2" presStyleIdx="0" presStyleCnt="2">
        <dgm:presLayoutVars>
          <dgm:chPref val="3"/>
        </dgm:presLayoutVars>
      </dgm:prSet>
      <dgm:spPr/>
    </dgm:pt>
    <dgm:pt modelId="{59643C24-ECE6-4599-9B1E-146E9122F993}" type="pres">
      <dgm:prSet presAssocID="{00BB208C-73D3-4275-9B4D-32F1967657E1}" presName="hierChild3" presStyleCnt="0"/>
      <dgm:spPr/>
    </dgm:pt>
    <dgm:pt modelId="{22C52B19-7FC1-47F3-834B-ADC2667915F8}" type="pres">
      <dgm:prSet presAssocID="{67D69A14-7D8D-46A4-ABAA-0EA568F9CFA7}" presName="Name10" presStyleLbl="parChTrans1D2" presStyleIdx="1" presStyleCnt="2"/>
      <dgm:spPr/>
    </dgm:pt>
    <dgm:pt modelId="{4232B82B-60C7-46EC-92AF-F883D2FB378F}" type="pres">
      <dgm:prSet presAssocID="{6C1B0FAD-FBED-4BCA-AD53-D1FE1548B7B5}" presName="hierRoot2" presStyleCnt="0"/>
      <dgm:spPr/>
    </dgm:pt>
    <dgm:pt modelId="{6588766D-D6ED-4EA9-997A-586CCBB7E1B4}" type="pres">
      <dgm:prSet presAssocID="{6C1B0FAD-FBED-4BCA-AD53-D1FE1548B7B5}" presName="composite2" presStyleCnt="0"/>
      <dgm:spPr/>
    </dgm:pt>
    <dgm:pt modelId="{6D66C8DB-1845-4032-BDA6-5CFCB3EDE513}" type="pres">
      <dgm:prSet presAssocID="{6C1B0FAD-FBED-4BCA-AD53-D1FE1548B7B5}" presName="background2" presStyleLbl="node2" presStyleIdx="1" presStyleCnt="2"/>
      <dgm:spPr/>
    </dgm:pt>
    <dgm:pt modelId="{0AE0BD37-2ED8-4EBE-AE09-E79DD0EC0914}" type="pres">
      <dgm:prSet presAssocID="{6C1B0FAD-FBED-4BCA-AD53-D1FE1548B7B5}" presName="text2" presStyleLbl="fgAcc2" presStyleIdx="1" presStyleCnt="2">
        <dgm:presLayoutVars>
          <dgm:chPref val="3"/>
        </dgm:presLayoutVars>
      </dgm:prSet>
      <dgm:spPr/>
    </dgm:pt>
    <dgm:pt modelId="{30D3D50D-EA7B-4C4D-9B7C-ED1B62A8C488}" type="pres">
      <dgm:prSet presAssocID="{6C1B0FAD-FBED-4BCA-AD53-D1FE1548B7B5}" presName="hierChild3" presStyleCnt="0"/>
      <dgm:spPr/>
    </dgm:pt>
  </dgm:ptLst>
  <dgm:cxnLst>
    <dgm:cxn modelId="{56A23C3B-4821-479D-8296-6A1D9395EB2B}" srcId="{0283E438-77EE-4FD9-81C3-95B47B1F2C67}" destId="{6C1B0FAD-FBED-4BCA-AD53-D1FE1548B7B5}" srcOrd="1" destOrd="0" parTransId="{67D69A14-7D8D-46A4-ABAA-0EA568F9CFA7}" sibTransId="{8D1558EC-C459-4220-B5B6-C64C01EA857F}"/>
    <dgm:cxn modelId="{78320D4A-6D6C-4559-B8B6-B41EBB1B3224}" srcId="{0283E438-77EE-4FD9-81C3-95B47B1F2C67}" destId="{00BB208C-73D3-4275-9B4D-32F1967657E1}" srcOrd="0" destOrd="0" parTransId="{BF8E0EEF-C3C6-4CC2-9E05-5774C1F6CF1E}" sibTransId="{E871A761-C427-4A7F-9925-A50388ED1971}"/>
    <dgm:cxn modelId="{3BECE855-C51D-44F1-86D4-6F5B944DC8E4}" type="presOf" srcId="{F1E685FC-A69B-455A-A3BC-8E3BA51B304E}" destId="{EA062BEB-C87C-405C-B97A-5F840C094C56}" srcOrd="0" destOrd="0" presId="urn:microsoft.com/office/officeart/2005/8/layout/hierarchy1"/>
    <dgm:cxn modelId="{9D249A96-F00C-49BD-814D-6FB5B5EBEAE3}" type="presOf" srcId="{BF8E0EEF-C3C6-4CC2-9E05-5774C1F6CF1E}" destId="{6AFCE505-912A-4067-BE5F-C3D7061CE9DA}" srcOrd="0" destOrd="0" presId="urn:microsoft.com/office/officeart/2005/8/layout/hierarchy1"/>
    <dgm:cxn modelId="{FE1D019E-BBA8-4280-927E-CF59C7BA7E65}" type="presOf" srcId="{00BB208C-73D3-4275-9B4D-32F1967657E1}" destId="{4534844E-A8D7-47C3-BE22-80FB68AA8E4B}" srcOrd="0" destOrd="0" presId="urn:microsoft.com/office/officeart/2005/8/layout/hierarchy1"/>
    <dgm:cxn modelId="{798733BE-0F00-43A0-943B-D6576F46D004}" srcId="{F1E685FC-A69B-455A-A3BC-8E3BA51B304E}" destId="{0283E438-77EE-4FD9-81C3-95B47B1F2C67}" srcOrd="1" destOrd="0" parTransId="{79647E51-F84D-4B19-BA76-794F4B6537AE}" sibTransId="{0873AC7D-9463-4CD4-A8D5-D00D45531F43}"/>
    <dgm:cxn modelId="{DA38F3C0-41F9-47DE-91CD-82B24612D6C8}" type="presOf" srcId="{6C1B0FAD-FBED-4BCA-AD53-D1FE1548B7B5}" destId="{0AE0BD37-2ED8-4EBE-AE09-E79DD0EC0914}" srcOrd="0" destOrd="0" presId="urn:microsoft.com/office/officeart/2005/8/layout/hierarchy1"/>
    <dgm:cxn modelId="{9EAD6CC8-859C-4C79-B6D6-40A6D4EE51DF}" srcId="{F1E685FC-A69B-455A-A3BC-8E3BA51B304E}" destId="{EF33AA6F-833C-44EE-A1AC-7F2934AAECB3}" srcOrd="0" destOrd="0" parTransId="{28682896-EA5E-4158-9641-E00F1A235482}" sibTransId="{4F859910-5A8F-4F12-B01D-C4D4ABEAAC18}"/>
    <dgm:cxn modelId="{DA3778D0-8E8E-427C-9B7F-90671032DA79}" type="presOf" srcId="{EF33AA6F-833C-44EE-A1AC-7F2934AAECB3}" destId="{BD388DA2-6943-4091-8E3D-DF9A7F86BE18}" srcOrd="0" destOrd="0" presId="urn:microsoft.com/office/officeart/2005/8/layout/hierarchy1"/>
    <dgm:cxn modelId="{1A6E5DE0-0DAA-416A-9CCE-6363FF438BF4}" type="presOf" srcId="{0283E438-77EE-4FD9-81C3-95B47B1F2C67}" destId="{742A11A0-BAEF-4D93-910B-3C017D9632B9}" srcOrd="0" destOrd="0" presId="urn:microsoft.com/office/officeart/2005/8/layout/hierarchy1"/>
    <dgm:cxn modelId="{59A537FB-46C0-41F6-B814-1DEC1A96442C}" type="presOf" srcId="{67D69A14-7D8D-46A4-ABAA-0EA568F9CFA7}" destId="{22C52B19-7FC1-47F3-834B-ADC2667915F8}" srcOrd="0" destOrd="0" presId="urn:microsoft.com/office/officeart/2005/8/layout/hierarchy1"/>
    <dgm:cxn modelId="{AD8A82EA-C6B7-457C-B295-744DD4CBE4C8}" type="presParOf" srcId="{EA062BEB-C87C-405C-B97A-5F840C094C56}" destId="{C5413870-64EE-44CA-9C16-DD69C447BEBB}" srcOrd="0" destOrd="0" presId="urn:microsoft.com/office/officeart/2005/8/layout/hierarchy1"/>
    <dgm:cxn modelId="{4C3B2C45-6B79-4488-A4CA-7CCAF84AAB89}" type="presParOf" srcId="{C5413870-64EE-44CA-9C16-DD69C447BEBB}" destId="{9B885D89-D1ED-42F0-8773-B856A07F3673}" srcOrd="0" destOrd="0" presId="urn:microsoft.com/office/officeart/2005/8/layout/hierarchy1"/>
    <dgm:cxn modelId="{21E2A949-EC20-437D-9F1F-FB98BA9FF068}" type="presParOf" srcId="{9B885D89-D1ED-42F0-8773-B856A07F3673}" destId="{92DACB5B-4188-448B-80FE-18737B4EF558}" srcOrd="0" destOrd="0" presId="urn:microsoft.com/office/officeart/2005/8/layout/hierarchy1"/>
    <dgm:cxn modelId="{F7D451B9-E16A-4A55-A97F-CF9B1863FB5A}" type="presParOf" srcId="{9B885D89-D1ED-42F0-8773-B856A07F3673}" destId="{BD388DA2-6943-4091-8E3D-DF9A7F86BE18}" srcOrd="1" destOrd="0" presId="urn:microsoft.com/office/officeart/2005/8/layout/hierarchy1"/>
    <dgm:cxn modelId="{88A120E8-F5EF-45A1-8F99-FD1F559AF121}" type="presParOf" srcId="{C5413870-64EE-44CA-9C16-DD69C447BEBB}" destId="{620D2037-1B36-4AF4-8271-A06E8D713DF4}" srcOrd="1" destOrd="0" presId="urn:microsoft.com/office/officeart/2005/8/layout/hierarchy1"/>
    <dgm:cxn modelId="{C38471E6-1451-412C-BAB6-CF37FB090BB9}" type="presParOf" srcId="{EA062BEB-C87C-405C-B97A-5F840C094C56}" destId="{0610DF5F-8E84-4DB9-96F0-469E75F1723D}" srcOrd="1" destOrd="0" presId="urn:microsoft.com/office/officeart/2005/8/layout/hierarchy1"/>
    <dgm:cxn modelId="{959B2541-78B8-47E2-9A4C-F78CFFC1CC96}" type="presParOf" srcId="{0610DF5F-8E84-4DB9-96F0-469E75F1723D}" destId="{8ECB2CA5-4D7F-447A-B730-9998936095A8}" srcOrd="0" destOrd="0" presId="urn:microsoft.com/office/officeart/2005/8/layout/hierarchy1"/>
    <dgm:cxn modelId="{0864D49E-50EC-4905-BB4D-77032E3AD5E9}" type="presParOf" srcId="{8ECB2CA5-4D7F-447A-B730-9998936095A8}" destId="{50CFA0BF-1FB9-44F3-9ABE-8E7E18A2D27C}" srcOrd="0" destOrd="0" presId="urn:microsoft.com/office/officeart/2005/8/layout/hierarchy1"/>
    <dgm:cxn modelId="{A26B018A-12EF-4FFF-82EC-48DEA20415D6}" type="presParOf" srcId="{8ECB2CA5-4D7F-447A-B730-9998936095A8}" destId="{742A11A0-BAEF-4D93-910B-3C017D9632B9}" srcOrd="1" destOrd="0" presId="urn:microsoft.com/office/officeart/2005/8/layout/hierarchy1"/>
    <dgm:cxn modelId="{06EFBADE-09AB-4FEC-A494-A11C04B7809B}" type="presParOf" srcId="{0610DF5F-8E84-4DB9-96F0-469E75F1723D}" destId="{42D60F25-8E5B-452E-A92A-09574257A04B}" srcOrd="1" destOrd="0" presId="urn:microsoft.com/office/officeart/2005/8/layout/hierarchy1"/>
    <dgm:cxn modelId="{E1DCC736-0A95-4C1C-9E0E-79DD5295A9C0}" type="presParOf" srcId="{42D60F25-8E5B-452E-A92A-09574257A04B}" destId="{6AFCE505-912A-4067-BE5F-C3D7061CE9DA}" srcOrd="0" destOrd="0" presId="urn:microsoft.com/office/officeart/2005/8/layout/hierarchy1"/>
    <dgm:cxn modelId="{2BA3E63D-367D-420C-B5A5-B3D480B9FDEA}" type="presParOf" srcId="{42D60F25-8E5B-452E-A92A-09574257A04B}" destId="{4511A954-7AAB-4002-83DE-5BD6F6BDD976}" srcOrd="1" destOrd="0" presId="urn:microsoft.com/office/officeart/2005/8/layout/hierarchy1"/>
    <dgm:cxn modelId="{4DF80C62-1B4B-425E-89F5-167CEBD013F3}" type="presParOf" srcId="{4511A954-7AAB-4002-83DE-5BD6F6BDD976}" destId="{00D91F8C-BC69-4783-A33E-75AF0B2775F8}" srcOrd="0" destOrd="0" presId="urn:microsoft.com/office/officeart/2005/8/layout/hierarchy1"/>
    <dgm:cxn modelId="{F05F5525-9512-49A8-90E8-C8BAD15510F7}" type="presParOf" srcId="{00D91F8C-BC69-4783-A33E-75AF0B2775F8}" destId="{B907D568-CEA4-4C5F-8A87-40AA2C08006B}" srcOrd="0" destOrd="0" presId="urn:microsoft.com/office/officeart/2005/8/layout/hierarchy1"/>
    <dgm:cxn modelId="{BC482598-6B38-4985-A4A5-42D574933487}" type="presParOf" srcId="{00D91F8C-BC69-4783-A33E-75AF0B2775F8}" destId="{4534844E-A8D7-47C3-BE22-80FB68AA8E4B}" srcOrd="1" destOrd="0" presId="urn:microsoft.com/office/officeart/2005/8/layout/hierarchy1"/>
    <dgm:cxn modelId="{87FEFEB2-D4DE-41AD-AE76-222444FEFE49}" type="presParOf" srcId="{4511A954-7AAB-4002-83DE-5BD6F6BDD976}" destId="{59643C24-ECE6-4599-9B1E-146E9122F993}" srcOrd="1" destOrd="0" presId="urn:microsoft.com/office/officeart/2005/8/layout/hierarchy1"/>
    <dgm:cxn modelId="{B8C6AD79-1403-4CB4-8F7C-EB04D06EDEA9}" type="presParOf" srcId="{42D60F25-8E5B-452E-A92A-09574257A04B}" destId="{22C52B19-7FC1-47F3-834B-ADC2667915F8}" srcOrd="2" destOrd="0" presId="urn:microsoft.com/office/officeart/2005/8/layout/hierarchy1"/>
    <dgm:cxn modelId="{4050B416-9DD4-45A8-805A-8C531BA1C62D}" type="presParOf" srcId="{42D60F25-8E5B-452E-A92A-09574257A04B}" destId="{4232B82B-60C7-46EC-92AF-F883D2FB378F}" srcOrd="3" destOrd="0" presId="urn:microsoft.com/office/officeart/2005/8/layout/hierarchy1"/>
    <dgm:cxn modelId="{EE6EC5D7-5252-48AB-B0F4-4BDF204794F5}" type="presParOf" srcId="{4232B82B-60C7-46EC-92AF-F883D2FB378F}" destId="{6588766D-D6ED-4EA9-997A-586CCBB7E1B4}" srcOrd="0" destOrd="0" presId="urn:microsoft.com/office/officeart/2005/8/layout/hierarchy1"/>
    <dgm:cxn modelId="{54F2246A-0E9B-486B-8371-211AD2366D9A}" type="presParOf" srcId="{6588766D-D6ED-4EA9-997A-586CCBB7E1B4}" destId="{6D66C8DB-1845-4032-BDA6-5CFCB3EDE513}" srcOrd="0" destOrd="0" presId="urn:microsoft.com/office/officeart/2005/8/layout/hierarchy1"/>
    <dgm:cxn modelId="{886A785E-F8AF-4C8D-910B-6D4587C4BACB}" type="presParOf" srcId="{6588766D-D6ED-4EA9-997A-586CCBB7E1B4}" destId="{0AE0BD37-2ED8-4EBE-AE09-E79DD0EC0914}" srcOrd="1" destOrd="0" presId="urn:microsoft.com/office/officeart/2005/8/layout/hierarchy1"/>
    <dgm:cxn modelId="{582D7FB6-F7A5-4FA5-982B-229976D4851C}" type="presParOf" srcId="{4232B82B-60C7-46EC-92AF-F883D2FB378F}" destId="{30D3D50D-EA7B-4C4D-9B7C-ED1B62A8C4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19AD9D-282C-4251-ADB8-BC330FB7421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F990042-B134-4CD7-A49E-8548E06481A4}">
      <dgm:prSet/>
      <dgm:spPr/>
      <dgm:t>
        <a:bodyPr/>
        <a:lstStyle/>
        <a:p>
          <a:r>
            <a:rPr lang="en-US"/>
            <a:t>You can add up to </a:t>
          </a:r>
          <a:r>
            <a:rPr lang="en-US" b="1"/>
            <a:t>10 tags</a:t>
          </a:r>
          <a:r>
            <a:rPr lang="en-US"/>
            <a:t> (key/value pairs).</a:t>
          </a:r>
        </a:p>
      </dgm:t>
    </dgm:pt>
    <dgm:pt modelId="{07EF81BC-2F25-48AB-B70D-6027E235CB88}" type="parTrans" cxnId="{09D91AEC-B1EB-406B-8AF0-A3063DA81CB6}">
      <dgm:prSet/>
      <dgm:spPr/>
      <dgm:t>
        <a:bodyPr/>
        <a:lstStyle/>
        <a:p>
          <a:endParaRPr lang="en-US"/>
        </a:p>
      </dgm:t>
    </dgm:pt>
    <dgm:pt modelId="{B2309F87-3549-4822-BB47-AE98C8E7CB21}" type="sibTrans" cxnId="{09D91AEC-B1EB-406B-8AF0-A3063DA81CB6}">
      <dgm:prSet/>
      <dgm:spPr/>
      <dgm:t>
        <a:bodyPr/>
        <a:lstStyle/>
        <a:p>
          <a:endParaRPr lang="en-US"/>
        </a:p>
      </dgm:t>
    </dgm:pt>
    <dgm:pt modelId="{B65D355B-AE1C-4321-8349-D19310D757AF}">
      <dgm:prSet/>
      <dgm:spPr/>
      <dgm:t>
        <a:bodyPr/>
        <a:lstStyle/>
        <a:p>
          <a:r>
            <a:rPr lang="en-US"/>
            <a:t>Example:</a:t>
          </a:r>
        </a:p>
      </dgm:t>
    </dgm:pt>
    <dgm:pt modelId="{72E11070-EABC-45BE-8F13-38179B4D8ADA}" type="parTrans" cxnId="{A6FE16C6-7B63-40C7-BBF4-3C60730FC88A}">
      <dgm:prSet/>
      <dgm:spPr/>
      <dgm:t>
        <a:bodyPr/>
        <a:lstStyle/>
        <a:p>
          <a:endParaRPr lang="en-US"/>
        </a:p>
      </dgm:t>
    </dgm:pt>
    <dgm:pt modelId="{EDEEC99A-1CD2-437E-A5E2-63177B41230D}" type="sibTrans" cxnId="{A6FE16C6-7B63-40C7-BBF4-3C60730FC88A}">
      <dgm:prSet/>
      <dgm:spPr/>
      <dgm:t>
        <a:bodyPr/>
        <a:lstStyle/>
        <a:p>
          <a:endParaRPr lang="en-US"/>
        </a:p>
      </dgm:t>
    </dgm:pt>
    <dgm:pt modelId="{EDFCAD0B-FE7C-4CD4-BAFC-2289E2147C20}">
      <dgm:prSet/>
      <dgm:spPr/>
      <dgm:t>
        <a:bodyPr/>
        <a:lstStyle/>
        <a:p>
          <a:r>
            <a:rPr lang="en-US"/>
            <a:t>"Project" = "WebApp"</a:t>
          </a:r>
        </a:p>
      </dgm:t>
    </dgm:pt>
    <dgm:pt modelId="{38F76737-DBE1-4CE5-92F7-C9FAD5832E5B}" type="parTrans" cxnId="{FD8E00BE-738E-41C0-BF1E-3AF6AE0238E0}">
      <dgm:prSet/>
      <dgm:spPr/>
      <dgm:t>
        <a:bodyPr/>
        <a:lstStyle/>
        <a:p>
          <a:endParaRPr lang="en-US"/>
        </a:p>
      </dgm:t>
    </dgm:pt>
    <dgm:pt modelId="{991AC717-5E32-4A2F-949B-899CB6EC78E5}" type="sibTrans" cxnId="{FD8E00BE-738E-41C0-BF1E-3AF6AE0238E0}">
      <dgm:prSet/>
      <dgm:spPr/>
      <dgm:t>
        <a:bodyPr/>
        <a:lstStyle/>
        <a:p>
          <a:endParaRPr lang="en-US"/>
        </a:p>
      </dgm:t>
    </dgm:pt>
    <dgm:pt modelId="{AB730D66-DDB6-4E20-A304-8E8AB40A8EAF}">
      <dgm:prSet/>
      <dgm:spPr/>
      <dgm:t>
        <a:bodyPr/>
        <a:lstStyle/>
        <a:p>
          <a:r>
            <a:rPr lang="en-US"/>
            <a:t>"Environment" = "Production"</a:t>
          </a:r>
        </a:p>
      </dgm:t>
    </dgm:pt>
    <dgm:pt modelId="{755A29E8-FABB-4051-AA42-9CC3DB1EEAA3}" type="parTrans" cxnId="{DA8B91C8-424C-487E-9ED7-A97DE42B43EF}">
      <dgm:prSet/>
      <dgm:spPr/>
      <dgm:t>
        <a:bodyPr/>
        <a:lstStyle/>
        <a:p>
          <a:endParaRPr lang="en-US"/>
        </a:p>
      </dgm:t>
    </dgm:pt>
    <dgm:pt modelId="{7E79E565-41D0-41D8-89E2-62543C3811C8}" type="sibTrans" cxnId="{DA8B91C8-424C-487E-9ED7-A97DE42B43EF}">
      <dgm:prSet/>
      <dgm:spPr/>
      <dgm:t>
        <a:bodyPr/>
        <a:lstStyle/>
        <a:p>
          <a:endParaRPr lang="en-US"/>
        </a:p>
      </dgm:t>
    </dgm:pt>
    <dgm:pt modelId="{D76A58A2-7674-4D45-A4FD-B9D7042DC073}">
      <dgm:prSet/>
      <dgm:spPr/>
      <dgm:t>
        <a:bodyPr/>
        <a:lstStyle/>
        <a:p>
          <a:r>
            <a:rPr lang="en-US"/>
            <a:t>Used for </a:t>
          </a:r>
          <a:r>
            <a:rPr lang="en-US" b="1"/>
            <a:t>security</a:t>
          </a:r>
          <a:r>
            <a:rPr lang="en-US"/>
            <a:t>, </a:t>
          </a:r>
          <a:r>
            <a:rPr lang="en-US" b="1"/>
            <a:t>billing</a:t>
          </a:r>
          <a:r>
            <a:rPr lang="en-US"/>
            <a:t>, or </a:t>
          </a:r>
          <a:r>
            <a:rPr lang="en-US" b="1"/>
            <a:t>lifecycle rules</a:t>
          </a:r>
          <a:r>
            <a:rPr lang="en-US"/>
            <a:t>.</a:t>
          </a:r>
        </a:p>
      </dgm:t>
    </dgm:pt>
    <dgm:pt modelId="{A05C0445-4135-4B8E-B5C1-0060A469101E}" type="parTrans" cxnId="{015D8CD0-612E-452F-9C37-E923E8DD88F5}">
      <dgm:prSet/>
      <dgm:spPr/>
      <dgm:t>
        <a:bodyPr/>
        <a:lstStyle/>
        <a:p>
          <a:endParaRPr lang="en-US"/>
        </a:p>
      </dgm:t>
    </dgm:pt>
    <dgm:pt modelId="{D2826D01-15D6-4147-9E57-91FF6224E7B0}" type="sibTrans" cxnId="{015D8CD0-612E-452F-9C37-E923E8DD88F5}">
      <dgm:prSet/>
      <dgm:spPr/>
      <dgm:t>
        <a:bodyPr/>
        <a:lstStyle/>
        <a:p>
          <a:endParaRPr lang="en-US"/>
        </a:p>
      </dgm:t>
    </dgm:pt>
    <dgm:pt modelId="{455DFC9A-CF4B-41F9-B1BB-C654820B6655}" type="pres">
      <dgm:prSet presAssocID="{D719AD9D-282C-4251-ADB8-BC330FB74214}" presName="linear" presStyleCnt="0">
        <dgm:presLayoutVars>
          <dgm:animLvl val="lvl"/>
          <dgm:resizeHandles val="exact"/>
        </dgm:presLayoutVars>
      </dgm:prSet>
      <dgm:spPr/>
    </dgm:pt>
    <dgm:pt modelId="{071EBB0D-6EFE-4FDB-8D81-4AA2A6D7D7BA}" type="pres">
      <dgm:prSet presAssocID="{9F990042-B134-4CD7-A49E-8548E06481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92E1807-0FF6-4EA5-91FE-C8CAC6380A65}" type="pres">
      <dgm:prSet presAssocID="{B2309F87-3549-4822-BB47-AE98C8E7CB21}" presName="spacer" presStyleCnt="0"/>
      <dgm:spPr/>
    </dgm:pt>
    <dgm:pt modelId="{8CF59E62-BCC7-4D61-8267-372B60467451}" type="pres">
      <dgm:prSet presAssocID="{B65D355B-AE1C-4321-8349-D19310D757A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0121D4A-E2E2-4C6F-91C1-EA0132A91A09}" type="pres">
      <dgm:prSet presAssocID="{EDEEC99A-1CD2-437E-A5E2-63177B41230D}" presName="spacer" presStyleCnt="0"/>
      <dgm:spPr/>
    </dgm:pt>
    <dgm:pt modelId="{E0540654-6EC1-4EC7-97DE-36ACBABBB878}" type="pres">
      <dgm:prSet presAssocID="{EDFCAD0B-FE7C-4CD4-BAFC-2289E2147C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CAED4CF-F95B-437B-A0E0-4360E334740B}" type="pres">
      <dgm:prSet presAssocID="{991AC717-5E32-4A2F-949B-899CB6EC78E5}" presName="spacer" presStyleCnt="0"/>
      <dgm:spPr/>
    </dgm:pt>
    <dgm:pt modelId="{4F9340CE-0D68-4A93-A419-1413FB9D51B5}" type="pres">
      <dgm:prSet presAssocID="{AB730D66-DDB6-4E20-A304-8E8AB40A8EA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3BABC86-F470-4C1A-B7D6-93F9C0BD21B8}" type="pres">
      <dgm:prSet presAssocID="{7E79E565-41D0-41D8-89E2-62543C3811C8}" presName="spacer" presStyleCnt="0"/>
      <dgm:spPr/>
    </dgm:pt>
    <dgm:pt modelId="{B6A7B77E-1E6D-4005-A308-EBB962EC7548}" type="pres">
      <dgm:prSet presAssocID="{D76A58A2-7674-4D45-A4FD-B9D7042DC07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BCDFD36-F041-4995-A168-FBD47EB70C42}" type="presOf" srcId="{AB730D66-DDB6-4E20-A304-8E8AB40A8EAF}" destId="{4F9340CE-0D68-4A93-A419-1413FB9D51B5}" srcOrd="0" destOrd="0" presId="urn:microsoft.com/office/officeart/2005/8/layout/vList2"/>
    <dgm:cxn modelId="{753ED1AC-BEBE-4E4B-943A-B2AF80FB5C76}" type="presOf" srcId="{9F990042-B134-4CD7-A49E-8548E06481A4}" destId="{071EBB0D-6EFE-4FDB-8D81-4AA2A6D7D7BA}" srcOrd="0" destOrd="0" presId="urn:microsoft.com/office/officeart/2005/8/layout/vList2"/>
    <dgm:cxn modelId="{433F25BB-9AF5-44E7-A0AC-4D1411155A95}" type="presOf" srcId="{B65D355B-AE1C-4321-8349-D19310D757AF}" destId="{8CF59E62-BCC7-4D61-8267-372B60467451}" srcOrd="0" destOrd="0" presId="urn:microsoft.com/office/officeart/2005/8/layout/vList2"/>
    <dgm:cxn modelId="{FD8E00BE-738E-41C0-BF1E-3AF6AE0238E0}" srcId="{D719AD9D-282C-4251-ADB8-BC330FB74214}" destId="{EDFCAD0B-FE7C-4CD4-BAFC-2289E2147C20}" srcOrd="2" destOrd="0" parTransId="{38F76737-DBE1-4CE5-92F7-C9FAD5832E5B}" sibTransId="{991AC717-5E32-4A2F-949B-899CB6EC78E5}"/>
    <dgm:cxn modelId="{6C6DEABF-C7B5-4F23-949C-0D4722516976}" type="presOf" srcId="{D76A58A2-7674-4D45-A4FD-B9D7042DC073}" destId="{B6A7B77E-1E6D-4005-A308-EBB962EC7548}" srcOrd="0" destOrd="0" presId="urn:microsoft.com/office/officeart/2005/8/layout/vList2"/>
    <dgm:cxn modelId="{A6FE16C6-7B63-40C7-BBF4-3C60730FC88A}" srcId="{D719AD9D-282C-4251-ADB8-BC330FB74214}" destId="{B65D355B-AE1C-4321-8349-D19310D757AF}" srcOrd="1" destOrd="0" parTransId="{72E11070-EABC-45BE-8F13-38179B4D8ADA}" sibTransId="{EDEEC99A-1CD2-437E-A5E2-63177B41230D}"/>
    <dgm:cxn modelId="{DA8B91C8-424C-487E-9ED7-A97DE42B43EF}" srcId="{D719AD9D-282C-4251-ADB8-BC330FB74214}" destId="{AB730D66-DDB6-4E20-A304-8E8AB40A8EAF}" srcOrd="3" destOrd="0" parTransId="{755A29E8-FABB-4051-AA42-9CC3DB1EEAA3}" sibTransId="{7E79E565-41D0-41D8-89E2-62543C3811C8}"/>
    <dgm:cxn modelId="{015D8CD0-612E-452F-9C37-E923E8DD88F5}" srcId="{D719AD9D-282C-4251-ADB8-BC330FB74214}" destId="{D76A58A2-7674-4D45-A4FD-B9D7042DC073}" srcOrd="4" destOrd="0" parTransId="{A05C0445-4135-4B8E-B5C1-0060A469101E}" sibTransId="{D2826D01-15D6-4147-9E57-91FF6224E7B0}"/>
    <dgm:cxn modelId="{F60256D6-598E-48A6-AA94-4992DE721F9E}" type="presOf" srcId="{D719AD9D-282C-4251-ADB8-BC330FB74214}" destId="{455DFC9A-CF4B-41F9-B1BB-C654820B6655}" srcOrd="0" destOrd="0" presId="urn:microsoft.com/office/officeart/2005/8/layout/vList2"/>
    <dgm:cxn modelId="{09D91AEC-B1EB-406B-8AF0-A3063DA81CB6}" srcId="{D719AD9D-282C-4251-ADB8-BC330FB74214}" destId="{9F990042-B134-4CD7-A49E-8548E06481A4}" srcOrd="0" destOrd="0" parTransId="{07EF81BC-2F25-48AB-B70D-6027E235CB88}" sibTransId="{B2309F87-3549-4822-BB47-AE98C8E7CB21}"/>
    <dgm:cxn modelId="{05D9E3FE-86AA-4318-888B-50ABD3635DE1}" type="presOf" srcId="{EDFCAD0B-FE7C-4CD4-BAFC-2289E2147C20}" destId="{E0540654-6EC1-4EC7-97DE-36ACBABBB878}" srcOrd="0" destOrd="0" presId="urn:microsoft.com/office/officeart/2005/8/layout/vList2"/>
    <dgm:cxn modelId="{5CF7FCF6-6F7B-4E2D-AC18-7FAB5662BD30}" type="presParOf" srcId="{455DFC9A-CF4B-41F9-B1BB-C654820B6655}" destId="{071EBB0D-6EFE-4FDB-8D81-4AA2A6D7D7BA}" srcOrd="0" destOrd="0" presId="urn:microsoft.com/office/officeart/2005/8/layout/vList2"/>
    <dgm:cxn modelId="{0C48CC35-3295-4B59-A81D-CD70D8A56561}" type="presParOf" srcId="{455DFC9A-CF4B-41F9-B1BB-C654820B6655}" destId="{D92E1807-0FF6-4EA5-91FE-C8CAC6380A65}" srcOrd="1" destOrd="0" presId="urn:microsoft.com/office/officeart/2005/8/layout/vList2"/>
    <dgm:cxn modelId="{C6D7A932-51F7-4213-A884-DDBD90D5B033}" type="presParOf" srcId="{455DFC9A-CF4B-41F9-B1BB-C654820B6655}" destId="{8CF59E62-BCC7-4D61-8267-372B60467451}" srcOrd="2" destOrd="0" presId="urn:microsoft.com/office/officeart/2005/8/layout/vList2"/>
    <dgm:cxn modelId="{5D48DE66-E9D1-4D2A-893A-48123E75FCE0}" type="presParOf" srcId="{455DFC9A-CF4B-41F9-B1BB-C654820B6655}" destId="{A0121D4A-E2E2-4C6F-91C1-EA0132A91A09}" srcOrd="3" destOrd="0" presId="urn:microsoft.com/office/officeart/2005/8/layout/vList2"/>
    <dgm:cxn modelId="{8F1B5541-2420-4383-8379-22E14D47194D}" type="presParOf" srcId="{455DFC9A-CF4B-41F9-B1BB-C654820B6655}" destId="{E0540654-6EC1-4EC7-97DE-36ACBABBB878}" srcOrd="4" destOrd="0" presId="urn:microsoft.com/office/officeart/2005/8/layout/vList2"/>
    <dgm:cxn modelId="{8D0B1DD7-3E38-47D9-B0B7-B96AB70EB02D}" type="presParOf" srcId="{455DFC9A-CF4B-41F9-B1BB-C654820B6655}" destId="{ACAED4CF-F95B-437B-A0E0-4360E334740B}" srcOrd="5" destOrd="0" presId="urn:microsoft.com/office/officeart/2005/8/layout/vList2"/>
    <dgm:cxn modelId="{E73BF8D7-98EF-436C-B231-30B358D2E634}" type="presParOf" srcId="{455DFC9A-CF4B-41F9-B1BB-C654820B6655}" destId="{4F9340CE-0D68-4A93-A419-1413FB9D51B5}" srcOrd="6" destOrd="0" presId="urn:microsoft.com/office/officeart/2005/8/layout/vList2"/>
    <dgm:cxn modelId="{41010B9D-30D6-415E-BFD0-8149D9791321}" type="presParOf" srcId="{455DFC9A-CF4B-41F9-B1BB-C654820B6655}" destId="{33BABC86-F470-4C1A-B7D6-93F9C0BD21B8}" srcOrd="7" destOrd="0" presId="urn:microsoft.com/office/officeart/2005/8/layout/vList2"/>
    <dgm:cxn modelId="{FCEF500C-FDC4-4762-B9A4-A832C54595B6}" type="presParOf" srcId="{455DFC9A-CF4B-41F9-B1BB-C654820B6655}" destId="{B6A7B77E-1E6D-4005-A308-EBB962EC754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937E3-B624-41A3-9F07-12EC4B358684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2C054-4495-4900-B99E-7ED754180BB1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</a:t>
          </a:r>
          <a:r>
            <a:rPr lang="en-US" sz="2600" b="1" kern="1200"/>
            <a:t>data</a:t>
          </a:r>
          <a:r>
            <a:rPr lang="en-US" sz="2600" kern="1200"/>
            <a:t> is the actual content of your file (like image, text, video, etc.).</a:t>
          </a:r>
        </a:p>
      </dsp:txBody>
      <dsp:txXfrm>
        <a:off x="407014" y="1111259"/>
        <a:ext cx="3021172" cy="1875841"/>
      </dsp:txXfrm>
    </dsp:sp>
    <dsp:sp modelId="{178C28A4-EC94-4790-9FAD-C296C21CC05C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E8954-21A5-4BFF-8F49-0A3AB1AFC8E5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Maximum size:</a:t>
          </a:r>
          <a:r>
            <a:rPr lang="en-US" sz="2600" kern="1200"/>
            <a:t> 5 TB per object.</a:t>
          </a:r>
        </a:p>
      </dsp:txBody>
      <dsp:txXfrm>
        <a:off x="4242216" y="1111259"/>
        <a:ext cx="3021172" cy="1875841"/>
      </dsp:txXfrm>
    </dsp:sp>
    <dsp:sp modelId="{0BCE028F-C23A-4025-9DB3-5E3AFC11FF06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03303-8EE6-4AEE-9F41-EABB2DD6E446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the file is </a:t>
          </a:r>
          <a:r>
            <a:rPr lang="en-US" sz="2600" b="1" kern="1200"/>
            <a:t>larger than 5 GB</a:t>
          </a:r>
          <a:r>
            <a:rPr lang="en-US" sz="2600" kern="1200"/>
            <a:t>, use </a:t>
          </a:r>
          <a:r>
            <a:rPr lang="en-US" sz="2600" b="1" kern="1200"/>
            <a:t>Multi-Part Upload</a:t>
          </a:r>
          <a:r>
            <a:rPr lang="en-US" sz="2600" kern="1200"/>
            <a:t>.</a:t>
          </a:r>
        </a:p>
      </dsp:txBody>
      <dsp:txXfrm>
        <a:off x="8077417" y="1111259"/>
        <a:ext cx="3021172" cy="1875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52B19-7FC1-47F3-834B-ADC2667915F8}">
      <dsp:nvSpPr>
        <dsp:cNvPr id="0" name=""/>
        <dsp:cNvSpPr/>
      </dsp:nvSpPr>
      <dsp:spPr>
        <a:xfrm>
          <a:off x="4908381" y="1435664"/>
          <a:ext cx="1381065" cy="657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904"/>
              </a:lnTo>
              <a:lnTo>
                <a:pt x="1381065" y="447904"/>
              </a:lnTo>
              <a:lnTo>
                <a:pt x="1381065" y="657261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FCE505-912A-4067-BE5F-C3D7061CE9DA}">
      <dsp:nvSpPr>
        <dsp:cNvPr id="0" name=""/>
        <dsp:cNvSpPr/>
      </dsp:nvSpPr>
      <dsp:spPr>
        <a:xfrm>
          <a:off x="3527315" y="1435664"/>
          <a:ext cx="1381065" cy="657261"/>
        </a:xfrm>
        <a:custGeom>
          <a:avLst/>
          <a:gdLst/>
          <a:ahLst/>
          <a:cxnLst/>
          <a:rect l="0" t="0" r="0" b="0"/>
          <a:pathLst>
            <a:path>
              <a:moveTo>
                <a:pt x="1381065" y="0"/>
              </a:moveTo>
              <a:lnTo>
                <a:pt x="1381065" y="447904"/>
              </a:lnTo>
              <a:lnTo>
                <a:pt x="0" y="447904"/>
              </a:lnTo>
              <a:lnTo>
                <a:pt x="0" y="657261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DACB5B-4188-448B-80FE-18737B4EF558}">
      <dsp:nvSpPr>
        <dsp:cNvPr id="0" name=""/>
        <dsp:cNvSpPr/>
      </dsp:nvSpPr>
      <dsp:spPr>
        <a:xfrm>
          <a:off x="1016287" y="611"/>
          <a:ext cx="2259925" cy="14350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88DA2-6943-4091-8E3D-DF9A7F86BE18}">
      <dsp:nvSpPr>
        <dsp:cNvPr id="0" name=""/>
        <dsp:cNvSpPr/>
      </dsp:nvSpPr>
      <dsp:spPr>
        <a:xfrm>
          <a:off x="1267390" y="239159"/>
          <a:ext cx="2259925" cy="1435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Metadata is extra information about the file.</a:t>
          </a:r>
        </a:p>
      </dsp:txBody>
      <dsp:txXfrm>
        <a:off x="1309421" y="281190"/>
        <a:ext cx="2175863" cy="1350990"/>
      </dsp:txXfrm>
    </dsp:sp>
    <dsp:sp modelId="{50CFA0BF-1FB9-44F3-9ABE-8E7E18A2D27C}">
      <dsp:nvSpPr>
        <dsp:cNvPr id="0" name=""/>
        <dsp:cNvSpPr/>
      </dsp:nvSpPr>
      <dsp:spPr>
        <a:xfrm>
          <a:off x="3778418" y="611"/>
          <a:ext cx="2259925" cy="14350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A11A0-BAEF-4D93-910B-3C017D9632B9}">
      <dsp:nvSpPr>
        <dsp:cNvPr id="0" name=""/>
        <dsp:cNvSpPr/>
      </dsp:nvSpPr>
      <dsp:spPr>
        <a:xfrm>
          <a:off x="4029521" y="239159"/>
          <a:ext cx="2259925" cy="1435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Two types:</a:t>
          </a:r>
        </a:p>
      </dsp:txBody>
      <dsp:txXfrm>
        <a:off x="4071552" y="281190"/>
        <a:ext cx="2175863" cy="1350990"/>
      </dsp:txXfrm>
    </dsp:sp>
    <dsp:sp modelId="{B907D568-CEA4-4C5F-8A87-40AA2C08006B}">
      <dsp:nvSpPr>
        <dsp:cNvPr id="0" name=""/>
        <dsp:cNvSpPr/>
      </dsp:nvSpPr>
      <dsp:spPr>
        <a:xfrm>
          <a:off x="2397353" y="2092925"/>
          <a:ext cx="2259925" cy="143505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4844E-A8D7-47C3-BE22-80FB68AA8E4B}">
      <dsp:nvSpPr>
        <dsp:cNvPr id="0" name=""/>
        <dsp:cNvSpPr/>
      </dsp:nvSpPr>
      <dsp:spPr>
        <a:xfrm>
          <a:off x="2648456" y="2331473"/>
          <a:ext cx="2259925" cy="1435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System metadata:</a:t>
          </a:r>
          <a:r>
            <a:rPr lang="en-US" sz="1900" kern="1200"/>
            <a:t> created by S3 (e.g., date created, size, storage class)</a:t>
          </a:r>
        </a:p>
      </dsp:txBody>
      <dsp:txXfrm>
        <a:off x="2690487" y="2373504"/>
        <a:ext cx="2175863" cy="1350990"/>
      </dsp:txXfrm>
    </dsp:sp>
    <dsp:sp modelId="{6D66C8DB-1845-4032-BDA6-5CFCB3EDE513}">
      <dsp:nvSpPr>
        <dsp:cNvPr id="0" name=""/>
        <dsp:cNvSpPr/>
      </dsp:nvSpPr>
      <dsp:spPr>
        <a:xfrm>
          <a:off x="5159484" y="2092925"/>
          <a:ext cx="2259925" cy="143505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0BD37-2ED8-4EBE-AE09-E79DD0EC0914}">
      <dsp:nvSpPr>
        <dsp:cNvPr id="0" name=""/>
        <dsp:cNvSpPr/>
      </dsp:nvSpPr>
      <dsp:spPr>
        <a:xfrm>
          <a:off x="5410586" y="2331473"/>
          <a:ext cx="2259925" cy="14350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User metadata:</a:t>
          </a:r>
          <a:r>
            <a:rPr lang="en-US" sz="1900" kern="1200"/>
            <a:t> you can add custom info (like author: Ali)</a:t>
          </a:r>
        </a:p>
      </dsp:txBody>
      <dsp:txXfrm>
        <a:off x="5452617" y="2373504"/>
        <a:ext cx="2175863" cy="1350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EBB0D-6EFE-4FDB-8D81-4AA2A6D7D7BA}">
      <dsp:nvSpPr>
        <dsp:cNvPr id="0" name=""/>
        <dsp:cNvSpPr/>
      </dsp:nvSpPr>
      <dsp:spPr>
        <a:xfrm>
          <a:off x="0" y="979550"/>
          <a:ext cx="6620255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You can add up to </a:t>
          </a:r>
          <a:r>
            <a:rPr lang="en-US" sz="2600" b="1" kern="1200"/>
            <a:t>10 tags</a:t>
          </a:r>
          <a:r>
            <a:rPr lang="en-US" sz="2600" kern="1200"/>
            <a:t> (key/value pairs).</a:t>
          </a:r>
        </a:p>
      </dsp:txBody>
      <dsp:txXfrm>
        <a:off x="30442" y="1009992"/>
        <a:ext cx="6559371" cy="562726"/>
      </dsp:txXfrm>
    </dsp:sp>
    <dsp:sp modelId="{8CF59E62-BCC7-4D61-8267-372B60467451}">
      <dsp:nvSpPr>
        <dsp:cNvPr id="0" name=""/>
        <dsp:cNvSpPr/>
      </dsp:nvSpPr>
      <dsp:spPr>
        <a:xfrm>
          <a:off x="0" y="1678041"/>
          <a:ext cx="6620255" cy="623610"/>
        </a:xfrm>
        <a:prstGeom prst="roundRect">
          <a:avLst/>
        </a:prstGeom>
        <a:solidFill>
          <a:schemeClr val="accent5">
            <a:hueOff val="2093851"/>
            <a:satOff val="224"/>
            <a:lumOff val="-4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Example:</a:t>
          </a:r>
        </a:p>
      </dsp:txBody>
      <dsp:txXfrm>
        <a:off x="30442" y="1708483"/>
        <a:ext cx="6559371" cy="562726"/>
      </dsp:txXfrm>
    </dsp:sp>
    <dsp:sp modelId="{E0540654-6EC1-4EC7-97DE-36ACBABBB878}">
      <dsp:nvSpPr>
        <dsp:cNvPr id="0" name=""/>
        <dsp:cNvSpPr/>
      </dsp:nvSpPr>
      <dsp:spPr>
        <a:xfrm>
          <a:off x="0" y="2376530"/>
          <a:ext cx="6620255" cy="623610"/>
        </a:xfrm>
        <a:prstGeom prst="roundRect">
          <a:avLst/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"Project" = "WebApp"</a:t>
          </a:r>
        </a:p>
      </dsp:txBody>
      <dsp:txXfrm>
        <a:off x="30442" y="2406972"/>
        <a:ext cx="6559371" cy="562726"/>
      </dsp:txXfrm>
    </dsp:sp>
    <dsp:sp modelId="{4F9340CE-0D68-4A93-A419-1413FB9D51B5}">
      <dsp:nvSpPr>
        <dsp:cNvPr id="0" name=""/>
        <dsp:cNvSpPr/>
      </dsp:nvSpPr>
      <dsp:spPr>
        <a:xfrm>
          <a:off x="0" y="3075021"/>
          <a:ext cx="6620255" cy="623610"/>
        </a:xfrm>
        <a:prstGeom prst="roundRect">
          <a:avLst/>
        </a:prstGeom>
        <a:solidFill>
          <a:schemeClr val="accent5">
            <a:hueOff val="6281552"/>
            <a:satOff val="673"/>
            <a:lumOff val="-1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"Environment" = "Production"</a:t>
          </a:r>
        </a:p>
      </dsp:txBody>
      <dsp:txXfrm>
        <a:off x="30442" y="3105463"/>
        <a:ext cx="6559371" cy="562726"/>
      </dsp:txXfrm>
    </dsp:sp>
    <dsp:sp modelId="{B6A7B77E-1E6D-4005-A308-EBB962EC7548}">
      <dsp:nvSpPr>
        <dsp:cNvPr id="0" name=""/>
        <dsp:cNvSpPr/>
      </dsp:nvSpPr>
      <dsp:spPr>
        <a:xfrm>
          <a:off x="0" y="3773511"/>
          <a:ext cx="6620255" cy="623610"/>
        </a:xfrm>
        <a:prstGeom prst="round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Used for </a:t>
          </a:r>
          <a:r>
            <a:rPr lang="en-US" sz="2600" b="1" kern="1200"/>
            <a:t>security</a:t>
          </a:r>
          <a:r>
            <a:rPr lang="en-US" sz="2600" kern="1200"/>
            <a:t>, </a:t>
          </a:r>
          <a:r>
            <a:rPr lang="en-US" sz="2600" b="1" kern="1200"/>
            <a:t>billing</a:t>
          </a:r>
          <a:r>
            <a:rPr lang="en-US" sz="2600" kern="1200"/>
            <a:t>, or </a:t>
          </a:r>
          <a:r>
            <a:rPr lang="en-US" sz="2600" b="1" kern="1200"/>
            <a:t>lifecycle rules</a:t>
          </a:r>
          <a:r>
            <a:rPr lang="en-US" sz="2600" kern="1200"/>
            <a:t>.</a:t>
          </a:r>
        </a:p>
      </dsp:txBody>
      <dsp:txXfrm>
        <a:off x="30442" y="3803953"/>
        <a:ext cx="6559371" cy="562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5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7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8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4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6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9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7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3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4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7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0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22669E-A000-FF78-C980-36336D118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48B3B-8544-C042-C3D5-D6CA4D21E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/>
              <a:t>Amazon S3 – Objects</a:t>
            </a:r>
          </a:p>
        </p:txBody>
      </p:sp>
    </p:spTree>
    <p:extLst>
      <p:ext uri="{BB962C8B-B14F-4D97-AF65-F5344CB8AC3E}">
        <p14:creationId xmlns:p14="http://schemas.microsoft.com/office/powerpoint/2010/main" val="71684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0E2E0-F14F-2AB8-E5FF-0C25F9E4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What is an Object?</a:t>
            </a:r>
            <a:br>
              <a:rPr lang="en-US" dirty="0"/>
            </a:b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Download">
            <a:extLst>
              <a:ext uri="{FF2B5EF4-FFF2-40B4-BE49-F238E27FC236}">
                <a16:creationId xmlns:a16="http://schemas.microsoft.com/office/drawing/2014/main" id="{46E54B5D-3A5A-C1E8-627F-F0C78FF6C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8EFE846-F117-C812-2ADA-476C73E6E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/>
              <a:t>An </a:t>
            </a:r>
            <a:r>
              <a:rPr lang="en-US" b="1"/>
              <a:t>object</a:t>
            </a:r>
            <a:r>
              <a:rPr lang="en-US"/>
              <a:t> is the basic unit of storage in </a:t>
            </a:r>
            <a:r>
              <a:rPr lang="en-US" b="1"/>
              <a:t>Amazon S3</a:t>
            </a:r>
            <a:r>
              <a:rPr lang="en-US"/>
              <a:t>.</a:t>
            </a:r>
          </a:p>
          <a:p>
            <a:r>
              <a:rPr lang="en-US"/>
              <a:t>It is simply a </a:t>
            </a:r>
            <a:r>
              <a:rPr lang="en-US" b="1"/>
              <a:t>file</a:t>
            </a:r>
            <a:r>
              <a:rPr lang="en-US"/>
              <a:t> that you upload into an </a:t>
            </a:r>
            <a:r>
              <a:rPr lang="en-US" b="1"/>
              <a:t>S3 bucket</a:t>
            </a:r>
            <a:r>
              <a:rPr lang="en-US"/>
              <a:t>.</a:t>
            </a:r>
          </a:p>
          <a:p>
            <a:r>
              <a:rPr lang="en-US"/>
              <a:t>Each object consists of:</a:t>
            </a:r>
          </a:p>
          <a:p>
            <a:pPr lvl="1"/>
            <a:r>
              <a:rPr lang="en-US" b="1"/>
              <a:t>Data (file content)</a:t>
            </a:r>
            <a:endParaRPr lang="en-US"/>
          </a:p>
          <a:p>
            <a:pPr lvl="1"/>
            <a:r>
              <a:rPr lang="en-US" b="1"/>
              <a:t>Metadata (information about the file)</a:t>
            </a:r>
            <a:endParaRPr lang="en-US"/>
          </a:p>
          <a:p>
            <a:pPr lvl="1"/>
            <a:r>
              <a:rPr lang="en-US" b="1"/>
              <a:t>Key (name or path of the object)</a:t>
            </a:r>
            <a:endParaRPr lang="en-US"/>
          </a:p>
          <a:p>
            <a:r>
              <a:rPr lang="en-US" b="1"/>
              <a:t>Example:</a:t>
            </a:r>
            <a:br>
              <a:rPr lang="en-US"/>
            </a:br>
            <a:r>
              <a:rPr lang="en-US"/>
              <a:t>s3://my-bucket/images/photo1.jpg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4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2A86C-FFCE-4DB7-6D1F-CD941A32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/>
              <a:t>Object Key (Name)</a:t>
            </a:r>
            <a:br>
              <a:rPr lang="en-US"/>
            </a:br>
            <a:endParaRPr lang="en-US" dirty="0"/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7662B1F4-CA05-2F8B-A9A8-B36E81667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1C22A-8A5F-7A2E-5DCF-7E7AFB84C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Every object in a bucket has a </a:t>
            </a:r>
            <a:r>
              <a:rPr lang="en-US" b="1" dirty="0"/>
              <a:t>unique key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key</a:t>
            </a:r>
            <a:r>
              <a:rPr lang="en-US" dirty="0"/>
              <a:t> acts like the full file path or name.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s3://my-bucket/logs/2025/10/app.log</a:t>
            </a:r>
          </a:p>
          <a:p>
            <a:pPr lvl="1"/>
            <a:r>
              <a:rPr lang="en-US" b="1" dirty="0"/>
              <a:t>Bucket:</a:t>
            </a:r>
            <a:r>
              <a:rPr lang="en-US" dirty="0"/>
              <a:t> my-bucket</a:t>
            </a:r>
          </a:p>
          <a:p>
            <a:pPr lvl="1"/>
            <a:r>
              <a:rPr lang="en-US" b="1" dirty="0"/>
              <a:t>Prefix:</a:t>
            </a:r>
            <a:r>
              <a:rPr lang="en-US" dirty="0"/>
              <a:t> logs/2025/10/</a:t>
            </a:r>
          </a:p>
          <a:p>
            <a:pPr lvl="1"/>
            <a:r>
              <a:rPr lang="en-US" b="1" dirty="0"/>
              <a:t>Object name:</a:t>
            </a:r>
            <a:r>
              <a:rPr lang="en-US" dirty="0"/>
              <a:t> app.log</a:t>
            </a:r>
          </a:p>
          <a:p>
            <a:r>
              <a:rPr lang="en-US" dirty="0"/>
              <a:t> S3 doesn’t have real folders — it just </a:t>
            </a:r>
            <a:r>
              <a:rPr lang="en-US" i="1" dirty="0"/>
              <a:t>pretends</a:t>
            </a:r>
            <a:r>
              <a:rPr lang="en-US" dirty="0"/>
              <a:t> using slashes (/).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78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B80A7-F672-6707-03EE-C1196AAE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Object Data (Content)</a:t>
            </a:r>
            <a:br>
              <a:rPr lang="en-US"/>
            </a:b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2D0E0D-103B-3C95-28FF-0ED35ED9C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846227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104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61C8D-056A-E676-AF26-C61B4625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 dirty="0"/>
              <a:t>Object Metadata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4BD7D3-FB3B-7419-4B0A-3589A471B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278554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19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D3A52-7C6D-6516-354B-A99D1A3A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Object Tags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332D23-7980-03A6-1731-65A3A3DFA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281131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991898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276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Amazon S3 – Objects</vt:lpstr>
      <vt:lpstr>What is an Object? </vt:lpstr>
      <vt:lpstr>Object Key (Name) </vt:lpstr>
      <vt:lpstr>Object Data (Content) </vt:lpstr>
      <vt:lpstr>Object Metadata </vt:lpstr>
      <vt:lpstr>Object Tags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2025-10-21T12:21:00Z</dcterms:created>
  <dcterms:modified xsi:type="dcterms:W3CDTF">2025-10-21T12:28:09Z</dcterms:modified>
</cp:coreProperties>
</file>