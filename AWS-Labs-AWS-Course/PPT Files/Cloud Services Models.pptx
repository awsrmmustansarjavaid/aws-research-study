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21"/>
  </p:notesMasterIdLst>
  <p:sldIdLst>
    <p:sldId id="256" r:id="rId2"/>
    <p:sldId id="257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536" autoAdjust="0"/>
  </p:normalViewPr>
  <p:slideViewPr>
    <p:cSldViewPr snapToGrid="0">
      <p:cViewPr varScale="1">
        <p:scale>
          <a:sx n="71" d="100"/>
          <a:sy n="71" d="100"/>
        </p:scale>
        <p:origin x="2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nan Ullah" userId="0856adb400b2166a" providerId="LiveId" clId="{42890DA9-E82F-43D8-8FC8-B8D75FB59E49}"/>
    <pc:docChg chg="modSld">
      <pc:chgData name="Adnan Ullah" userId="0856adb400b2166a" providerId="LiveId" clId="{42890DA9-E82F-43D8-8FC8-B8D75FB59E49}" dt="2024-10-31T19:27:16.496" v="0" actId="1036"/>
      <pc:docMkLst>
        <pc:docMk/>
      </pc:docMkLst>
      <pc:sldChg chg="modSp mod">
        <pc:chgData name="Adnan Ullah" userId="0856adb400b2166a" providerId="LiveId" clId="{42890DA9-E82F-43D8-8FC8-B8D75FB59E49}" dt="2024-10-31T19:27:16.496" v="0" actId="1036"/>
        <pc:sldMkLst>
          <pc:docMk/>
          <pc:sldMk cId="2495737947" sldId="278"/>
        </pc:sldMkLst>
      </pc:sldChg>
    </pc:docChg>
  </pc:docChgLst>
  <pc:docChgLst>
    <pc:chgData name="Adnan Ullah" userId="0856adb400b2166a" providerId="LiveId" clId="{0A18F8EA-D645-430E-9204-C6058210E7BA}"/>
    <pc:docChg chg="modSld">
      <pc:chgData name="Adnan Ullah" userId="0856adb400b2166a" providerId="LiveId" clId="{0A18F8EA-D645-430E-9204-C6058210E7BA}" dt="2024-10-03T20:22:31.895" v="2" actId="255"/>
      <pc:docMkLst>
        <pc:docMk/>
      </pc:docMkLst>
      <pc:sldChg chg="modSp">
        <pc:chgData name="Adnan Ullah" userId="0856adb400b2166a" providerId="LiveId" clId="{0A18F8EA-D645-430E-9204-C6058210E7BA}" dt="2024-10-03T20:22:31.895" v="2" actId="255"/>
        <pc:sldMkLst>
          <pc:docMk/>
          <pc:sldMk cId="1375215367" sldId="256"/>
        </pc:sldMkLst>
      </pc:sldChg>
    </pc:docChg>
  </pc:docChgLst>
  <pc:docChgLst>
    <pc:chgData name="Adnan Ullah" userId="0856adb400b2166a" providerId="LiveId" clId="{4A508867-DB05-49E9-8AE4-143F270007B1}"/>
    <pc:docChg chg="modSld">
      <pc:chgData name="Adnan Ullah" userId="0856adb400b2166a" providerId="LiveId" clId="{4A508867-DB05-49E9-8AE4-143F270007B1}" dt="2025-03-20T09:39:56.450" v="9" actId="12"/>
      <pc:docMkLst>
        <pc:docMk/>
      </pc:docMkLst>
      <pc:sldChg chg="modSp mod">
        <pc:chgData name="Adnan Ullah" userId="0856adb400b2166a" providerId="LiveId" clId="{4A508867-DB05-49E9-8AE4-143F270007B1}" dt="2025-03-20T09:39:56.450" v="9" actId="12"/>
        <pc:sldMkLst>
          <pc:docMk/>
          <pc:sldMk cId="2106034914" sldId="270"/>
        </pc:sldMkLst>
        <pc:spChg chg="mod">
          <ac:chgData name="Adnan Ullah" userId="0856adb400b2166a" providerId="LiveId" clId="{4A508867-DB05-49E9-8AE4-143F270007B1}" dt="2025-03-20T09:39:56.450" v="9" actId="12"/>
          <ac:spMkLst>
            <pc:docMk/>
            <pc:sldMk cId="2106034914" sldId="270"/>
            <ac:spMk id="30" creationId="{81B90CEE-ED2C-2A79-4A9B-4D2BDF5C2FEA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EEB63B-ADF9-4709-A79E-95C3A3D5437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6676576-819B-46A0-9258-AE3BC81FB56C}">
      <dgm:prSet/>
      <dgm:spPr/>
      <dgm:t>
        <a:bodyPr/>
        <a:lstStyle/>
        <a:p>
          <a:r>
            <a:rPr lang="en-US" b="0" i="0"/>
            <a:t>A </a:t>
          </a:r>
          <a:r>
            <a:rPr lang="en-US" b="1" i="0"/>
            <a:t>cloud service model</a:t>
          </a:r>
          <a:r>
            <a:rPr lang="en-US" b="0" i="0"/>
            <a:t> defines how cloud computing resources are provided to users over the internet. </a:t>
          </a:r>
          <a:endParaRPr lang="en-US" dirty="0"/>
        </a:p>
      </dgm:t>
    </dgm:pt>
    <dgm:pt modelId="{F6E9E3E7-8024-4DCE-9A62-B83A67660867}" type="parTrans" cxnId="{6185D29A-0085-4FA1-97E4-3A83360D1048}">
      <dgm:prSet/>
      <dgm:spPr/>
      <dgm:t>
        <a:bodyPr/>
        <a:lstStyle/>
        <a:p>
          <a:endParaRPr lang="en-US"/>
        </a:p>
      </dgm:t>
    </dgm:pt>
    <dgm:pt modelId="{44EBBBA0-A2EC-49B5-BD74-9258CDD51133}" type="sibTrans" cxnId="{6185D29A-0085-4FA1-97E4-3A83360D1048}">
      <dgm:prSet/>
      <dgm:spPr/>
      <dgm:t>
        <a:bodyPr/>
        <a:lstStyle/>
        <a:p>
          <a:endParaRPr lang="en-US"/>
        </a:p>
      </dgm:t>
    </dgm:pt>
    <dgm:pt modelId="{D1495A50-8FEE-49BB-8E98-FBE7855AD436}">
      <dgm:prSet/>
      <dgm:spPr/>
      <dgm:t>
        <a:bodyPr/>
        <a:lstStyle/>
        <a:p>
          <a:r>
            <a:rPr lang="en-US" b="0" i="0"/>
            <a:t>These models determine the level of control and responsibility the user has over the infrastructure, platform, and software.</a:t>
          </a:r>
          <a:endParaRPr lang="en-US" dirty="0"/>
        </a:p>
      </dgm:t>
    </dgm:pt>
    <dgm:pt modelId="{906B0AF1-4FDC-4F30-B10E-5298F8D925D3}" type="parTrans" cxnId="{A006CE48-4BCA-41AE-9A9D-145FA38FF22E}">
      <dgm:prSet/>
      <dgm:spPr/>
      <dgm:t>
        <a:bodyPr/>
        <a:lstStyle/>
        <a:p>
          <a:endParaRPr lang="en-US"/>
        </a:p>
      </dgm:t>
    </dgm:pt>
    <dgm:pt modelId="{0322ED64-C265-4BEE-B5FC-46EAB59B75BE}" type="sibTrans" cxnId="{A006CE48-4BCA-41AE-9A9D-145FA38FF22E}">
      <dgm:prSet/>
      <dgm:spPr/>
      <dgm:t>
        <a:bodyPr/>
        <a:lstStyle/>
        <a:p>
          <a:endParaRPr lang="en-US"/>
        </a:p>
      </dgm:t>
    </dgm:pt>
    <dgm:pt modelId="{00F7BFDF-31AA-46F5-82CE-D0EB80D82266}" type="pres">
      <dgm:prSet presAssocID="{8CEEB63B-ADF9-4709-A79E-95C3A3D5437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76BFBB-34BD-4579-851C-D936383C71D5}" type="pres">
      <dgm:prSet presAssocID="{36676576-819B-46A0-9258-AE3BC81FB56C}" presName="hierRoot1" presStyleCnt="0"/>
      <dgm:spPr/>
    </dgm:pt>
    <dgm:pt modelId="{BF894093-0808-47FE-8C57-F918CEC4828D}" type="pres">
      <dgm:prSet presAssocID="{36676576-819B-46A0-9258-AE3BC81FB56C}" presName="composite" presStyleCnt="0"/>
      <dgm:spPr/>
    </dgm:pt>
    <dgm:pt modelId="{40E2A914-2A85-4A37-B2FD-4A946D9B5156}" type="pres">
      <dgm:prSet presAssocID="{36676576-819B-46A0-9258-AE3BC81FB56C}" presName="background" presStyleLbl="node0" presStyleIdx="0" presStyleCnt="2"/>
      <dgm:spPr/>
    </dgm:pt>
    <dgm:pt modelId="{E2E5FEF0-4BD0-46A3-B87C-70A989713A76}" type="pres">
      <dgm:prSet presAssocID="{36676576-819B-46A0-9258-AE3BC81FB56C}" presName="text" presStyleLbl="fgAcc0" presStyleIdx="0" presStyleCnt="2">
        <dgm:presLayoutVars>
          <dgm:chPref val="3"/>
        </dgm:presLayoutVars>
      </dgm:prSet>
      <dgm:spPr/>
    </dgm:pt>
    <dgm:pt modelId="{51923A9E-BE42-4D54-BD8A-6813B6394282}" type="pres">
      <dgm:prSet presAssocID="{36676576-819B-46A0-9258-AE3BC81FB56C}" presName="hierChild2" presStyleCnt="0"/>
      <dgm:spPr/>
    </dgm:pt>
    <dgm:pt modelId="{86251E50-3C98-4C00-9400-502F3E844328}" type="pres">
      <dgm:prSet presAssocID="{D1495A50-8FEE-49BB-8E98-FBE7855AD436}" presName="hierRoot1" presStyleCnt="0"/>
      <dgm:spPr/>
    </dgm:pt>
    <dgm:pt modelId="{B05B9E5B-F742-49D7-90B3-B322A0426C7E}" type="pres">
      <dgm:prSet presAssocID="{D1495A50-8FEE-49BB-8E98-FBE7855AD436}" presName="composite" presStyleCnt="0"/>
      <dgm:spPr/>
    </dgm:pt>
    <dgm:pt modelId="{13BE9B32-4856-4A80-AEE8-AD87CE8FBDF9}" type="pres">
      <dgm:prSet presAssocID="{D1495A50-8FEE-49BB-8E98-FBE7855AD436}" presName="background" presStyleLbl="node0" presStyleIdx="1" presStyleCnt="2"/>
      <dgm:spPr/>
    </dgm:pt>
    <dgm:pt modelId="{02428046-5260-4F8E-A867-9D06CB6711BE}" type="pres">
      <dgm:prSet presAssocID="{D1495A50-8FEE-49BB-8E98-FBE7855AD436}" presName="text" presStyleLbl="fgAcc0" presStyleIdx="1" presStyleCnt="2">
        <dgm:presLayoutVars>
          <dgm:chPref val="3"/>
        </dgm:presLayoutVars>
      </dgm:prSet>
      <dgm:spPr/>
    </dgm:pt>
    <dgm:pt modelId="{6D90F7CA-3B9F-4D14-AF71-BC330CE2006F}" type="pres">
      <dgm:prSet presAssocID="{D1495A50-8FEE-49BB-8E98-FBE7855AD436}" presName="hierChild2" presStyleCnt="0"/>
      <dgm:spPr/>
    </dgm:pt>
  </dgm:ptLst>
  <dgm:cxnLst>
    <dgm:cxn modelId="{A006CE48-4BCA-41AE-9A9D-145FA38FF22E}" srcId="{8CEEB63B-ADF9-4709-A79E-95C3A3D54375}" destId="{D1495A50-8FEE-49BB-8E98-FBE7855AD436}" srcOrd="1" destOrd="0" parTransId="{906B0AF1-4FDC-4F30-B10E-5298F8D925D3}" sibTransId="{0322ED64-C265-4BEE-B5FC-46EAB59B75BE}"/>
    <dgm:cxn modelId="{77074082-1C9A-4D94-9F03-C0042EC34495}" type="presOf" srcId="{8CEEB63B-ADF9-4709-A79E-95C3A3D54375}" destId="{00F7BFDF-31AA-46F5-82CE-D0EB80D82266}" srcOrd="0" destOrd="0" presId="urn:microsoft.com/office/officeart/2005/8/layout/hierarchy1"/>
    <dgm:cxn modelId="{6185D29A-0085-4FA1-97E4-3A83360D1048}" srcId="{8CEEB63B-ADF9-4709-A79E-95C3A3D54375}" destId="{36676576-819B-46A0-9258-AE3BC81FB56C}" srcOrd="0" destOrd="0" parTransId="{F6E9E3E7-8024-4DCE-9A62-B83A67660867}" sibTransId="{44EBBBA0-A2EC-49B5-BD74-9258CDD51133}"/>
    <dgm:cxn modelId="{7637F6D0-9FAD-4893-BC54-24A4A78291ED}" type="presOf" srcId="{36676576-819B-46A0-9258-AE3BC81FB56C}" destId="{E2E5FEF0-4BD0-46A3-B87C-70A989713A76}" srcOrd="0" destOrd="0" presId="urn:microsoft.com/office/officeart/2005/8/layout/hierarchy1"/>
    <dgm:cxn modelId="{6CC93BFC-7D47-4898-B9C5-612EFC407297}" type="presOf" srcId="{D1495A50-8FEE-49BB-8E98-FBE7855AD436}" destId="{02428046-5260-4F8E-A867-9D06CB6711BE}" srcOrd="0" destOrd="0" presId="urn:microsoft.com/office/officeart/2005/8/layout/hierarchy1"/>
    <dgm:cxn modelId="{F2179FBD-BFF3-4E3A-946C-2DAAD7B4F64E}" type="presParOf" srcId="{00F7BFDF-31AA-46F5-82CE-D0EB80D82266}" destId="{2D76BFBB-34BD-4579-851C-D936383C71D5}" srcOrd="0" destOrd="0" presId="urn:microsoft.com/office/officeart/2005/8/layout/hierarchy1"/>
    <dgm:cxn modelId="{B7474332-D442-44CB-8FA4-270A5479733D}" type="presParOf" srcId="{2D76BFBB-34BD-4579-851C-D936383C71D5}" destId="{BF894093-0808-47FE-8C57-F918CEC4828D}" srcOrd="0" destOrd="0" presId="urn:microsoft.com/office/officeart/2005/8/layout/hierarchy1"/>
    <dgm:cxn modelId="{EBADBE7C-9C6F-4757-8A60-5CEF899E40C4}" type="presParOf" srcId="{BF894093-0808-47FE-8C57-F918CEC4828D}" destId="{40E2A914-2A85-4A37-B2FD-4A946D9B5156}" srcOrd="0" destOrd="0" presId="urn:microsoft.com/office/officeart/2005/8/layout/hierarchy1"/>
    <dgm:cxn modelId="{B4153040-98ED-4314-9027-629EC3CFD223}" type="presParOf" srcId="{BF894093-0808-47FE-8C57-F918CEC4828D}" destId="{E2E5FEF0-4BD0-46A3-B87C-70A989713A76}" srcOrd="1" destOrd="0" presId="urn:microsoft.com/office/officeart/2005/8/layout/hierarchy1"/>
    <dgm:cxn modelId="{9E0D4B2E-B3F0-4BA2-BEDE-889ACAD71004}" type="presParOf" srcId="{2D76BFBB-34BD-4579-851C-D936383C71D5}" destId="{51923A9E-BE42-4D54-BD8A-6813B6394282}" srcOrd="1" destOrd="0" presId="urn:microsoft.com/office/officeart/2005/8/layout/hierarchy1"/>
    <dgm:cxn modelId="{5C2DE2D5-83AE-4F30-8360-FBB13458A70F}" type="presParOf" srcId="{00F7BFDF-31AA-46F5-82CE-D0EB80D82266}" destId="{86251E50-3C98-4C00-9400-502F3E844328}" srcOrd="1" destOrd="0" presId="urn:microsoft.com/office/officeart/2005/8/layout/hierarchy1"/>
    <dgm:cxn modelId="{DAAC9E67-A1E0-42BE-B3BB-3181D83BD65C}" type="presParOf" srcId="{86251E50-3C98-4C00-9400-502F3E844328}" destId="{B05B9E5B-F742-49D7-90B3-B322A0426C7E}" srcOrd="0" destOrd="0" presId="urn:microsoft.com/office/officeart/2005/8/layout/hierarchy1"/>
    <dgm:cxn modelId="{36BC8B7A-935E-4B6C-8EE0-10E18E099AA5}" type="presParOf" srcId="{B05B9E5B-F742-49D7-90B3-B322A0426C7E}" destId="{13BE9B32-4856-4A80-AEE8-AD87CE8FBDF9}" srcOrd="0" destOrd="0" presId="urn:microsoft.com/office/officeart/2005/8/layout/hierarchy1"/>
    <dgm:cxn modelId="{6BEC1350-2335-4A3D-A288-BB1D19FF6AFC}" type="presParOf" srcId="{B05B9E5B-F742-49D7-90B3-B322A0426C7E}" destId="{02428046-5260-4F8E-A867-9D06CB6711BE}" srcOrd="1" destOrd="0" presId="urn:microsoft.com/office/officeart/2005/8/layout/hierarchy1"/>
    <dgm:cxn modelId="{4BE458E1-9262-4039-A10C-E169DD2D4370}" type="presParOf" srcId="{86251E50-3C98-4C00-9400-502F3E844328}" destId="{6D90F7CA-3B9F-4D14-AF71-BC330CE2006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77A919-F108-4B92-B6B7-27385DF510E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7638E64-9BE9-4D71-BD41-2A9E8453E03D}">
      <dgm:prSet/>
      <dgm:spPr/>
      <dgm:t>
        <a:bodyPr/>
        <a:lstStyle/>
        <a:p>
          <a:pPr>
            <a:defRPr b="1"/>
          </a:pPr>
          <a:r>
            <a:rPr lang="en-US"/>
            <a:t>The cloud provider handles:</a:t>
          </a:r>
        </a:p>
      </dgm:t>
    </dgm:pt>
    <dgm:pt modelId="{82ED2B89-8806-4664-A44C-D35385D7437C}" type="parTrans" cxnId="{63E06AD8-7D78-4863-9090-611AB0866ABF}">
      <dgm:prSet/>
      <dgm:spPr/>
      <dgm:t>
        <a:bodyPr/>
        <a:lstStyle/>
        <a:p>
          <a:endParaRPr lang="en-US"/>
        </a:p>
      </dgm:t>
    </dgm:pt>
    <dgm:pt modelId="{C6359A64-3223-4897-92C5-5C50351C6228}" type="sibTrans" cxnId="{63E06AD8-7D78-4863-9090-611AB0866ABF}">
      <dgm:prSet/>
      <dgm:spPr/>
      <dgm:t>
        <a:bodyPr/>
        <a:lstStyle/>
        <a:p>
          <a:endParaRPr lang="en-US"/>
        </a:p>
      </dgm:t>
    </dgm:pt>
    <dgm:pt modelId="{DACC3FAC-7B21-4E6B-A9B4-C324599E3B0A}">
      <dgm:prSet/>
      <dgm:spPr/>
      <dgm:t>
        <a:bodyPr/>
        <a:lstStyle/>
        <a:p>
          <a:r>
            <a:rPr lang="en-US"/>
            <a:t>Servers</a:t>
          </a:r>
        </a:p>
      </dgm:t>
    </dgm:pt>
    <dgm:pt modelId="{49C429D4-5B7C-49CE-A1F6-410C87AA30C1}" type="parTrans" cxnId="{E1B53EA2-8007-4E69-B497-51DE756C60AE}">
      <dgm:prSet/>
      <dgm:spPr/>
      <dgm:t>
        <a:bodyPr/>
        <a:lstStyle/>
        <a:p>
          <a:endParaRPr lang="en-US"/>
        </a:p>
      </dgm:t>
    </dgm:pt>
    <dgm:pt modelId="{4118BFC3-81E5-4E36-AB8E-9BECB3AC20EB}" type="sibTrans" cxnId="{E1B53EA2-8007-4E69-B497-51DE756C60AE}">
      <dgm:prSet/>
      <dgm:spPr/>
      <dgm:t>
        <a:bodyPr/>
        <a:lstStyle/>
        <a:p>
          <a:endParaRPr lang="en-US"/>
        </a:p>
      </dgm:t>
    </dgm:pt>
    <dgm:pt modelId="{BFB11264-66AE-4D8D-9CF8-667DD7BE6366}">
      <dgm:prSet/>
      <dgm:spPr/>
      <dgm:t>
        <a:bodyPr/>
        <a:lstStyle/>
        <a:p>
          <a:r>
            <a:rPr lang="en-US"/>
            <a:t>Operating system</a:t>
          </a:r>
        </a:p>
      </dgm:t>
    </dgm:pt>
    <dgm:pt modelId="{CF281048-1F6C-47C9-A7CD-FE798BC68694}" type="parTrans" cxnId="{73E0117E-9EDB-4CC5-A4BE-0D04934CA1EF}">
      <dgm:prSet/>
      <dgm:spPr/>
      <dgm:t>
        <a:bodyPr/>
        <a:lstStyle/>
        <a:p>
          <a:endParaRPr lang="en-US"/>
        </a:p>
      </dgm:t>
    </dgm:pt>
    <dgm:pt modelId="{FD1DA2FD-4095-4820-ACD0-C6EB2C37F2C9}" type="sibTrans" cxnId="{73E0117E-9EDB-4CC5-A4BE-0D04934CA1EF}">
      <dgm:prSet/>
      <dgm:spPr/>
      <dgm:t>
        <a:bodyPr/>
        <a:lstStyle/>
        <a:p>
          <a:endParaRPr lang="en-US"/>
        </a:p>
      </dgm:t>
    </dgm:pt>
    <dgm:pt modelId="{CF0CDF24-C1C7-4BDD-97AF-B82DC3D766B1}">
      <dgm:prSet/>
      <dgm:spPr/>
      <dgm:t>
        <a:bodyPr/>
        <a:lstStyle/>
        <a:p>
          <a:r>
            <a:rPr lang="en-US"/>
            <a:t>Networking</a:t>
          </a:r>
        </a:p>
      </dgm:t>
    </dgm:pt>
    <dgm:pt modelId="{F369EF9A-5527-4268-B980-04176BD2E1EA}" type="parTrans" cxnId="{F92936D3-D18E-4B50-AA99-CC0F490069B9}">
      <dgm:prSet/>
      <dgm:spPr/>
      <dgm:t>
        <a:bodyPr/>
        <a:lstStyle/>
        <a:p>
          <a:endParaRPr lang="en-US"/>
        </a:p>
      </dgm:t>
    </dgm:pt>
    <dgm:pt modelId="{B16A10FA-EE01-438B-9AA1-4F7B09AAE471}" type="sibTrans" cxnId="{F92936D3-D18E-4B50-AA99-CC0F490069B9}">
      <dgm:prSet/>
      <dgm:spPr/>
      <dgm:t>
        <a:bodyPr/>
        <a:lstStyle/>
        <a:p>
          <a:endParaRPr lang="en-US"/>
        </a:p>
      </dgm:t>
    </dgm:pt>
    <dgm:pt modelId="{A7D8A8CF-09C5-4545-8C38-D409D15EF673}">
      <dgm:prSet/>
      <dgm:spPr/>
      <dgm:t>
        <a:bodyPr/>
        <a:lstStyle/>
        <a:p>
          <a:r>
            <a:rPr lang="en-US"/>
            <a:t>Security patches</a:t>
          </a:r>
        </a:p>
      </dgm:t>
    </dgm:pt>
    <dgm:pt modelId="{96C6198D-4374-42FE-87C5-0B1B6AB177C8}" type="parTrans" cxnId="{1FB9CE1C-0390-4C59-A383-D94866EA8FAF}">
      <dgm:prSet/>
      <dgm:spPr/>
      <dgm:t>
        <a:bodyPr/>
        <a:lstStyle/>
        <a:p>
          <a:endParaRPr lang="en-US"/>
        </a:p>
      </dgm:t>
    </dgm:pt>
    <dgm:pt modelId="{EC2243E8-4FF3-43AF-850A-F6DAF527360A}" type="sibTrans" cxnId="{1FB9CE1C-0390-4C59-A383-D94866EA8FAF}">
      <dgm:prSet/>
      <dgm:spPr/>
      <dgm:t>
        <a:bodyPr/>
        <a:lstStyle/>
        <a:p>
          <a:endParaRPr lang="en-US"/>
        </a:p>
      </dgm:t>
    </dgm:pt>
    <dgm:pt modelId="{A82D40C0-59B7-479E-8C09-63B230A5C6D8}">
      <dgm:prSet/>
      <dgm:spPr/>
      <dgm:t>
        <a:bodyPr/>
        <a:lstStyle/>
        <a:p>
          <a:pPr>
            <a:defRPr b="1"/>
          </a:pPr>
          <a:r>
            <a:rPr lang="en-US"/>
            <a:t>You manage:</a:t>
          </a:r>
        </a:p>
      </dgm:t>
    </dgm:pt>
    <dgm:pt modelId="{DB6DEF80-2A86-4392-B507-4F7DE7A29075}" type="parTrans" cxnId="{63C24EE6-C84E-4390-8691-57916C2B2C2B}">
      <dgm:prSet/>
      <dgm:spPr/>
      <dgm:t>
        <a:bodyPr/>
        <a:lstStyle/>
        <a:p>
          <a:endParaRPr lang="en-US"/>
        </a:p>
      </dgm:t>
    </dgm:pt>
    <dgm:pt modelId="{A8319EC8-0EED-4A5E-B38A-5482D0631C27}" type="sibTrans" cxnId="{63C24EE6-C84E-4390-8691-57916C2B2C2B}">
      <dgm:prSet/>
      <dgm:spPr/>
      <dgm:t>
        <a:bodyPr/>
        <a:lstStyle/>
        <a:p>
          <a:endParaRPr lang="en-US"/>
        </a:p>
      </dgm:t>
    </dgm:pt>
    <dgm:pt modelId="{48988647-59E4-4B82-B8A0-DABE9A21267E}">
      <dgm:prSet/>
      <dgm:spPr/>
      <dgm:t>
        <a:bodyPr/>
        <a:lstStyle/>
        <a:p>
          <a:r>
            <a:rPr lang="en-US"/>
            <a:t>Your application code</a:t>
          </a:r>
        </a:p>
      </dgm:t>
    </dgm:pt>
    <dgm:pt modelId="{013F08A0-15D0-41A2-B283-C647AB8ABCE7}" type="parTrans" cxnId="{4B02FB95-836C-45CF-AF0E-1C3F77B31919}">
      <dgm:prSet/>
      <dgm:spPr/>
      <dgm:t>
        <a:bodyPr/>
        <a:lstStyle/>
        <a:p>
          <a:endParaRPr lang="en-US"/>
        </a:p>
      </dgm:t>
    </dgm:pt>
    <dgm:pt modelId="{17B420A3-60F5-4A04-B89C-6570E961CAA1}" type="sibTrans" cxnId="{4B02FB95-836C-45CF-AF0E-1C3F77B31919}">
      <dgm:prSet/>
      <dgm:spPr/>
      <dgm:t>
        <a:bodyPr/>
        <a:lstStyle/>
        <a:p>
          <a:endParaRPr lang="en-US"/>
        </a:p>
      </dgm:t>
    </dgm:pt>
    <dgm:pt modelId="{6F544DF8-A370-4210-8227-FD0F989BFD6C}">
      <dgm:prSet/>
      <dgm:spPr/>
      <dgm:t>
        <a:bodyPr/>
        <a:lstStyle/>
        <a:p>
          <a:r>
            <a:rPr lang="en-US"/>
            <a:t>Configuration</a:t>
          </a:r>
        </a:p>
      </dgm:t>
    </dgm:pt>
    <dgm:pt modelId="{244AC3A7-EA8B-4C6C-A565-85DCDB2CA380}" type="parTrans" cxnId="{A58F2C6E-5658-4D2F-8B33-EF1C13B38A83}">
      <dgm:prSet/>
      <dgm:spPr/>
      <dgm:t>
        <a:bodyPr/>
        <a:lstStyle/>
        <a:p>
          <a:endParaRPr lang="en-US"/>
        </a:p>
      </dgm:t>
    </dgm:pt>
    <dgm:pt modelId="{6A5362BD-103F-4239-BED1-1E110636194A}" type="sibTrans" cxnId="{A58F2C6E-5658-4D2F-8B33-EF1C13B38A83}">
      <dgm:prSet/>
      <dgm:spPr/>
      <dgm:t>
        <a:bodyPr/>
        <a:lstStyle/>
        <a:p>
          <a:endParaRPr lang="en-US"/>
        </a:p>
      </dgm:t>
    </dgm:pt>
    <dgm:pt modelId="{66A10253-F992-422F-A650-98F2E60C1D6F}">
      <dgm:prSet/>
      <dgm:spPr/>
      <dgm:t>
        <a:bodyPr/>
        <a:lstStyle/>
        <a:p>
          <a:r>
            <a:rPr lang="en-US"/>
            <a:t>Data</a:t>
          </a:r>
        </a:p>
      </dgm:t>
    </dgm:pt>
    <dgm:pt modelId="{CC9563B7-BB69-4F36-9113-83CE0377BC25}" type="parTrans" cxnId="{88571899-4E80-4196-9DC5-98B2F2587A65}">
      <dgm:prSet/>
      <dgm:spPr/>
      <dgm:t>
        <a:bodyPr/>
        <a:lstStyle/>
        <a:p>
          <a:endParaRPr lang="en-US"/>
        </a:p>
      </dgm:t>
    </dgm:pt>
    <dgm:pt modelId="{FC40F7E3-F23B-4F04-9BBF-CC90B8A74334}" type="sibTrans" cxnId="{88571899-4E80-4196-9DC5-98B2F2587A65}">
      <dgm:prSet/>
      <dgm:spPr/>
      <dgm:t>
        <a:bodyPr/>
        <a:lstStyle/>
        <a:p>
          <a:endParaRPr lang="en-US"/>
        </a:p>
      </dgm:t>
    </dgm:pt>
    <dgm:pt modelId="{92C9FAE9-B6E9-4481-A12E-89811D6EC127}" type="pres">
      <dgm:prSet presAssocID="{B377A919-F108-4B92-B6B7-27385DF510E9}" presName="root" presStyleCnt="0">
        <dgm:presLayoutVars>
          <dgm:dir/>
          <dgm:resizeHandles val="exact"/>
        </dgm:presLayoutVars>
      </dgm:prSet>
      <dgm:spPr/>
    </dgm:pt>
    <dgm:pt modelId="{DB80DC47-1533-46BB-BEFC-B995B1C5DB70}" type="pres">
      <dgm:prSet presAssocID="{67638E64-9BE9-4D71-BD41-2A9E8453E03D}" presName="compNode" presStyleCnt="0"/>
      <dgm:spPr/>
    </dgm:pt>
    <dgm:pt modelId="{CB00A21E-0C7A-4855-B215-5CB874CD827D}" type="pres">
      <dgm:prSet presAssocID="{67638E64-9BE9-4D71-BD41-2A9E8453E03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FE9B876-9D2A-4272-A5F0-F1A510E32B78}" type="pres">
      <dgm:prSet presAssocID="{67638E64-9BE9-4D71-BD41-2A9E8453E03D}" presName="iconSpace" presStyleCnt="0"/>
      <dgm:spPr/>
    </dgm:pt>
    <dgm:pt modelId="{D0A489D5-7A2A-4F38-9F25-1385514DC92A}" type="pres">
      <dgm:prSet presAssocID="{67638E64-9BE9-4D71-BD41-2A9E8453E03D}" presName="parTx" presStyleLbl="revTx" presStyleIdx="0" presStyleCnt="4">
        <dgm:presLayoutVars>
          <dgm:chMax val="0"/>
          <dgm:chPref val="0"/>
        </dgm:presLayoutVars>
      </dgm:prSet>
      <dgm:spPr/>
    </dgm:pt>
    <dgm:pt modelId="{4A20AD04-C54A-4C4B-8692-8C1FEFE9BE17}" type="pres">
      <dgm:prSet presAssocID="{67638E64-9BE9-4D71-BD41-2A9E8453E03D}" presName="txSpace" presStyleCnt="0"/>
      <dgm:spPr/>
    </dgm:pt>
    <dgm:pt modelId="{DC434235-522C-4DCA-A88C-EC1342AE0C22}" type="pres">
      <dgm:prSet presAssocID="{67638E64-9BE9-4D71-BD41-2A9E8453E03D}" presName="desTx" presStyleLbl="revTx" presStyleIdx="1" presStyleCnt="4">
        <dgm:presLayoutVars/>
      </dgm:prSet>
      <dgm:spPr/>
    </dgm:pt>
    <dgm:pt modelId="{FDB9A79B-4E21-4D15-8612-5D9775BE29F8}" type="pres">
      <dgm:prSet presAssocID="{C6359A64-3223-4897-92C5-5C50351C6228}" presName="sibTrans" presStyleCnt="0"/>
      <dgm:spPr/>
    </dgm:pt>
    <dgm:pt modelId="{1C522FED-5B9C-4D8B-92AD-35ACD3039B20}" type="pres">
      <dgm:prSet presAssocID="{A82D40C0-59B7-479E-8C09-63B230A5C6D8}" presName="compNode" presStyleCnt="0"/>
      <dgm:spPr/>
    </dgm:pt>
    <dgm:pt modelId="{967B0A8C-F102-4652-BBB7-0DCC54E4B667}" type="pres">
      <dgm:prSet presAssocID="{A82D40C0-59B7-479E-8C09-63B230A5C6D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80D3756-C62F-412F-B3FC-88EF3D70C0D5}" type="pres">
      <dgm:prSet presAssocID="{A82D40C0-59B7-479E-8C09-63B230A5C6D8}" presName="iconSpace" presStyleCnt="0"/>
      <dgm:spPr/>
    </dgm:pt>
    <dgm:pt modelId="{59A26300-6801-4FBB-A150-3E414F4A6A5F}" type="pres">
      <dgm:prSet presAssocID="{A82D40C0-59B7-479E-8C09-63B230A5C6D8}" presName="parTx" presStyleLbl="revTx" presStyleIdx="2" presStyleCnt="4">
        <dgm:presLayoutVars>
          <dgm:chMax val="0"/>
          <dgm:chPref val="0"/>
        </dgm:presLayoutVars>
      </dgm:prSet>
      <dgm:spPr/>
    </dgm:pt>
    <dgm:pt modelId="{FE1D4330-D9CF-483D-AE43-25D62A778D1C}" type="pres">
      <dgm:prSet presAssocID="{A82D40C0-59B7-479E-8C09-63B230A5C6D8}" presName="txSpace" presStyleCnt="0"/>
      <dgm:spPr/>
    </dgm:pt>
    <dgm:pt modelId="{65C636E7-B97C-4C93-8E15-B3E58583F3FA}" type="pres">
      <dgm:prSet presAssocID="{A82D40C0-59B7-479E-8C09-63B230A5C6D8}" presName="desTx" presStyleLbl="revTx" presStyleIdx="3" presStyleCnt="4">
        <dgm:presLayoutVars/>
      </dgm:prSet>
      <dgm:spPr/>
    </dgm:pt>
  </dgm:ptLst>
  <dgm:cxnLst>
    <dgm:cxn modelId="{83A08206-1775-4EEE-9BEF-490866E92894}" type="presOf" srcId="{B377A919-F108-4B92-B6B7-27385DF510E9}" destId="{92C9FAE9-B6E9-4481-A12E-89811D6EC127}" srcOrd="0" destOrd="0" presId="urn:microsoft.com/office/officeart/2018/5/layout/CenteredIconLabelDescriptionList"/>
    <dgm:cxn modelId="{68DE3E14-1264-461F-958E-F0F9042886F2}" type="presOf" srcId="{48988647-59E4-4B82-B8A0-DABE9A21267E}" destId="{65C636E7-B97C-4C93-8E15-B3E58583F3FA}" srcOrd="0" destOrd="0" presId="urn:microsoft.com/office/officeart/2018/5/layout/CenteredIconLabelDescriptionList"/>
    <dgm:cxn modelId="{1FB9CE1C-0390-4C59-A383-D94866EA8FAF}" srcId="{67638E64-9BE9-4D71-BD41-2A9E8453E03D}" destId="{A7D8A8CF-09C5-4545-8C38-D409D15EF673}" srcOrd="3" destOrd="0" parTransId="{96C6198D-4374-42FE-87C5-0B1B6AB177C8}" sibTransId="{EC2243E8-4FF3-43AF-850A-F6DAF527360A}"/>
    <dgm:cxn modelId="{97E3C629-4BAC-4FC4-AB7B-34C79AC824FA}" type="presOf" srcId="{A82D40C0-59B7-479E-8C09-63B230A5C6D8}" destId="{59A26300-6801-4FBB-A150-3E414F4A6A5F}" srcOrd="0" destOrd="0" presId="urn:microsoft.com/office/officeart/2018/5/layout/CenteredIconLabelDescriptionList"/>
    <dgm:cxn modelId="{729C7342-A341-4504-BCD4-E673A1BCF690}" type="presOf" srcId="{CF0CDF24-C1C7-4BDD-97AF-B82DC3D766B1}" destId="{DC434235-522C-4DCA-A88C-EC1342AE0C22}" srcOrd="0" destOrd="2" presId="urn:microsoft.com/office/officeart/2018/5/layout/CenteredIconLabelDescriptionList"/>
    <dgm:cxn modelId="{F3CAE465-C8EE-4EC5-9F3C-2CB5408308FD}" type="presOf" srcId="{66A10253-F992-422F-A650-98F2E60C1D6F}" destId="{65C636E7-B97C-4C93-8E15-B3E58583F3FA}" srcOrd="0" destOrd="2" presId="urn:microsoft.com/office/officeart/2018/5/layout/CenteredIconLabelDescriptionList"/>
    <dgm:cxn modelId="{3EF96C48-1F47-433D-B9FA-366D122F185D}" type="presOf" srcId="{A7D8A8CF-09C5-4545-8C38-D409D15EF673}" destId="{DC434235-522C-4DCA-A88C-EC1342AE0C22}" srcOrd="0" destOrd="3" presId="urn:microsoft.com/office/officeart/2018/5/layout/CenteredIconLabelDescriptionList"/>
    <dgm:cxn modelId="{A58F2C6E-5658-4D2F-8B33-EF1C13B38A83}" srcId="{A82D40C0-59B7-479E-8C09-63B230A5C6D8}" destId="{6F544DF8-A370-4210-8227-FD0F989BFD6C}" srcOrd="1" destOrd="0" parTransId="{244AC3A7-EA8B-4C6C-A565-85DCDB2CA380}" sibTransId="{6A5362BD-103F-4239-BED1-1E110636194A}"/>
    <dgm:cxn modelId="{A146B270-CD87-423E-BF4C-AE2FB899BA2E}" type="presOf" srcId="{BFB11264-66AE-4D8D-9CF8-667DD7BE6366}" destId="{DC434235-522C-4DCA-A88C-EC1342AE0C22}" srcOrd="0" destOrd="1" presId="urn:microsoft.com/office/officeart/2018/5/layout/CenteredIconLabelDescriptionList"/>
    <dgm:cxn modelId="{73E0117E-9EDB-4CC5-A4BE-0D04934CA1EF}" srcId="{67638E64-9BE9-4D71-BD41-2A9E8453E03D}" destId="{BFB11264-66AE-4D8D-9CF8-667DD7BE6366}" srcOrd="1" destOrd="0" parTransId="{CF281048-1F6C-47C9-A7CD-FE798BC68694}" sibTransId="{FD1DA2FD-4095-4820-ACD0-C6EB2C37F2C9}"/>
    <dgm:cxn modelId="{4B02FB95-836C-45CF-AF0E-1C3F77B31919}" srcId="{A82D40C0-59B7-479E-8C09-63B230A5C6D8}" destId="{48988647-59E4-4B82-B8A0-DABE9A21267E}" srcOrd="0" destOrd="0" parTransId="{013F08A0-15D0-41A2-B283-C647AB8ABCE7}" sibTransId="{17B420A3-60F5-4A04-B89C-6570E961CAA1}"/>
    <dgm:cxn modelId="{88571899-4E80-4196-9DC5-98B2F2587A65}" srcId="{A82D40C0-59B7-479E-8C09-63B230A5C6D8}" destId="{66A10253-F992-422F-A650-98F2E60C1D6F}" srcOrd="2" destOrd="0" parTransId="{CC9563B7-BB69-4F36-9113-83CE0377BC25}" sibTransId="{FC40F7E3-F23B-4F04-9BBF-CC90B8A74334}"/>
    <dgm:cxn modelId="{E1B53EA2-8007-4E69-B497-51DE756C60AE}" srcId="{67638E64-9BE9-4D71-BD41-2A9E8453E03D}" destId="{DACC3FAC-7B21-4E6B-A9B4-C324599E3B0A}" srcOrd="0" destOrd="0" parTransId="{49C429D4-5B7C-49CE-A1F6-410C87AA30C1}" sibTransId="{4118BFC3-81E5-4E36-AB8E-9BECB3AC20EB}"/>
    <dgm:cxn modelId="{8A91DFAF-A707-4EC3-8AE9-07CF122635E2}" type="presOf" srcId="{67638E64-9BE9-4D71-BD41-2A9E8453E03D}" destId="{D0A489D5-7A2A-4F38-9F25-1385514DC92A}" srcOrd="0" destOrd="0" presId="urn:microsoft.com/office/officeart/2018/5/layout/CenteredIconLabelDescriptionList"/>
    <dgm:cxn modelId="{1C4B01B2-8AD7-43A9-8C99-3FE788E93F75}" type="presOf" srcId="{DACC3FAC-7B21-4E6B-A9B4-C324599E3B0A}" destId="{DC434235-522C-4DCA-A88C-EC1342AE0C22}" srcOrd="0" destOrd="0" presId="urn:microsoft.com/office/officeart/2018/5/layout/CenteredIconLabelDescriptionList"/>
    <dgm:cxn modelId="{A7332CC4-9B2C-498B-A1FA-120431121183}" type="presOf" srcId="{6F544DF8-A370-4210-8227-FD0F989BFD6C}" destId="{65C636E7-B97C-4C93-8E15-B3E58583F3FA}" srcOrd="0" destOrd="1" presId="urn:microsoft.com/office/officeart/2018/5/layout/CenteredIconLabelDescriptionList"/>
    <dgm:cxn modelId="{F92936D3-D18E-4B50-AA99-CC0F490069B9}" srcId="{67638E64-9BE9-4D71-BD41-2A9E8453E03D}" destId="{CF0CDF24-C1C7-4BDD-97AF-B82DC3D766B1}" srcOrd="2" destOrd="0" parTransId="{F369EF9A-5527-4268-B980-04176BD2E1EA}" sibTransId="{B16A10FA-EE01-438B-9AA1-4F7B09AAE471}"/>
    <dgm:cxn modelId="{63E06AD8-7D78-4863-9090-611AB0866ABF}" srcId="{B377A919-F108-4B92-B6B7-27385DF510E9}" destId="{67638E64-9BE9-4D71-BD41-2A9E8453E03D}" srcOrd="0" destOrd="0" parTransId="{82ED2B89-8806-4664-A44C-D35385D7437C}" sibTransId="{C6359A64-3223-4897-92C5-5C50351C6228}"/>
    <dgm:cxn modelId="{63C24EE6-C84E-4390-8691-57916C2B2C2B}" srcId="{B377A919-F108-4B92-B6B7-27385DF510E9}" destId="{A82D40C0-59B7-479E-8C09-63B230A5C6D8}" srcOrd="1" destOrd="0" parTransId="{DB6DEF80-2A86-4392-B507-4F7DE7A29075}" sibTransId="{A8319EC8-0EED-4A5E-B38A-5482D0631C27}"/>
    <dgm:cxn modelId="{A5ADB34B-4D87-4CEB-8FA4-337ED9481EB2}" type="presParOf" srcId="{92C9FAE9-B6E9-4481-A12E-89811D6EC127}" destId="{DB80DC47-1533-46BB-BEFC-B995B1C5DB70}" srcOrd="0" destOrd="0" presId="urn:microsoft.com/office/officeart/2018/5/layout/CenteredIconLabelDescriptionList"/>
    <dgm:cxn modelId="{E03F323A-F5B8-4A04-8E83-8741699AA3BB}" type="presParOf" srcId="{DB80DC47-1533-46BB-BEFC-B995B1C5DB70}" destId="{CB00A21E-0C7A-4855-B215-5CB874CD827D}" srcOrd="0" destOrd="0" presId="urn:microsoft.com/office/officeart/2018/5/layout/CenteredIconLabelDescriptionList"/>
    <dgm:cxn modelId="{A926B686-8781-4581-A8F8-113BC19AD44B}" type="presParOf" srcId="{DB80DC47-1533-46BB-BEFC-B995B1C5DB70}" destId="{BFE9B876-9D2A-4272-A5F0-F1A510E32B78}" srcOrd="1" destOrd="0" presId="urn:microsoft.com/office/officeart/2018/5/layout/CenteredIconLabelDescriptionList"/>
    <dgm:cxn modelId="{CD61B172-7CA5-469A-97ED-C5622AD21192}" type="presParOf" srcId="{DB80DC47-1533-46BB-BEFC-B995B1C5DB70}" destId="{D0A489D5-7A2A-4F38-9F25-1385514DC92A}" srcOrd="2" destOrd="0" presId="urn:microsoft.com/office/officeart/2018/5/layout/CenteredIconLabelDescriptionList"/>
    <dgm:cxn modelId="{2E6DADF6-8196-4915-9730-B4C5C8558E21}" type="presParOf" srcId="{DB80DC47-1533-46BB-BEFC-B995B1C5DB70}" destId="{4A20AD04-C54A-4C4B-8692-8C1FEFE9BE17}" srcOrd="3" destOrd="0" presId="urn:microsoft.com/office/officeart/2018/5/layout/CenteredIconLabelDescriptionList"/>
    <dgm:cxn modelId="{9F0E8F36-F912-404E-BD39-231170EA5C52}" type="presParOf" srcId="{DB80DC47-1533-46BB-BEFC-B995B1C5DB70}" destId="{DC434235-522C-4DCA-A88C-EC1342AE0C22}" srcOrd="4" destOrd="0" presId="urn:microsoft.com/office/officeart/2018/5/layout/CenteredIconLabelDescriptionList"/>
    <dgm:cxn modelId="{B8E06B25-2B98-4937-83B6-6DF9353C0F14}" type="presParOf" srcId="{92C9FAE9-B6E9-4481-A12E-89811D6EC127}" destId="{FDB9A79B-4E21-4D15-8612-5D9775BE29F8}" srcOrd="1" destOrd="0" presId="urn:microsoft.com/office/officeart/2018/5/layout/CenteredIconLabelDescriptionList"/>
    <dgm:cxn modelId="{CC40ABCB-6ED4-4BAD-ABA9-7C727645F538}" type="presParOf" srcId="{92C9FAE9-B6E9-4481-A12E-89811D6EC127}" destId="{1C522FED-5B9C-4D8B-92AD-35ACD3039B20}" srcOrd="2" destOrd="0" presId="urn:microsoft.com/office/officeart/2018/5/layout/CenteredIconLabelDescriptionList"/>
    <dgm:cxn modelId="{585FE40C-2CD7-413C-849F-944399B0001C}" type="presParOf" srcId="{1C522FED-5B9C-4D8B-92AD-35ACD3039B20}" destId="{967B0A8C-F102-4652-BBB7-0DCC54E4B667}" srcOrd="0" destOrd="0" presId="urn:microsoft.com/office/officeart/2018/5/layout/CenteredIconLabelDescriptionList"/>
    <dgm:cxn modelId="{630E18E6-49A4-41F2-B481-9E04040F2B7D}" type="presParOf" srcId="{1C522FED-5B9C-4D8B-92AD-35ACD3039B20}" destId="{F80D3756-C62F-412F-B3FC-88EF3D70C0D5}" srcOrd="1" destOrd="0" presId="urn:microsoft.com/office/officeart/2018/5/layout/CenteredIconLabelDescriptionList"/>
    <dgm:cxn modelId="{109BC340-8EAD-401A-89C4-379874B62353}" type="presParOf" srcId="{1C522FED-5B9C-4D8B-92AD-35ACD3039B20}" destId="{59A26300-6801-4FBB-A150-3E414F4A6A5F}" srcOrd="2" destOrd="0" presId="urn:microsoft.com/office/officeart/2018/5/layout/CenteredIconLabelDescriptionList"/>
    <dgm:cxn modelId="{82833C43-CF49-45EF-984C-DC55CD8B7A41}" type="presParOf" srcId="{1C522FED-5B9C-4D8B-92AD-35ACD3039B20}" destId="{FE1D4330-D9CF-483D-AE43-25D62A778D1C}" srcOrd="3" destOrd="0" presId="urn:microsoft.com/office/officeart/2018/5/layout/CenteredIconLabelDescriptionList"/>
    <dgm:cxn modelId="{2FF1C693-AE18-485E-A109-C22628281DE9}" type="presParOf" srcId="{1C522FED-5B9C-4D8B-92AD-35ACD3039B20}" destId="{65C636E7-B97C-4C93-8E15-B3E58583F3F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98A7D0-64CF-4E5E-9B74-1DDE341CC97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4129579-EB0C-401A-8C17-AED47BB6B4F9}">
      <dgm:prSet/>
      <dgm:spPr/>
      <dgm:t>
        <a:bodyPr/>
        <a:lstStyle/>
        <a:p>
          <a:pPr>
            <a:defRPr b="1"/>
          </a:pPr>
          <a:r>
            <a:rPr lang="en-US"/>
            <a:t>The cloud provider manages:</a:t>
          </a:r>
        </a:p>
      </dgm:t>
    </dgm:pt>
    <dgm:pt modelId="{110FEB08-65E5-46AE-BBD8-0BDF5B772CF1}" type="parTrans" cxnId="{6E58A139-B3D4-4B59-AABC-0BD305774075}">
      <dgm:prSet/>
      <dgm:spPr/>
      <dgm:t>
        <a:bodyPr/>
        <a:lstStyle/>
        <a:p>
          <a:endParaRPr lang="en-US"/>
        </a:p>
      </dgm:t>
    </dgm:pt>
    <dgm:pt modelId="{0ED3BBCE-683F-4169-8DFA-0EF9B7282D8E}" type="sibTrans" cxnId="{6E58A139-B3D4-4B59-AABC-0BD305774075}">
      <dgm:prSet/>
      <dgm:spPr/>
      <dgm:t>
        <a:bodyPr/>
        <a:lstStyle/>
        <a:p>
          <a:endParaRPr lang="en-US"/>
        </a:p>
      </dgm:t>
    </dgm:pt>
    <dgm:pt modelId="{99CC78FA-018C-4AD8-8314-0D4308FDC80E}">
      <dgm:prSet/>
      <dgm:spPr/>
      <dgm:t>
        <a:bodyPr/>
        <a:lstStyle/>
        <a:p>
          <a:r>
            <a:rPr lang="en-US"/>
            <a:t>Servers</a:t>
          </a:r>
        </a:p>
      </dgm:t>
    </dgm:pt>
    <dgm:pt modelId="{2100C82B-7DA5-4485-8EB7-B87D2E5F3F33}" type="parTrans" cxnId="{54ADDF92-C28D-4ECC-BC99-819720A53E9D}">
      <dgm:prSet/>
      <dgm:spPr/>
      <dgm:t>
        <a:bodyPr/>
        <a:lstStyle/>
        <a:p>
          <a:endParaRPr lang="en-US"/>
        </a:p>
      </dgm:t>
    </dgm:pt>
    <dgm:pt modelId="{7B3247A0-003A-4AD7-BC02-F9231B7B5837}" type="sibTrans" cxnId="{54ADDF92-C28D-4ECC-BC99-819720A53E9D}">
      <dgm:prSet/>
      <dgm:spPr/>
      <dgm:t>
        <a:bodyPr/>
        <a:lstStyle/>
        <a:p>
          <a:endParaRPr lang="en-US"/>
        </a:p>
      </dgm:t>
    </dgm:pt>
    <dgm:pt modelId="{0351AFF7-B1D8-4C29-AFE1-3E5D7551C807}">
      <dgm:prSet/>
      <dgm:spPr/>
      <dgm:t>
        <a:bodyPr/>
        <a:lstStyle/>
        <a:p>
          <a:r>
            <a:rPr lang="en-US"/>
            <a:t>Operating system</a:t>
          </a:r>
        </a:p>
      </dgm:t>
    </dgm:pt>
    <dgm:pt modelId="{1C89B2E3-A1CB-4699-A5C1-4E09EC8154D7}" type="parTrans" cxnId="{8D83102E-09B7-43C4-9A40-5D28B2290CD0}">
      <dgm:prSet/>
      <dgm:spPr/>
      <dgm:t>
        <a:bodyPr/>
        <a:lstStyle/>
        <a:p>
          <a:endParaRPr lang="en-US"/>
        </a:p>
      </dgm:t>
    </dgm:pt>
    <dgm:pt modelId="{D277D8D1-0813-4A18-B08A-6D00548A0B8C}" type="sibTrans" cxnId="{8D83102E-09B7-43C4-9A40-5D28B2290CD0}">
      <dgm:prSet/>
      <dgm:spPr/>
      <dgm:t>
        <a:bodyPr/>
        <a:lstStyle/>
        <a:p>
          <a:endParaRPr lang="en-US"/>
        </a:p>
      </dgm:t>
    </dgm:pt>
    <dgm:pt modelId="{D2C6D237-1941-4DC4-A44B-AB4880A86F76}">
      <dgm:prSet/>
      <dgm:spPr/>
      <dgm:t>
        <a:bodyPr/>
        <a:lstStyle/>
        <a:p>
          <a:r>
            <a:rPr lang="en-US"/>
            <a:t>Application</a:t>
          </a:r>
        </a:p>
      </dgm:t>
    </dgm:pt>
    <dgm:pt modelId="{42323219-02C0-42AC-873E-A444301D6BD8}" type="parTrans" cxnId="{00C3A0B9-3F89-4854-8854-4D2CA34EE837}">
      <dgm:prSet/>
      <dgm:spPr/>
      <dgm:t>
        <a:bodyPr/>
        <a:lstStyle/>
        <a:p>
          <a:endParaRPr lang="en-US"/>
        </a:p>
      </dgm:t>
    </dgm:pt>
    <dgm:pt modelId="{2E3E3DDE-D9AA-49CC-A1FE-5A4FB88154F9}" type="sibTrans" cxnId="{00C3A0B9-3F89-4854-8854-4D2CA34EE837}">
      <dgm:prSet/>
      <dgm:spPr/>
      <dgm:t>
        <a:bodyPr/>
        <a:lstStyle/>
        <a:p>
          <a:endParaRPr lang="en-US"/>
        </a:p>
      </dgm:t>
    </dgm:pt>
    <dgm:pt modelId="{14618B55-D8F5-4756-8103-574F34E8C92B}">
      <dgm:prSet/>
      <dgm:spPr/>
      <dgm:t>
        <a:bodyPr/>
        <a:lstStyle/>
        <a:p>
          <a:r>
            <a:rPr lang="en-US"/>
            <a:t>Security and updates</a:t>
          </a:r>
        </a:p>
      </dgm:t>
    </dgm:pt>
    <dgm:pt modelId="{8425E775-BF0D-40C7-835A-9E8A17F2F865}" type="parTrans" cxnId="{EA7CCF58-6F28-4903-B1AB-A6D2DC227E96}">
      <dgm:prSet/>
      <dgm:spPr/>
      <dgm:t>
        <a:bodyPr/>
        <a:lstStyle/>
        <a:p>
          <a:endParaRPr lang="en-US"/>
        </a:p>
      </dgm:t>
    </dgm:pt>
    <dgm:pt modelId="{772E51C2-49B4-4D84-A901-12473F76CBBF}" type="sibTrans" cxnId="{EA7CCF58-6F28-4903-B1AB-A6D2DC227E96}">
      <dgm:prSet/>
      <dgm:spPr/>
      <dgm:t>
        <a:bodyPr/>
        <a:lstStyle/>
        <a:p>
          <a:endParaRPr lang="en-US"/>
        </a:p>
      </dgm:t>
    </dgm:pt>
    <dgm:pt modelId="{8EBE03FF-2673-4C33-AE19-E7F6ED9EE1EF}">
      <dgm:prSet/>
      <dgm:spPr/>
      <dgm:t>
        <a:bodyPr/>
        <a:lstStyle/>
        <a:p>
          <a:pPr>
            <a:defRPr b="1"/>
          </a:pPr>
          <a:r>
            <a:rPr lang="en-US"/>
            <a:t>You are simply:</a:t>
          </a:r>
        </a:p>
      </dgm:t>
    </dgm:pt>
    <dgm:pt modelId="{E1FBA88F-2FEF-4715-A5B8-9660B6153AD1}" type="parTrans" cxnId="{38E3A3BA-E5C2-4D0F-8645-56F704E16C5D}">
      <dgm:prSet/>
      <dgm:spPr/>
      <dgm:t>
        <a:bodyPr/>
        <a:lstStyle/>
        <a:p>
          <a:endParaRPr lang="en-US"/>
        </a:p>
      </dgm:t>
    </dgm:pt>
    <dgm:pt modelId="{38371973-4F37-4579-8EA0-3163DABA9CAD}" type="sibTrans" cxnId="{38E3A3BA-E5C2-4D0F-8645-56F704E16C5D}">
      <dgm:prSet/>
      <dgm:spPr/>
      <dgm:t>
        <a:bodyPr/>
        <a:lstStyle/>
        <a:p>
          <a:endParaRPr lang="en-US"/>
        </a:p>
      </dgm:t>
    </dgm:pt>
    <dgm:pt modelId="{0DDC7137-BCAC-40D0-9C85-C451E1781584}">
      <dgm:prSet/>
      <dgm:spPr/>
      <dgm:t>
        <a:bodyPr/>
        <a:lstStyle/>
        <a:p>
          <a:r>
            <a:rPr lang="en-US"/>
            <a:t>Use the app</a:t>
          </a:r>
        </a:p>
      </dgm:t>
    </dgm:pt>
    <dgm:pt modelId="{DDFFCA1B-A3D2-40C6-B8FB-49AF37AE9860}" type="parTrans" cxnId="{6F01B91F-C475-4F3D-809C-8477631D2173}">
      <dgm:prSet/>
      <dgm:spPr/>
      <dgm:t>
        <a:bodyPr/>
        <a:lstStyle/>
        <a:p>
          <a:endParaRPr lang="en-US"/>
        </a:p>
      </dgm:t>
    </dgm:pt>
    <dgm:pt modelId="{2E6169C7-948C-4D1C-A7C9-383AB73F0680}" type="sibTrans" cxnId="{6F01B91F-C475-4F3D-809C-8477631D2173}">
      <dgm:prSet/>
      <dgm:spPr/>
      <dgm:t>
        <a:bodyPr/>
        <a:lstStyle/>
        <a:p>
          <a:endParaRPr lang="en-US"/>
        </a:p>
      </dgm:t>
    </dgm:pt>
    <dgm:pt modelId="{09179633-2529-4FDB-B003-3BC005669A25}">
      <dgm:prSet/>
      <dgm:spPr/>
      <dgm:t>
        <a:bodyPr/>
        <a:lstStyle/>
        <a:p>
          <a:r>
            <a:rPr lang="en-US"/>
            <a:t>Enter data</a:t>
          </a:r>
        </a:p>
      </dgm:t>
    </dgm:pt>
    <dgm:pt modelId="{5CBBECE7-B850-45B9-92C2-E8ACA106545B}" type="parTrans" cxnId="{65E54A6C-C0BE-4F70-B0D6-81B1F79C4830}">
      <dgm:prSet/>
      <dgm:spPr/>
      <dgm:t>
        <a:bodyPr/>
        <a:lstStyle/>
        <a:p>
          <a:endParaRPr lang="en-US"/>
        </a:p>
      </dgm:t>
    </dgm:pt>
    <dgm:pt modelId="{7DB2BC1D-5E5B-4FC8-BE14-CE1474A69A92}" type="sibTrans" cxnId="{65E54A6C-C0BE-4F70-B0D6-81B1F79C4830}">
      <dgm:prSet/>
      <dgm:spPr/>
      <dgm:t>
        <a:bodyPr/>
        <a:lstStyle/>
        <a:p>
          <a:endParaRPr lang="en-US"/>
        </a:p>
      </dgm:t>
    </dgm:pt>
    <dgm:pt modelId="{87B35F0F-4F98-4D6F-A25D-F4DE6109B3C2}">
      <dgm:prSet/>
      <dgm:spPr/>
      <dgm:t>
        <a:bodyPr/>
        <a:lstStyle/>
        <a:p>
          <a:r>
            <a:rPr lang="en-US"/>
            <a:t>Perform tasks via a browser or app</a:t>
          </a:r>
        </a:p>
      </dgm:t>
    </dgm:pt>
    <dgm:pt modelId="{E45735D1-98B0-49A2-ABEC-C2F4B5CC3920}" type="parTrans" cxnId="{64BED525-294B-48FE-8403-9743F8C85487}">
      <dgm:prSet/>
      <dgm:spPr/>
      <dgm:t>
        <a:bodyPr/>
        <a:lstStyle/>
        <a:p>
          <a:endParaRPr lang="en-US"/>
        </a:p>
      </dgm:t>
    </dgm:pt>
    <dgm:pt modelId="{6087B337-7D6D-4E0D-AF92-7F59D0A5FF93}" type="sibTrans" cxnId="{64BED525-294B-48FE-8403-9743F8C85487}">
      <dgm:prSet/>
      <dgm:spPr/>
      <dgm:t>
        <a:bodyPr/>
        <a:lstStyle/>
        <a:p>
          <a:endParaRPr lang="en-US"/>
        </a:p>
      </dgm:t>
    </dgm:pt>
    <dgm:pt modelId="{F9BA8846-3A18-4254-87D1-B2F8EF80F6A2}" type="pres">
      <dgm:prSet presAssocID="{1898A7D0-64CF-4E5E-9B74-1DDE341CC979}" presName="root" presStyleCnt="0">
        <dgm:presLayoutVars>
          <dgm:dir/>
          <dgm:resizeHandles val="exact"/>
        </dgm:presLayoutVars>
      </dgm:prSet>
      <dgm:spPr/>
    </dgm:pt>
    <dgm:pt modelId="{CB57419B-0F5D-4A22-8A19-BEA830B8974C}" type="pres">
      <dgm:prSet presAssocID="{54129579-EB0C-401A-8C17-AED47BB6B4F9}" presName="compNode" presStyleCnt="0"/>
      <dgm:spPr/>
    </dgm:pt>
    <dgm:pt modelId="{7C766E4E-BEC4-4503-B473-8052C9F163D9}" type="pres">
      <dgm:prSet presAssocID="{54129579-EB0C-401A-8C17-AED47BB6B4F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A5310573-BB0B-465F-AF4B-231832ACB20A}" type="pres">
      <dgm:prSet presAssocID="{54129579-EB0C-401A-8C17-AED47BB6B4F9}" presName="iconSpace" presStyleCnt="0"/>
      <dgm:spPr/>
    </dgm:pt>
    <dgm:pt modelId="{AAF55712-7FA2-4825-A9E7-7E87DD5840F7}" type="pres">
      <dgm:prSet presAssocID="{54129579-EB0C-401A-8C17-AED47BB6B4F9}" presName="parTx" presStyleLbl="revTx" presStyleIdx="0" presStyleCnt="4">
        <dgm:presLayoutVars>
          <dgm:chMax val="0"/>
          <dgm:chPref val="0"/>
        </dgm:presLayoutVars>
      </dgm:prSet>
      <dgm:spPr/>
    </dgm:pt>
    <dgm:pt modelId="{17850989-FBA8-4272-8E47-0BAFBC000153}" type="pres">
      <dgm:prSet presAssocID="{54129579-EB0C-401A-8C17-AED47BB6B4F9}" presName="txSpace" presStyleCnt="0"/>
      <dgm:spPr/>
    </dgm:pt>
    <dgm:pt modelId="{93E96606-6BEF-444F-A388-1A9C8BDB71A7}" type="pres">
      <dgm:prSet presAssocID="{54129579-EB0C-401A-8C17-AED47BB6B4F9}" presName="desTx" presStyleLbl="revTx" presStyleIdx="1" presStyleCnt="4">
        <dgm:presLayoutVars/>
      </dgm:prSet>
      <dgm:spPr/>
    </dgm:pt>
    <dgm:pt modelId="{21A87FAD-D88D-4365-AFEF-D3667EA443CD}" type="pres">
      <dgm:prSet presAssocID="{0ED3BBCE-683F-4169-8DFA-0EF9B7282D8E}" presName="sibTrans" presStyleCnt="0"/>
      <dgm:spPr/>
    </dgm:pt>
    <dgm:pt modelId="{78C46D7E-81FF-4DF0-88E7-0EBBEDF86B63}" type="pres">
      <dgm:prSet presAssocID="{8EBE03FF-2673-4C33-AE19-E7F6ED9EE1EF}" presName="compNode" presStyleCnt="0"/>
      <dgm:spPr/>
    </dgm:pt>
    <dgm:pt modelId="{C5BA6A9C-87BB-4D50-BAA8-50C7C5F72E92}" type="pres">
      <dgm:prSet presAssocID="{8EBE03FF-2673-4C33-AE19-E7F6ED9EE1E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FF7D0B2-A092-416B-9992-A888C0A61778}" type="pres">
      <dgm:prSet presAssocID="{8EBE03FF-2673-4C33-AE19-E7F6ED9EE1EF}" presName="iconSpace" presStyleCnt="0"/>
      <dgm:spPr/>
    </dgm:pt>
    <dgm:pt modelId="{EF458E1D-4AE3-4D30-AFE0-B1D07440ADF0}" type="pres">
      <dgm:prSet presAssocID="{8EBE03FF-2673-4C33-AE19-E7F6ED9EE1EF}" presName="parTx" presStyleLbl="revTx" presStyleIdx="2" presStyleCnt="4">
        <dgm:presLayoutVars>
          <dgm:chMax val="0"/>
          <dgm:chPref val="0"/>
        </dgm:presLayoutVars>
      </dgm:prSet>
      <dgm:spPr/>
    </dgm:pt>
    <dgm:pt modelId="{564B8DD3-200B-4E15-8D33-10A29149A0E7}" type="pres">
      <dgm:prSet presAssocID="{8EBE03FF-2673-4C33-AE19-E7F6ED9EE1EF}" presName="txSpace" presStyleCnt="0"/>
      <dgm:spPr/>
    </dgm:pt>
    <dgm:pt modelId="{49F96C10-9C56-4CC0-8D26-AA929850B073}" type="pres">
      <dgm:prSet presAssocID="{8EBE03FF-2673-4C33-AE19-E7F6ED9EE1EF}" presName="desTx" presStyleLbl="revTx" presStyleIdx="3" presStyleCnt="4">
        <dgm:presLayoutVars/>
      </dgm:prSet>
      <dgm:spPr/>
    </dgm:pt>
  </dgm:ptLst>
  <dgm:cxnLst>
    <dgm:cxn modelId="{6F01B91F-C475-4F3D-809C-8477631D2173}" srcId="{8EBE03FF-2673-4C33-AE19-E7F6ED9EE1EF}" destId="{0DDC7137-BCAC-40D0-9C85-C451E1781584}" srcOrd="0" destOrd="0" parTransId="{DDFFCA1B-A3D2-40C6-B8FB-49AF37AE9860}" sibTransId="{2E6169C7-948C-4D1C-A7C9-383AB73F0680}"/>
    <dgm:cxn modelId="{64BED525-294B-48FE-8403-9743F8C85487}" srcId="{8EBE03FF-2673-4C33-AE19-E7F6ED9EE1EF}" destId="{87B35F0F-4F98-4D6F-A25D-F4DE6109B3C2}" srcOrd="2" destOrd="0" parTransId="{E45735D1-98B0-49A2-ABEC-C2F4B5CC3920}" sibTransId="{6087B337-7D6D-4E0D-AF92-7F59D0A5FF93}"/>
    <dgm:cxn modelId="{8D83102E-09B7-43C4-9A40-5D28B2290CD0}" srcId="{54129579-EB0C-401A-8C17-AED47BB6B4F9}" destId="{0351AFF7-B1D8-4C29-AFE1-3E5D7551C807}" srcOrd="1" destOrd="0" parTransId="{1C89B2E3-A1CB-4699-A5C1-4E09EC8154D7}" sibTransId="{D277D8D1-0813-4A18-B08A-6D00548A0B8C}"/>
    <dgm:cxn modelId="{6E58A139-B3D4-4B59-AABC-0BD305774075}" srcId="{1898A7D0-64CF-4E5E-9B74-1DDE341CC979}" destId="{54129579-EB0C-401A-8C17-AED47BB6B4F9}" srcOrd="0" destOrd="0" parTransId="{110FEB08-65E5-46AE-BBD8-0BDF5B772CF1}" sibTransId="{0ED3BBCE-683F-4169-8DFA-0EF9B7282D8E}"/>
    <dgm:cxn modelId="{6097A239-5C2F-4105-BB86-F94171D87E11}" type="presOf" srcId="{14618B55-D8F5-4756-8103-574F34E8C92B}" destId="{93E96606-6BEF-444F-A388-1A9C8BDB71A7}" srcOrd="0" destOrd="3" presId="urn:microsoft.com/office/officeart/2018/5/layout/CenteredIconLabelDescriptionList"/>
    <dgm:cxn modelId="{B3B2F544-7331-4954-9544-4BF77B4A8388}" type="presOf" srcId="{0DDC7137-BCAC-40D0-9C85-C451E1781584}" destId="{49F96C10-9C56-4CC0-8D26-AA929850B073}" srcOrd="0" destOrd="0" presId="urn:microsoft.com/office/officeart/2018/5/layout/CenteredIconLabelDescriptionList"/>
    <dgm:cxn modelId="{86F56347-B6C5-409C-B1D1-F80ED0FBD8F3}" type="presOf" srcId="{8EBE03FF-2673-4C33-AE19-E7F6ED9EE1EF}" destId="{EF458E1D-4AE3-4D30-AFE0-B1D07440ADF0}" srcOrd="0" destOrd="0" presId="urn:microsoft.com/office/officeart/2018/5/layout/CenteredIconLabelDescriptionList"/>
    <dgm:cxn modelId="{65E54A6C-C0BE-4F70-B0D6-81B1F79C4830}" srcId="{8EBE03FF-2673-4C33-AE19-E7F6ED9EE1EF}" destId="{09179633-2529-4FDB-B003-3BC005669A25}" srcOrd="1" destOrd="0" parTransId="{5CBBECE7-B850-45B9-92C2-E8ACA106545B}" sibTransId="{7DB2BC1D-5E5B-4FC8-BE14-CE1474A69A92}"/>
    <dgm:cxn modelId="{EA7CCF58-6F28-4903-B1AB-A6D2DC227E96}" srcId="{54129579-EB0C-401A-8C17-AED47BB6B4F9}" destId="{14618B55-D8F5-4756-8103-574F34E8C92B}" srcOrd="3" destOrd="0" parTransId="{8425E775-BF0D-40C7-835A-9E8A17F2F865}" sibTransId="{772E51C2-49B4-4D84-A901-12473F76CBBF}"/>
    <dgm:cxn modelId="{4C448689-BB2A-4FC0-8092-A222CF6CD78D}" type="presOf" srcId="{1898A7D0-64CF-4E5E-9B74-1DDE341CC979}" destId="{F9BA8846-3A18-4254-87D1-B2F8EF80F6A2}" srcOrd="0" destOrd="0" presId="urn:microsoft.com/office/officeart/2018/5/layout/CenteredIconLabelDescriptionList"/>
    <dgm:cxn modelId="{54ADDF92-C28D-4ECC-BC99-819720A53E9D}" srcId="{54129579-EB0C-401A-8C17-AED47BB6B4F9}" destId="{99CC78FA-018C-4AD8-8314-0D4308FDC80E}" srcOrd="0" destOrd="0" parTransId="{2100C82B-7DA5-4485-8EB7-B87D2E5F3F33}" sibTransId="{7B3247A0-003A-4AD7-BC02-F9231B7B5837}"/>
    <dgm:cxn modelId="{CE2F9897-9C2C-438E-BA2D-19F5F7B1F4D0}" type="presOf" srcId="{09179633-2529-4FDB-B003-3BC005669A25}" destId="{49F96C10-9C56-4CC0-8D26-AA929850B073}" srcOrd="0" destOrd="1" presId="urn:microsoft.com/office/officeart/2018/5/layout/CenteredIconLabelDescriptionList"/>
    <dgm:cxn modelId="{86EBBFAB-D649-419C-B890-2AF32CE656BF}" type="presOf" srcId="{0351AFF7-B1D8-4C29-AFE1-3E5D7551C807}" destId="{93E96606-6BEF-444F-A388-1A9C8BDB71A7}" srcOrd="0" destOrd="1" presId="urn:microsoft.com/office/officeart/2018/5/layout/CenteredIconLabelDescriptionList"/>
    <dgm:cxn modelId="{00C3A0B9-3F89-4854-8854-4D2CA34EE837}" srcId="{54129579-EB0C-401A-8C17-AED47BB6B4F9}" destId="{D2C6D237-1941-4DC4-A44B-AB4880A86F76}" srcOrd="2" destOrd="0" parTransId="{42323219-02C0-42AC-873E-A444301D6BD8}" sibTransId="{2E3E3DDE-D9AA-49CC-A1FE-5A4FB88154F9}"/>
    <dgm:cxn modelId="{38E3A3BA-E5C2-4D0F-8645-56F704E16C5D}" srcId="{1898A7D0-64CF-4E5E-9B74-1DDE341CC979}" destId="{8EBE03FF-2673-4C33-AE19-E7F6ED9EE1EF}" srcOrd="1" destOrd="0" parTransId="{E1FBA88F-2FEF-4715-A5B8-9660B6153AD1}" sibTransId="{38371973-4F37-4579-8EA0-3163DABA9CAD}"/>
    <dgm:cxn modelId="{5B9BBCD4-315A-421C-900A-2BA1BCCADDCF}" type="presOf" srcId="{54129579-EB0C-401A-8C17-AED47BB6B4F9}" destId="{AAF55712-7FA2-4825-A9E7-7E87DD5840F7}" srcOrd="0" destOrd="0" presId="urn:microsoft.com/office/officeart/2018/5/layout/CenteredIconLabelDescriptionList"/>
    <dgm:cxn modelId="{D834E1D8-089C-4DC9-9772-184FE646038D}" type="presOf" srcId="{99CC78FA-018C-4AD8-8314-0D4308FDC80E}" destId="{93E96606-6BEF-444F-A388-1A9C8BDB71A7}" srcOrd="0" destOrd="0" presId="urn:microsoft.com/office/officeart/2018/5/layout/CenteredIconLabelDescriptionList"/>
    <dgm:cxn modelId="{779B56DC-2528-4502-80F6-3FFA1C20522E}" type="presOf" srcId="{D2C6D237-1941-4DC4-A44B-AB4880A86F76}" destId="{93E96606-6BEF-444F-A388-1A9C8BDB71A7}" srcOrd="0" destOrd="2" presId="urn:microsoft.com/office/officeart/2018/5/layout/CenteredIconLabelDescriptionList"/>
    <dgm:cxn modelId="{60B72BE7-1587-4C96-8C00-8EC868A93834}" type="presOf" srcId="{87B35F0F-4F98-4D6F-A25D-F4DE6109B3C2}" destId="{49F96C10-9C56-4CC0-8D26-AA929850B073}" srcOrd="0" destOrd="2" presId="urn:microsoft.com/office/officeart/2018/5/layout/CenteredIconLabelDescriptionList"/>
    <dgm:cxn modelId="{507532C0-57BB-4A0D-95A2-DA306417CD01}" type="presParOf" srcId="{F9BA8846-3A18-4254-87D1-B2F8EF80F6A2}" destId="{CB57419B-0F5D-4A22-8A19-BEA830B8974C}" srcOrd="0" destOrd="0" presId="urn:microsoft.com/office/officeart/2018/5/layout/CenteredIconLabelDescriptionList"/>
    <dgm:cxn modelId="{2FCE62DB-9992-42D3-B090-CF3A0384DA0C}" type="presParOf" srcId="{CB57419B-0F5D-4A22-8A19-BEA830B8974C}" destId="{7C766E4E-BEC4-4503-B473-8052C9F163D9}" srcOrd="0" destOrd="0" presId="urn:microsoft.com/office/officeart/2018/5/layout/CenteredIconLabelDescriptionList"/>
    <dgm:cxn modelId="{5F7203F1-4B15-4362-B706-442F37808235}" type="presParOf" srcId="{CB57419B-0F5D-4A22-8A19-BEA830B8974C}" destId="{A5310573-BB0B-465F-AF4B-231832ACB20A}" srcOrd="1" destOrd="0" presId="urn:microsoft.com/office/officeart/2018/5/layout/CenteredIconLabelDescriptionList"/>
    <dgm:cxn modelId="{F0E8BBD8-E914-4F24-952D-7F3FBE0CFE55}" type="presParOf" srcId="{CB57419B-0F5D-4A22-8A19-BEA830B8974C}" destId="{AAF55712-7FA2-4825-A9E7-7E87DD5840F7}" srcOrd="2" destOrd="0" presId="urn:microsoft.com/office/officeart/2018/5/layout/CenteredIconLabelDescriptionList"/>
    <dgm:cxn modelId="{2B049723-79D1-445C-84F1-1BAC52D2D4DF}" type="presParOf" srcId="{CB57419B-0F5D-4A22-8A19-BEA830B8974C}" destId="{17850989-FBA8-4272-8E47-0BAFBC000153}" srcOrd="3" destOrd="0" presId="urn:microsoft.com/office/officeart/2018/5/layout/CenteredIconLabelDescriptionList"/>
    <dgm:cxn modelId="{AFFCEBAC-C355-407C-8E45-DA57D1488DE5}" type="presParOf" srcId="{CB57419B-0F5D-4A22-8A19-BEA830B8974C}" destId="{93E96606-6BEF-444F-A388-1A9C8BDB71A7}" srcOrd="4" destOrd="0" presId="urn:microsoft.com/office/officeart/2018/5/layout/CenteredIconLabelDescriptionList"/>
    <dgm:cxn modelId="{770A993F-8225-4C82-9C51-F6508AAB0BA6}" type="presParOf" srcId="{F9BA8846-3A18-4254-87D1-B2F8EF80F6A2}" destId="{21A87FAD-D88D-4365-AFEF-D3667EA443CD}" srcOrd="1" destOrd="0" presId="urn:microsoft.com/office/officeart/2018/5/layout/CenteredIconLabelDescriptionList"/>
    <dgm:cxn modelId="{E0850C9F-C218-464B-9786-EB75C1DA0DE3}" type="presParOf" srcId="{F9BA8846-3A18-4254-87D1-B2F8EF80F6A2}" destId="{78C46D7E-81FF-4DF0-88E7-0EBBEDF86B63}" srcOrd="2" destOrd="0" presId="urn:microsoft.com/office/officeart/2018/5/layout/CenteredIconLabelDescriptionList"/>
    <dgm:cxn modelId="{AEE68792-0C1F-46E4-B1A0-03252E18C3CD}" type="presParOf" srcId="{78C46D7E-81FF-4DF0-88E7-0EBBEDF86B63}" destId="{C5BA6A9C-87BB-4D50-BAA8-50C7C5F72E92}" srcOrd="0" destOrd="0" presId="urn:microsoft.com/office/officeart/2018/5/layout/CenteredIconLabelDescriptionList"/>
    <dgm:cxn modelId="{2B909309-F097-4BE0-84AF-DF47BA6C7557}" type="presParOf" srcId="{78C46D7E-81FF-4DF0-88E7-0EBBEDF86B63}" destId="{BFF7D0B2-A092-416B-9992-A888C0A61778}" srcOrd="1" destOrd="0" presId="urn:microsoft.com/office/officeart/2018/5/layout/CenteredIconLabelDescriptionList"/>
    <dgm:cxn modelId="{458D5B7D-9C4A-494A-B4B8-68F0AC54B187}" type="presParOf" srcId="{78C46D7E-81FF-4DF0-88E7-0EBBEDF86B63}" destId="{EF458E1D-4AE3-4D30-AFE0-B1D07440ADF0}" srcOrd="2" destOrd="0" presId="urn:microsoft.com/office/officeart/2018/5/layout/CenteredIconLabelDescriptionList"/>
    <dgm:cxn modelId="{656370ED-400E-4E44-A268-5ADAA55A2505}" type="presParOf" srcId="{78C46D7E-81FF-4DF0-88E7-0EBBEDF86B63}" destId="{564B8DD3-200B-4E15-8D33-10A29149A0E7}" srcOrd="3" destOrd="0" presId="urn:microsoft.com/office/officeart/2018/5/layout/CenteredIconLabelDescriptionList"/>
    <dgm:cxn modelId="{8C3AE128-652F-4D04-871F-48DF29A326DD}" type="presParOf" srcId="{78C46D7E-81FF-4DF0-88E7-0EBBEDF86B63}" destId="{49F96C10-9C56-4CC0-8D26-AA929850B07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E2A914-2A85-4A37-B2FD-4A946D9B5156}">
      <dsp:nvSpPr>
        <dsp:cNvPr id="0" name=""/>
        <dsp:cNvSpPr/>
      </dsp:nvSpPr>
      <dsp:spPr>
        <a:xfrm>
          <a:off x="1282" y="271606"/>
          <a:ext cx="4501667" cy="2858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5FEF0-4BD0-46A3-B87C-70A989713A76}">
      <dsp:nvSpPr>
        <dsp:cNvPr id="0" name=""/>
        <dsp:cNvSpPr/>
      </dsp:nvSpPr>
      <dsp:spPr>
        <a:xfrm>
          <a:off x="501467" y="746782"/>
          <a:ext cx="4501667" cy="28585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A </a:t>
          </a:r>
          <a:r>
            <a:rPr lang="en-US" sz="2800" b="1" i="0" kern="1200"/>
            <a:t>cloud service model</a:t>
          </a:r>
          <a:r>
            <a:rPr lang="en-US" sz="2800" b="0" i="0" kern="1200"/>
            <a:t> defines how cloud computing resources are provided to users over the internet. </a:t>
          </a:r>
          <a:endParaRPr lang="en-US" sz="2800" kern="1200" dirty="0"/>
        </a:p>
      </dsp:txBody>
      <dsp:txXfrm>
        <a:off x="585191" y="830506"/>
        <a:ext cx="4334219" cy="2691110"/>
      </dsp:txXfrm>
    </dsp:sp>
    <dsp:sp modelId="{13BE9B32-4856-4A80-AEE8-AD87CE8FBDF9}">
      <dsp:nvSpPr>
        <dsp:cNvPr id="0" name=""/>
        <dsp:cNvSpPr/>
      </dsp:nvSpPr>
      <dsp:spPr>
        <a:xfrm>
          <a:off x="5503320" y="271606"/>
          <a:ext cx="4501667" cy="2858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428046-5260-4F8E-A867-9D06CB6711BE}">
      <dsp:nvSpPr>
        <dsp:cNvPr id="0" name=""/>
        <dsp:cNvSpPr/>
      </dsp:nvSpPr>
      <dsp:spPr>
        <a:xfrm>
          <a:off x="6003505" y="746782"/>
          <a:ext cx="4501667" cy="28585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These models determine the level of control and responsibility the user has over the infrastructure, platform, and software.</a:t>
          </a:r>
          <a:endParaRPr lang="en-US" sz="2800" kern="1200" dirty="0"/>
        </a:p>
      </dsp:txBody>
      <dsp:txXfrm>
        <a:off x="6087229" y="830506"/>
        <a:ext cx="4334219" cy="26911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00A21E-0C7A-4855-B215-5CB874CD827D}">
      <dsp:nvSpPr>
        <dsp:cNvPr id="0" name=""/>
        <dsp:cNvSpPr/>
      </dsp:nvSpPr>
      <dsp:spPr>
        <a:xfrm>
          <a:off x="1963800" y="36915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489D5-7A2A-4F38-9F25-1385514DC92A}">
      <dsp:nvSpPr>
        <dsp:cNvPr id="0" name=""/>
        <dsp:cNvSpPr/>
      </dsp:nvSpPr>
      <dsp:spPr>
        <a:xfrm>
          <a:off x="559800" y="20367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The cloud provider handles:</a:t>
          </a:r>
        </a:p>
      </dsp:txBody>
      <dsp:txXfrm>
        <a:off x="559800" y="2036781"/>
        <a:ext cx="4320000" cy="648000"/>
      </dsp:txXfrm>
    </dsp:sp>
    <dsp:sp modelId="{DC434235-522C-4DCA-A88C-EC1342AE0C22}">
      <dsp:nvSpPr>
        <dsp:cNvPr id="0" name=""/>
        <dsp:cNvSpPr/>
      </dsp:nvSpPr>
      <dsp:spPr>
        <a:xfrm>
          <a:off x="559800" y="2757165"/>
          <a:ext cx="4320000" cy="1231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Servers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Operating system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Networking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Security patches</a:t>
          </a:r>
        </a:p>
      </dsp:txBody>
      <dsp:txXfrm>
        <a:off x="559800" y="2757165"/>
        <a:ext cx="4320000" cy="1231202"/>
      </dsp:txXfrm>
    </dsp:sp>
    <dsp:sp modelId="{967B0A8C-F102-4652-BBB7-0DCC54E4B667}">
      <dsp:nvSpPr>
        <dsp:cNvPr id="0" name=""/>
        <dsp:cNvSpPr/>
      </dsp:nvSpPr>
      <dsp:spPr>
        <a:xfrm>
          <a:off x="7039800" y="36915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26300-6801-4FBB-A150-3E414F4A6A5F}">
      <dsp:nvSpPr>
        <dsp:cNvPr id="0" name=""/>
        <dsp:cNvSpPr/>
      </dsp:nvSpPr>
      <dsp:spPr>
        <a:xfrm>
          <a:off x="5635800" y="20367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You manage:</a:t>
          </a:r>
        </a:p>
      </dsp:txBody>
      <dsp:txXfrm>
        <a:off x="5635800" y="2036781"/>
        <a:ext cx="4320000" cy="648000"/>
      </dsp:txXfrm>
    </dsp:sp>
    <dsp:sp modelId="{65C636E7-B97C-4C93-8E15-B3E58583F3FA}">
      <dsp:nvSpPr>
        <dsp:cNvPr id="0" name=""/>
        <dsp:cNvSpPr/>
      </dsp:nvSpPr>
      <dsp:spPr>
        <a:xfrm>
          <a:off x="5635800" y="2757165"/>
          <a:ext cx="4320000" cy="1231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Your application code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Configuration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</a:t>
          </a:r>
        </a:p>
      </dsp:txBody>
      <dsp:txXfrm>
        <a:off x="5635800" y="2757165"/>
        <a:ext cx="4320000" cy="12312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66E4E-BEC4-4503-B473-8052C9F163D9}">
      <dsp:nvSpPr>
        <dsp:cNvPr id="0" name=""/>
        <dsp:cNvSpPr/>
      </dsp:nvSpPr>
      <dsp:spPr>
        <a:xfrm>
          <a:off x="1963800" y="36915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55712-7FA2-4825-A9E7-7E87DD5840F7}">
      <dsp:nvSpPr>
        <dsp:cNvPr id="0" name=""/>
        <dsp:cNvSpPr/>
      </dsp:nvSpPr>
      <dsp:spPr>
        <a:xfrm>
          <a:off x="559800" y="20367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The cloud provider manages:</a:t>
          </a:r>
        </a:p>
      </dsp:txBody>
      <dsp:txXfrm>
        <a:off x="559800" y="2036781"/>
        <a:ext cx="4320000" cy="648000"/>
      </dsp:txXfrm>
    </dsp:sp>
    <dsp:sp modelId="{93E96606-6BEF-444F-A388-1A9C8BDB71A7}">
      <dsp:nvSpPr>
        <dsp:cNvPr id="0" name=""/>
        <dsp:cNvSpPr/>
      </dsp:nvSpPr>
      <dsp:spPr>
        <a:xfrm>
          <a:off x="559800" y="2757165"/>
          <a:ext cx="4320000" cy="1231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Servers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Operating system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Application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Security and updates</a:t>
          </a:r>
        </a:p>
      </dsp:txBody>
      <dsp:txXfrm>
        <a:off x="559800" y="2757165"/>
        <a:ext cx="4320000" cy="1231202"/>
      </dsp:txXfrm>
    </dsp:sp>
    <dsp:sp modelId="{C5BA6A9C-87BB-4D50-BAA8-50C7C5F72E92}">
      <dsp:nvSpPr>
        <dsp:cNvPr id="0" name=""/>
        <dsp:cNvSpPr/>
      </dsp:nvSpPr>
      <dsp:spPr>
        <a:xfrm>
          <a:off x="7039800" y="36915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58E1D-4AE3-4D30-AFE0-B1D07440ADF0}">
      <dsp:nvSpPr>
        <dsp:cNvPr id="0" name=""/>
        <dsp:cNvSpPr/>
      </dsp:nvSpPr>
      <dsp:spPr>
        <a:xfrm>
          <a:off x="5635800" y="20367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You are simply:</a:t>
          </a:r>
        </a:p>
      </dsp:txBody>
      <dsp:txXfrm>
        <a:off x="5635800" y="2036781"/>
        <a:ext cx="4320000" cy="648000"/>
      </dsp:txXfrm>
    </dsp:sp>
    <dsp:sp modelId="{49F96C10-9C56-4CC0-8D26-AA929850B073}">
      <dsp:nvSpPr>
        <dsp:cNvPr id="0" name=""/>
        <dsp:cNvSpPr/>
      </dsp:nvSpPr>
      <dsp:spPr>
        <a:xfrm>
          <a:off x="5635800" y="2757165"/>
          <a:ext cx="4320000" cy="1231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 the app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Enter data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Perform tasks via a browser or app</a:t>
          </a:r>
        </a:p>
      </dsp:txBody>
      <dsp:txXfrm>
        <a:off x="5635800" y="2757165"/>
        <a:ext cx="4320000" cy="1231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36C05-CC78-4C9A-AD38-44B77028123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2D1AA-670F-4458-A1BE-C0D7DBB6F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96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2D1AA-670F-4458-A1BE-C0D7DBB6FE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00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2D1AA-670F-4458-A1BE-C0D7DBB6FE9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27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2D1AA-670F-4458-A1BE-C0D7DBB6FE9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0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17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52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9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28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32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159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76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2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5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68" r:id="rId6"/>
    <p:sldLayoutId id="2147483764" r:id="rId7"/>
    <p:sldLayoutId id="2147483765" r:id="rId8"/>
    <p:sldLayoutId id="2147483766" r:id="rId9"/>
    <p:sldLayoutId id="2147483767" r:id="rId10"/>
    <p:sldLayoutId id="21474837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ed ball on top of a cube&#10;&#10;Description automatically generated">
            <a:extLst>
              <a:ext uri="{FF2B5EF4-FFF2-40B4-BE49-F238E27FC236}">
                <a16:creationId xmlns:a16="http://schemas.microsoft.com/office/drawing/2014/main" id="{2C4824C1-715D-220B-FBC6-FA57D0CDB1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045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AA4F0-16FB-8598-18AD-5E90396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r>
              <a:rPr lang="en-US" sz="4800" b="1" i="0" dirty="0">
                <a:solidFill>
                  <a:schemeClr val="bg1"/>
                </a:solidFill>
                <a:effectLst/>
                <a:latin typeface="SF UI Display"/>
              </a:rPr>
              <a:t>Cloud Computing Service Models </a:t>
            </a:r>
            <a:br>
              <a:rPr lang="en-US" sz="5100" b="1" i="0" dirty="0">
                <a:solidFill>
                  <a:schemeClr val="bg1"/>
                </a:solidFill>
                <a:effectLst/>
                <a:latin typeface="SF UI Display"/>
              </a:rPr>
            </a:br>
            <a:endParaRPr lang="en-US" sz="5100" dirty="0">
              <a:solidFill>
                <a:schemeClr val="bg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63808-09BD-5648-5098-929CCBA4D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Autofit/>
          </a:bodyPr>
          <a:lstStyle/>
          <a:p>
            <a:r>
              <a:rPr lang="en-US" sz="4000" b="1" i="0" dirty="0">
                <a:solidFill>
                  <a:schemeClr val="bg1"/>
                </a:solidFill>
                <a:effectLst/>
                <a:latin typeface="SF UI Display"/>
              </a:rPr>
              <a:t>IaaS, PaaS, SaaS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21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8CF5D9-7B3E-5CB5-D165-1F458374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85800"/>
            <a:ext cx="10506456" cy="1157005"/>
          </a:xfrm>
        </p:spPr>
        <p:txBody>
          <a:bodyPr anchor="b">
            <a:normAutofit/>
          </a:bodyPr>
          <a:lstStyle/>
          <a:p>
            <a:r>
              <a:rPr lang="en-US" sz="4800" b="0" i="0">
                <a:effectLst/>
                <a:latin typeface="-apple-system"/>
              </a:rPr>
              <a:t> </a:t>
            </a:r>
            <a:r>
              <a:rPr lang="en-US" sz="4800" b="1">
                <a:latin typeface="-apple-system"/>
              </a:rPr>
              <a:t>C</a:t>
            </a:r>
            <a:r>
              <a:rPr lang="en-US" sz="4800" b="1" i="0">
                <a:effectLst/>
                <a:latin typeface="-apple-system"/>
              </a:rPr>
              <a:t>loud Service </a:t>
            </a:r>
            <a:r>
              <a:rPr lang="en-US" sz="4800" b="1">
                <a:latin typeface="-apple-system"/>
              </a:rPr>
              <a:t>M</a:t>
            </a:r>
            <a:r>
              <a:rPr lang="en-US" sz="4800" b="1" i="0">
                <a:effectLst/>
                <a:latin typeface="-apple-system"/>
              </a:rPr>
              <a:t>odel</a:t>
            </a:r>
            <a:r>
              <a:rPr lang="en-US" sz="4800">
                <a:latin typeface="-apple-system"/>
              </a:rPr>
              <a:t>s</a:t>
            </a:r>
            <a:endParaRPr lang="en-US" sz="4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093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958056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A173FC-A4BC-BCA1-7518-C71D2DBD68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18392"/>
              </p:ext>
            </p:extLst>
          </p:nvPr>
        </p:nvGraphicFramePr>
        <p:xfrm>
          <a:off x="838200" y="2295252"/>
          <a:ext cx="10506456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525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9B1BE-2117-ACEF-54EA-AF4E30BD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dirty="0"/>
              <a:t>Infrastructure as a Service (IaaS)</a:t>
            </a:r>
            <a:br>
              <a:rPr lang="en-US" dirty="0"/>
            </a:b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25A55-AF42-B0B8-64B5-CA0DAB551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pPr algn="just"/>
            <a:r>
              <a:rPr lang="en-US" sz="2400" dirty="0"/>
              <a:t>IaaS is the basic level of cloud computing where you rent core IT resources such as:</a:t>
            </a:r>
          </a:p>
          <a:p>
            <a:pPr lvl="1" algn="just"/>
            <a:r>
              <a:rPr lang="en-US" sz="2000" dirty="0"/>
              <a:t>Virtual Machines (servers)</a:t>
            </a:r>
          </a:p>
          <a:p>
            <a:pPr lvl="1" algn="just"/>
            <a:r>
              <a:rPr lang="en-US" sz="2000" dirty="0"/>
              <a:t>Storage</a:t>
            </a:r>
          </a:p>
          <a:p>
            <a:pPr lvl="1" algn="just"/>
            <a:r>
              <a:rPr lang="en-US" sz="2000" dirty="0"/>
              <a:t>Networking</a:t>
            </a:r>
          </a:p>
          <a:p>
            <a:pPr algn="just"/>
            <a:r>
              <a:rPr lang="en-US" sz="2400" dirty="0"/>
              <a:t>You manage what runs on those resources (like the OS, apps, and data), but not the physical hardware.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8660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C559E-37CF-12FC-C8CD-4A795C256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b="1" dirty="0"/>
              <a:t>How It Works</a:t>
            </a:r>
            <a:br>
              <a:rPr lang="en-US" b="1" dirty="0"/>
            </a:b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B0E7-8D91-DB8D-29AB-E03A1AC26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/>
              <a:t>You rent computing power (like virtual servers).</a:t>
            </a:r>
          </a:p>
          <a:p>
            <a:r>
              <a:rPr lang="en-US" sz="2000"/>
              <a:t>You choose how to install, configure, and manage your software.</a:t>
            </a:r>
          </a:p>
          <a:p>
            <a:r>
              <a:rPr lang="en-US" sz="2000"/>
              <a:t>You pay only for what you use.</a:t>
            </a:r>
          </a:p>
          <a:p>
            <a:r>
              <a:rPr lang="en-US" sz="2000"/>
              <a:t>You are responsible for:</a:t>
            </a:r>
          </a:p>
          <a:p>
            <a:pPr lvl="1"/>
            <a:r>
              <a:rPr lang="en-US" sz="2000"/>
              <a:t>Operating systems</a:t>
            </a:r>
          </a:p>
          <a:p>
            <a:pPr lvl="1"/>
            <a:r>
              <a:rPr lang="en-US" sz="2000"/>
              <a:t>Software updates</a:t>
            </a:r>
          </a:p>
          <a:p>
            <a:pPr lvl="1"/>
            <a:r>
              <a:rPr lang="en-US" sz="2000"/>
              <a:t>App deployment</a:t>
            </a:r>
          </a:p>
          <a:p>
            <a:pPr lvl="1"/>
            <a:r>
              <a:rPr lang="en-US" sz="2000"/>
              <a:t>Data backup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4064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DA9E7-F284-E1BB-312E-CED605DE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b="1"/>
              <a:t>Why Use IaaS?</a:t>
            </a:r>
            <a:br>
              <a:rPr lang="en-US" sz="3700" b="1"/>
            </a:br>
            <a:endParaRPr lang="en-US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E27FA-E806-A46F-37DD-BEBD908C8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b="1" dirty="0"/>
              <a:t>Scalable</a:t>
            </a:r>
            <a:r>
              <a:rPr lang="en-US" sz="2200" dirty="0"/>
              <a:t> Easily add more servers or increase capacity.</a:t>
            </a:r>
          </a:p>
          <a:p>
            <a:r>
              <a:rPr lang="en-US" sz="2200" dirty="0"/>
              <a:t> </a:t>
            </a:r>
            <a:r>
              <a:rPr lang="en-US" sz="2200" b="1" dirty="0"/>
              <a:t>Cost-Effective</a:t>
            </a:r>
            <a:r>
              <a:rPr lang="en-US" sz="2200" dirty="0"/>
              <a:t> No need to buy physical hardware.</a:t>
            </a:r>
          </a:p>
          <a:p>
            <a:r>
              <a:rPr lang="en-US" sz="2200" dirty="0"/>
              <a:t> </a:t>
            </a:r>
            <a:r>
              <a:rPr lang="en-US" sz="2200" b="1" dirty="0"/>
              <a:t>Customizable</a:t>
            </a:r>
            <a:r>
              <a:rPr lang="en-US" sz="2200" dirty="0"/>
              <a:t>  Full control over your software setup.</a:t>
            </a:r>
          </a:p>
          <a:p>
            <a:r>
              <a:rPr lang="en-US" sz="2200" dirty="0"/>
              <a:t> </a:t>
            </a:r>
            <a:r>
              <a:rPr lang="en-US" sz="2200" b="1" dirty="0"/>
              <a:t>Fast Deployment </a:t>
            </a:r>
            <a:r>
              <a:rPr lang="en-US" sz="2200" dirty="0"/>
              <a:t>Get infrastructure ready quickly for development/testing.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4171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0D580-EEE0-9AF3-A32C-28EA952C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b="1"/>
              <a:t>Example Scenario</a:t>
            </a:r>
            <a:br>
              <a:rPr lang="en-US" b="1"/>
            </a:b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51C7B-A617-0796-B412-987A15DC4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/>
              <a:t>A startup building a web app rents virtual servers using IaaS.</a:t>
            </a:r>
          </a:p>
          <a:p>
            <a:r>
              <a:rPr lang="en-US" sz="2000"/>
              <a:t>They install the OS, set up the database, and deploy their app.</a:t>
            </a:r>
          </a:p>
          <a:p>
            <a:r>
              <a:rPr lang="en-US" sz="2000"/>
              <a:t>As the app grows, they scale up by renting more servers — no hardware needed!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88751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EFC7B1-580E-7B6F-99AB-AD629C8E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br>
              <a:rPr lang="en-US" sz="1900" b="1"/>
            </a:br>
            <a:r>
              <a:rPr lang="en-US" sz="1900" b="1"/>
              <a:t>Simple Analogy: Renting an Empty Kitchen</a:t>
            </a:r>
            <a:br>
              <a:rPr lang="en-US" sz="1900" b="1"/>
            </a:br>
            <a:br>
              <a:rPr lang="en-US" sz="1900" b="1"/>
            </a:br>
            <a:endParaRPr lang="en-US" sz="19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4A060-CC9B-6503-D20F-23280B5A8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10515600" cy="3694176"/>
          </a:xfrm>
        </p:spPr>
        <p:txBody>
          <a:bodyPr>
            <a:normAutofit/>
          </a:bodyPr>
          <a:lstStyle/>
          <a:p>
            <a:r>
              <a:rPr lang="en-US" sz="2200"/>
              <a:t>IaaS is like renting an empty kitchen:</a:t>
            </a:r>
          </a:p>
          <a:p>
            <a:r>
              <a:rPr lang="en-US" sz="2200"/>
              <a:t>You get the kitchen space, stove, fridge, and electricity.</a:t>
            </a:r>
          </a:p>
          <a:p>
            <a:r>
              <a:rPr lang="en-US" sz="2200"/>
              <a:t> You bring your own ingredients, recipes, and cooking tools.</a:t>
            </a:r>
          </a:p>
          <a:p>
            <a:r>
              <a:rPr lang="en-US" sz="2200"/>
              <a:t> You cook the food, serve it, and clean up afterward.</a:t>
            </a:r>
          </a:p>
          <a:p>
            <a:r>
              <a:rPr lang="en-US" sz="2200"/>
              <a:t> You pay rent for the kitchen space, not the cooking service.</a:t>
            </a:r>
          </a:p>
          <a:p>
            <a:r>
              <a:rPr lang="en-US" sz="2200"/>
              <a:t> Just like IaaS, you get the infrastructure, but you manage everything on top of it — like software, data, and settings.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68885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B3DD2-218F-CE1D-500A-71BFB95A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b="1" dirty="0"/>
              <a:t>What is PaaS?</a:t>
            </a:r>
            <a:br>
              <a:rPr lang="en-US" b="1" dirty="0"/>
            </a:b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9DB60-5959-7002-9852-A83924906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10515600" cy="3694176"/>
          </a:xfrm>
        </p:spPr>
        <p:txBody>
          <a:bodyPr>
            <a:normAutofit/>
          </a:bodyPr>
          <a:lstStyle/>
          <a:p>
            <a:r>
              <a:rPr lang="en-US" sz="2200"/>
              <a:t>PaaS is a cloud computing model where the provider gives you a ready-made platform to build and run your applications.</a:t>
            </a:r>
          </a:p>
          <a:p>
            <a:r>
              <a:rPr lang="en-US" sz="2200"/>
              <a:t>You don’t manage the servers, operating system, or hardware.</a:t>
            </a:r>
          </a:p>
          <a:p>
            <a:r>
              <a:rPr lang="en-US" sz="2200"/>
              <a:t>You only focus on writing and deploying your app code.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417999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B4EF6-E1F3-C4A8-D7B6-30B96756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100" b="1"/>
              <a:t>How It Works</a:t>
            </a:r>
            <a:br>
              <a:rPr lang="en-US" sz="3100" b="1"/>
            </a:br>
            <a:endParaRPr lang="en-US" sz="31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085118D-AF63-BACA-9E7E-1F24EA7E93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45551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3870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728CCB-327F-323E-F3A5-A1567328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 b="1"/>
              <a:t>Why Use PaaS</a:t>
            </a:r>
            <a:br>
              <a:rPr lang="en-US" sz="6000" b="1"/>
            </a:br>
            <a:endParaRPr lang="en-US" sz="6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0B5DEA-ADF6-4BA5-9307-147F0A46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8680" y="2898648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83982"/>
            <a:ext cx="1873457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EF153-681C-41D9-84F7-AD7EE5A98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US" sz="2000"/>
              <a:t> </a:t>
            </a:r>
            <a:r>
              <a:rPr lang="en-US" sz="2000" b="1"/>
              <a:t>Faster Development</a:t>
            </a:r>
            <a:r>
              <a:rPr lang="en-US" sz="2000"/>
              <a:t> – Focus only on building your app, not managing infrastructure.</a:t>
            </a:r>
          </a:p>
          <a:p>
            <a:r>
              <a:rPr lang="en-US" sz="2000"/>
              <a:t> </a:t>
            </a:r>
            <a:r>
              <a:rPr lang="en-US" sz="2000" b="1"/>
              <a:t>No Server Management</a:t>
            </a:r>
            <a:r>
              <a:rPr lang="en-US" sz="2000"/>
              <a:t> – Provider handles all backend operations.</a:t>
            </a:r>
          </a:p>
          <a:p>
            <a:r>
              <a:rPr lang="en-US" sz="2000"/>
              <a:t> </a:t>
            </a:r>
            <a:r>
              <a:rPr lang="en-US" sz="2000" b="1"/>
              <a:t>Easy to Scale</a:t>
            </a:r>
            <a:r>
              <a:rPr lang="en-US" sz="2000"/>
              <a:t> – Automatically adjusts based on usage.</a:t>
            </a:r>
          </a:p>
          <a:p>
            <a:r>
              <a:rPr lang="en-US" sz="2000"/>
              <a:t> </a:t>
            </a:r>
            <a:r>
              <a:rPr lang="en-US" sz="2000" b="1"/>
              <a:t>Cost-efficient</a:t>
            </a:r>
            <a:r>
              <a:rPr lang="en-US" sz="2000"/>
              <a:t> – Pay for resources you use, not for managing full systems.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60522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625CB-86D2-8203-C5B3-9BEFFBA75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 b="1"/>
              <a:t>Example Scenario</a:t>
            </a:r>
            <a:br>
              <a:rPr lang="en-US" sz="6000" b="1"/>
            </a:br>
            <a:endParaRPr lang="en-US" sz="6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0B5DEA-ADF6-4BA5-9307-147F0A46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8680" y="2898648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83982"/>
            <a:ext cx="1873457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C1178-028C-E8F6-8FDD-257FC5EFB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/>
              <a:t>A developer wants to create a mobile app.</a:t>
            </a:r>
            <a:br>
              <a:rPr lang="en-US" sz="2000"/>
            </a:br>
            <a:r>
              <a:rPr lang="en-US" sz="2000"/>
              <a:t>With PaaS, they can:</a:t>
            </a:r>
          </a:p>
          <a:p>
            <a:pPr>
              <a:lnSpc>
                <a:spcPct val="100000"/>
              </a:lnSpc>
            </a:pPr>
            <a:r>
              <a:rPr lang="en-US" sz="2000"/>
              <a:t>Use built-in tools for coding, testing, and deploying.</a:t>
            </a:r>
          </a:p>
          <a:p>
            <a:pPr>
              <a:lnSpc>
                <a:spcPct val="100000"/>
              </a:lnSpc>
            </a:pPr>
            <a:r>
              <a:rPr lang="en-US" sz="2000"/>
              <a:t>Store user data in a cloud database.</a:t>
            </a:r>
          </a:p>
          <a:p>
            <a:pPr>
              <a:lnSpc>
                <a:spcPct val="100000"/>
              </a:lnSpc>
            </a:pPr>
            <a:r>
              <a:rPr lang="en-US" sz="2000"/>
              <a:t>Ignore server setup, updates, or OS management.</a:t>
            </a:r>
          </a:p>
          <a:p>
            <a:pPr>
              <a:lnSpc>
                <a:spcPct val="100000"/>
              </a:lnSpc>
            </a:pPr>
            <a:r>
              <a:rPr lang="en-US" sz="2000"/>
              <a:t>They launch the app faster and scale it as needed — without worrying about backend tasks.</a:t>
            </a:r>
          </a:p>
          <a:p>
            <a:pPr>
              <a:lnSpc>
                <a:spcPct val="100000"/>
              </a:lnSpc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40227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4E83FC-291B-EFAC-D158-5BCCC3A6E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3400" b="1"/>
              <a:t>Simple Analogy: Renting a Ready-to-Use Kitchen</a:t>
            </a:r>
            <a:br>
              <a:rPr lang="en-US" sz="3400"/>
            </a:br>
            <a:endParaRPr lang="en-US" sz="3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EBF1C-B5D5-B696-8729-B9538DE7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10515600" cy="3694176"/>
          </a:xfrm>
        </p:spPr>
        <p:txBody>
          <a:bodyPr>
            <a:normAutofit/>
          </a:bodyPr>
          <a:lstStyle/>
          <a:p>
            <a:r>
              <a:rPr lang="en-US" sz="2200"/>
              <a:t>PaaS is like renting a fully equipped kitchen in a cooking studio:</a:t>
            </a:r>
          </a:p>
          <a:p>
            <a:r>
              <a:rPr lang="en-US" sz="2200"/>
              <a:t>The studio provides the stove, utensils, and cleaning.</a:t>
            </a:r>
          </a:p>
          <a:p>
            <a:r>
              <a:rPr lang="en-US" sz="2200"/>
              <a:t>You bring your ingredients and cook your meal.</a:t>
            </a:r>
          </a:p>
          <a:p>
            <a:r>
              <a:rPr lang="en-US" sz="2200"/>
              <a:t>You don’t need to fix the oven or clean the chimney.</a:t>
            </a:r>
          </a:p>
          <a:p>
            <a:r>
              <a:rPr lang="en-US" sz="2200"/>
              <a:t>You focus only on making the dish, not managing the kitchen.</a:t>
            </a:r>
          </a:p>
          <a:p>
            <a:r>
              <a:rPr lang="en-US" sz="2200"/>
              <a:t>Just like in PaaS, you focus on your app, while the provider handles everything else behind the scenes.</a:t>
            </a:r>
          </a:p>
        </p:txBody>
      </p:sp>
    </p:spTree>
    <p:extLst>
      <p:ext uri="{BB962C8B-B14F-4D97-AF65-F5344CB8AC3E}">
        <p14:creationId xmlns:p14="http://schemas.microsoft.com/office/powerpoint/2010/main" val="2960701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D01200-0224-43C5-AB38-FB4D16B73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35BE6-B86D-EA39-4429-4376FA54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en-US" sz="5200" b="1"/>
              <a:t>What is SaaS?</a:t>
            </a:r>
            <a:br>
              <a:rPr lang="en-US" sz="5200" b="1"/>
            </a:br>
            <a:endParaRPr lang="en-US" sz="5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8A44A4-A002-4A88-9FC9-1D0566C97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7D5C7B-DD16-401B-85CE-4AAA2A4F5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7BD05-A644-842A-465C-F5170BA99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68770" cy="2825496"/>
          </a:xfrm>
        </p:spPr>
        <p:txBody>
          <a:bodyPr>
            <a:normAutofit/>
          </a:bodyPr>
          <a:lstStyle/>
          <a:p>
            <a:r>
              <a:rPr lang="en-US" sz="1800"/>
              <a:t>SaaS is a cloud model where you use fully ready-made software over the internet.</a:t>
            </a:r>
          </a:p>
          <a:p>
            <a:r>
              <a:rPr lang="en-US" sz="1800"/>
              <a:t>No need to install, manage, or update anything.</a:t>
            </a:r>
          </a:p>
          <a:p>
            <a:r>
              <a:rPr lang="en-US" sz="1800"/>
              <a:t>Everything — from servers to the app itself — is managed by the provider.</a:t>
            </a:r>
          </a:p>
          <a:p>
            <a:r>
              <a:rPr lang="en-US" sz="1800"/>
              <a:t>You just log in and start using the software</a:t>
            </a:r>
          </a:p>
          <a:p>
            <a:endParaRPr lang="en-US" sz="1800"/>
          </a:p>
        </p:txBody>
      </p:sp>
      <p:pic>
        <p:nvPicPr>
          <p:cNvPr id="19" name="Graphic 18" descr="Deploy">
            <a:extLst>
              <a:ext uri="{FF2B5EF4-FFF2-40B4-BE49-F238E27FC236}">
                <a16:creationId xmlns:a16="http://schemas.microsoft.com/office/drawing/2014/main" id="{D4B4D081-5CC0-4194-8EE7-BD0E27DDD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4066" y="1272395"/>
            <a:ext cx="4237686" cy="423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70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A3576-0B3B-772B-8942-B9203B83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100" b="1"/>
              <a:t>How It Works</a:t>
            </a:r>
            <a:br>
              <a:rPr lang="en-US" sz="3100" b="1"/>
            </a:br>
            <a:endParaRPr lang="en-US" sz="31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1F9B9A6-9994-E114-552D-6D0552300A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92326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1097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35221-6DC7-5390-E98E-9CA198C02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b="1"/>
              <a:t>Why Use SaaS</a:t>
            </a:r>
            <a:br>
              <a:rPr lang="en-US" sz="3700" b="1"/>
            </a:br>
            <a:endParaRPr lang="en-US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D214D-79FF-CD8A-0EB5-E0E1E1465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/>
              <a:t> </a:t>
            </a:r>
            <a:r>
              <a:rPr lang="en-US" sz="2200" b="1"/>
              <a:t>Easy Access</a:t>
            </a:r>
            <a:r>
              <a:rPr lang="en-US" sz="2200"/>
              <a:t> – Use from any device with internet.</a:t>
            </a:r>
          </a:p>
          <a:p>
            <a:r>
              <a:rPr lang="en-US" sz="2200" b="1"/>
              <a:t> No Setup Needed</a:t>
            </a:r>
            <a:r>
              <a:rPr lang="en-US" sz="2200"/>
              <a:t> – Just sign up and start.</a:t>
            </a:r>
          </a:p>
          <a:p>
            <a:r>
              <a:rPr lang="en-US" sz="2200"/>
              <a:t> </a:t>
            </a:r>
            <a:r>
              <a:rPr lang="en-US" sz="2200" b="1"/>
              <a:t>Automatic Updates</a:t>
            </a:r>
            <a:r>
              <a:rPr lang="en-US" sz="2200"/>
              <a:t> – Always the latest version.</a:t>
            </a:r>
          </a:p>
          <a:p>
            <a:r>
              <a:rPr lang="en-US" sz="2200" b="1"/>
              <a:t> Budget Friendly</a:t>
            </a:r>
            <a:r>
              <a:rPr lang="en-US" sz="2200"/>
              <a:t> – Subscription-based (monthly/yearly).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871560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1A04EA-7D78-4676-26B9-EE29BA40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 b="1"/>
              <a:t>Example Scenario</a:t>
            </a:r>
            <a:br>
              <a:rPr lang="en-US" sz="6000" b="1"/>
            </a:br>
            <a:endParaRPr lang="en-US" sz="6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0B5DEA-ADF6-4BA5-9307-147F0A46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8680" y="2898648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83982"/>
            <a:ext cx="1873457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65C4-5567-00BB-42F6-D555BEE90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/>
              <a:t>A company uses an online email and document tool (like Gmail or Google Docs).</a:t>
            </a:r>
            <a:br>
              <a:rPr lang="en-US" sz="2000"/>
            </a:br>
            <a:r>
              <a:rPr lang="en-US" sz="2000"/>
              <a:t>They:</a:t>
            </a:r>
          </a:p>
          <a:p>
            <a:pPr>
              <a:lnSpc>
                <a:spcPct val="100000"/>
              </a:lnSpc>
            </a:pPr>
            <a:r>
              <a:rPr lang="en-US" sz="2000"/>
              <a:t>Access the app via browser</a:t>
            </a:r>
          </a:p>
          <a:p>
            <a:pPr>
              <a:lnSpc>
                <a:spcPct val="100000"/>
              </a:lnSpc>
            </a:pPr>
            <a:r>
              <a:rPr lang="en-US" sz="2000"/>
              <a:t>Don’t install or maintain any software</a:t>
            </a:r>
          </a:p>
          <a:p>
            <a:pPr>
              <a:lnSpc>
                <a:spcPct val="100000"/>
              </a:lnSpc>
            </a:pPr>
            <a:r>
              <a:rPr lang="en-US" sz="2000"/>
              <a:t>Share files and communicate easily</a:t>
            </a:r>
          </a:p>
          <a:p>
            <a:pPr>
              <a:lnSpc>
                <a:spcPct val="100000"/>
              </a:lnSpc>
            </a:pPr>
            <a:r>
              <a:rPr lang="en-US" sz="2000"/>
              <a:t>Get updates automatically</a:t>
            </a:r>
          </a:p>
          <a:p>
            <a:pPr>
              <a:lnSpc>
                <a:spcPct val="100000"/>
              </a:lnSpc>
            </a:pPr>
            <a:r>
              <a:rPr lang="en-US" sz="2000"/>
              <a:t>This is SaaS — ready-to-use software over the internet.</a:t>
            </a:r>
          </a:p>
          <a:p>
            <a:pPr>
              <a:lnSpc>
                <a:spcPct val="100000"/>
              </a:lnSpc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47269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F6B5A-0898-B329-234B-826FD4987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4200"/>
              <a:t>Simple Analogy: Dining at a Restaurant</a:t>
            </a:r>
            <a:br>
              <a:rPr lang="en-US" sz="4200"/>
            </a:br>
            <a:endParaRPr lang="en-US" sz="4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0B5DEA-ADF6-4BA5-9307-147F0A46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8680" y="2898648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83982"/>
            <a:ext cx="1873457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E183E-7B87-BCF0-446A-34E1F6052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US" sz="2000"/>
              <a:t>SaaS is like eating at a restaurant:</a:t>
            </a:r>
          </a:p>
          <a:p>
            <a:r>
              <a:rPr lang="en-US" sz="2000"/>
              <a:t> You order a meal and enjoy it.</a:t>
            </a:r>
          </a:p>
          <a:p>
            <a:r>
              <a:rPr lang="en-US" sz="2000"/>
              <a:t> The restaurant handles cooking, serving, and cleaning.</a:t>
            </a:r>
          </a:p>
          <a:p>
            <a:r>
              <a:rPr lang="en-US" sz="2000"/>
              <a:t> You don’t worry about buying ingredients or washing dishes.</a:t>
            </a:r>
          </a:p>
          <a:p>
            <a:r>
              <a:rPr lang="en-US" sz="2000"/>
              <a:t> You just pay and eat.</a:t>
            </a:r>
          </a:p>
          <a:p>
            <a:r>
              <a:rPr lang="en-US" sz="2000"/>
              <a:t>Just like SaaS, you use the service without managing anything behind the scenes.</a:t>
            </a:r>
          </a:p>
        </p:txBody>
      </p:sp>
    </p:spTree>
    <p:extLst>
      <p:ext uri="{BB962C8B-B14F-4D97-AF65-F5344CB8AC3E}">
        <p14:creationId xmlns:p14="http://schemas.microsoft.com/office/powerpoint/2010/main" val="172907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DA33E-DAD1-C340-F0A1-9A5AF63D8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/>
              <a:t>Shared Responsibility Model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5" name="Content Placeholder 4" descr="A table of software components&#10;&#10;AI-generated content may be incorrect.">
            <a:extLst>
              <a:ext uri="{FF2B5EF4-FFF2-40B4-BE49-F238E27FC236}">
                <a16:creationId xmlns:a16="http://schemas.microsoft.com/office/drawing/2014/main" id="{39196621-5F46-8B2C-939C-A133206C8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44"/>
          <a:stretch>
            <a:fillRect/>
          </a:stretch>
        </p:blipFill>
        <p:spPr>
          <a:xfrm>
            <a:off x="2454639" y="2139484"/>
            <a:ext cx="7282721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92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5A727-0A54-93A5-35F6-75ED57900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COST AND OWNERSHIP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C312E-E9C1-F5E0-4D2D-4A5E92223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55048"/>
              </p:ext>
            </p:extLst>
          </p:nvPr>
        </p:nvGraphicFramePr>
        <p:xfrm>
          <a:off x="838200" y="2111926"/>
          <a:ext cx="10515603" cy="3986207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{8799B23B-EC83-4686-B30A-512413B5E67A}</a:tableStyleId>
              </a:tblPr>
              <a:tblGrid>
                <a:gridCol w="2072579">
                  <a:extLst>
                    <a:ext uri="{9D8B030D-6E8A-4147-A177-3AD203B41FA5}">
                      <a16:colId xmlns:a16="http://schemas.microsoft.com/office/drawing/2014/main" val="990646814"/>
                    </a:ext>
                  </a:extLst>
                </a:gridCol>
                <a:gridCol w="3153825">
                  <a:extLst>
                    <a:ext uri="{9D8B030D-6E8A-4147-A177-3AD203B41FA5}">
                      <a16:colId xmlns:a16="http://schemas.microsoft.com/office/drawing/2014/main" val="4286040161"/>
                    </a:ext>
                  </a:extLst>
                </a:gridCol>
                <a:gridCol w="2802567">
                  <a:extLst>
                    <a:ext uri="{9D8B030D-6E8A-4147-A177-3AD203B41FA5}">
                      <a16:colId xmlns:a16="http://schemas.microsoft.com/office/drawing/2014/main" val="3091468573"/>
                    </a:ext>
                  </a:extLst>
                </a:gridCol>
                <a:gridCol w="2486632">
                  <a:extLst>
                    <a:ext uri="{9D8B030D-6E8A-4147-A177-3AD203B41FA5}">
                      <a16:colId xmlns:a16="http://schemas.microsoft.com/office/drawing/2014/main" val="3136181149"/>
                    </a:ext>
                  </a:extLst>
                </a:gridCol>
              </a:tblGrid>
              <a:tr h="535011"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939" marR="98314" marT="113030" marB="1130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IaaS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939" marR="98314" marT="113030" marB="1130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PaaS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939" marR="98314" marT="113030" marB="1130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SaaS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939" marR="98314" marT="113030" marB="1130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699388"/>
                  </a:ext>
                </a:extLst>
              </a:tr>
              <a:tr h="1062486"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Upfront Costs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939" marR="98314" marT="113030" marB="1130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No upfront costs. Pay for what is consumed.</a:t>
                      </a:r>
                    </a:p>
                  </a:txBody>
                  <a:tcPr marL="146939" marR="98314" marT="113030" marB="1130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No upfront costs. Pay for what is consumed.</a:t>
                      </a:r>
                    </a:p>
                  </a:txBody>
                  <a:tcPr marL="146939" marR="98314" marT="113030" marB="1130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No upfront costs. Pay via subscription (monthly/yearly).</a:t>
                      </a:r>
                    </a:p>
                  </a:txBody>
                  <a:tcPr marL="146939" marR="98314" marT="113030" marB="1130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756321"/>
                  </a:ext>
                </a:extLst>
              </a:tr>
              <a:tr h="1062486"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User Ownership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939" marR="98314" marT="113030" marB="1130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Responsible for software, OS, middleware, and app installation/config.</a:t>
                      </a:r>
                    </a:p>
                  </a:txBody>
                  <a:tcPr marL="146939" marR="98314" marT="113030" marB="1130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Responsible for app development and data. Not responsible for infra.</a:t>
                      </a:r>
                    </a:p>
                  </a:txBody>
                  <a:tcPr marL="146939" marR="98314" marT="113030" marB="1130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Only responsible for using the app and managing their data.</a:t>
                      </a:r>
                    </a:p>
                  </a:txBody>
                  <a:tcPr marL="146939" marR="98314" marT="113030" marB="1130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007986"/>
                  </a:ext>
                </a:extLst>
              </a:tr>
              <a:tr h="1326224">
                <a:tc>
                  <a:txBody>
                    <a:bodyPr/>
                    <a:lstStyle/>
                    <a:p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Cloud Provider Ownership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6939" marR="98314" marT="113030" marB="1130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Provides and manages infrastructure (VMs, storage, networking).</a:t>
                      </a:r>
                    </a:p>
                  </a:txBody>
                  <a:tcPr marL="146939" marR="98314" marT="113030" marB="1130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Manages infra, OS, network, and platform. Provides managed environment.</a:t>
                      </a:r>
                    </a:p>
                  </a:txBody>
                  <a:tcPr marL="146939" marR="98314" marT="113030" marB="1130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Manages everything: infra, platform, and application software.</a:t>
                      </a:r>
                    </a:p>
                  </a:txBody>
                  <a:tcPr marL="146939" marR="98314" marT="113030" marB="1130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450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73651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1682</TotalTime>
  <Words>1001</Words>
  <Application>Microsoft Office PowerPoint</Application>
  <PresentationFormat>Widescreen</PresentationFormat>
  <Paragraphs>123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-apple-system</vt:lpstr>
      <vt:lpstr>Aptos</vt:lpstr>
      <vt:lpstr>Arial</vt:lpstr>
      <vt:lpstr>Avenir Next LT Pro</vt:lpstr>
      <vt:lpstr>Calibri</vt:lpstr>
      <vt:lpstr>SF UI Display</vt:lpstr>
      <vt:lpstr>AccentBoxVTI</vt:lpstr>
      <vt:lpstr>Cloud Computing Service Models  </vt:lpstr>
      <vt:lpstr> Cloud Service Models</vt:lpstr>
      <vt:lpstr>Infrastructure as a Service (IaaS) </vt:lpstr>
      <vt:lpstr>How It Works </vt:lpstr>
      <vt:lpstr>Why Use IaaS? </vt:lpstr>
      <vt:lpstr>Example Scenario </vt:lpstr>
      <vt:lpstr> Simple Analogy: Renting an Empty Kitchen  </vt:lpstr>
      <vt:lpstr>What is PaaS? </vt:lpstr>
      <vt:lpstr>How It Works </vt:lpstr>
      <vt:lpstr>Why Use PaaS </vt:lpstr>
      <vt:lpstr>Example Scenario </vt:lpstr>
      <vt:lpstr>Simple Analogy: Renting a Ready-to-Use Kitchen </vt:lpstr>
      <vt:lpstr>What is SaaS? </vt:lpstr>
      <vt:lpstr>How It Works </vt:lpstr>
      <vt:lpstr>Why Use SaaS </vt:lpstr>
      <vt:lpstr>Example Scenario </vt:lpstr>
      <vt:lpstr>Simple Analogy: Dining at a Restaurant </vt:lpstr>
      <vt:lpstr>Shared Responsibility Model</vt:lpstr>
      <vt:lpstr>COST AND OWNERSHIP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2</cp:revision>
  <dcterms:created xsi:type="dcterms:W3CDTF">2024-10-02T19:08:08Z</dcterms:created>
  <dcterms:modified xsi:type="dcterms:W3CDTF">2025-05-24T19:34:15Z</dcterms:modified>
</cp:coreProperties>
</file>