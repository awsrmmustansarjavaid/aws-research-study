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8DF968-8160-4F68-8953-5AE48C70A3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7AAC098-6B06-426A-8990-D25E686FFA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 ENI is a virtual network interface that you can attach to an EC2 instance.</a:t>
          </a:r>
        </a:p>
      </dgm:t>
    </dgm:pt>
    <dgm:pt modelId="{8FB16D20-7B5B-4F42-958F-6D8B9595791A}" type="parTrans" cxnId="{684B7C2C-50D4-4308-B858-2B4E9E018EA3}">
      <dgm:prSet/>
      <dgm:spPr/>
      <dgm:t>
        <a:bodyPr/>
        <a:lstStyle/>
        <a:p>
          <a:endParaRPr lang="en-US"/>
        </a:p>
      </dgm:t>
    </dgm:pt>
    <dgm:pt modelId="{F2E5CE4D-57CC-4A90-A755-FFC78BF43684}" type="sibTrans" cxnId="{684B7C2C-50D4-4308-B858-2B4E9E018EA3}">
      <dgm:prSet/>
      <dgm:spPr/>
      <dgm:t>
        <a:bodyPr/>
        <a:lstStyle/>
        <a:p>
          <a:endParaRPr lang="en-US"/>
        </a:p>
      </dgm:t>
    </dgm:pt>
    <dgm:pt modelId="{F5FD9618-A8EA-49C7-96FC-85B082B5CA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includes:</a:t>
          </a:r>
        </a:p>
      </dgm:t>
    </dgm:pt>
    <dgm:pt modelId="{DA303E25-F6C4-4AE2-9DE8-76A60BFCEE02}" type="parTrans" cxnId="{B2A81FBA-2D00-445A-B053-3D1C3A0D8138}">
      <dgm:prSet/>
      <dgm:spPr/>
      <dgm:t>
        <a:bodyPr/>
        <a:lstStyle/>
        <a:p>
          <a:endParaRPr lang="en-US"/>
        </a:p>
      </dgm:t>
    </dgm:pt>
    <dgm:pt modelId="{4A896F91-E471-49BC-AD61-F2D34AC6B07B}" type="sibTrans" cxnId="{B2A81FBA-2D00-445A-B053-3D1C3A0D8138}">
      <dgm:prSet/>
      <dgm:spPr/>
      <dgm:t>
        <a:bodyPr/>
        <a:lstStyle/>
        <a:p>
          <a:endParaRPr lang="en-US"/>
        </a:p>
      </dgm:t>
    </dgm:pt>
    <dgm:pt modelId="{AFB83302-BC08-4BB1-88A4-9FC175047D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private IPv4 address</a:t>
          </a:r>
        </a:p>
      </dgm:t>
    </dgm:pt>
    <dgm:pt modelId="{3DC922BD-4A3E-4158-968E-94B5331EA450}" type="parTrans" cxnId="{7EB46CB4-F53A-4778-9880-2C88BE6338F7}">
      <dgm:prSet/>
      <dgm:spPr/>
      <dgm:t>
        <a:bodyPr/>
        <a:lstStyle/>
        <a:p>
          <a:endParaRPr lang="en-US"/>
        </a:p>
      </dgm:t>
    </dgm:pt>
    <dgm:pt modelId="{27A1337A-61A9-4431-8713-83542234E9E3}" type="sibTrans" cxnId="{7EB46CB4-F53A-4778-9880-2C88BE6338F7}">
      <dgm:prSet/>
      <dgm:spPr/>
      <dgm:t>
        <a:bodyPr/>
        <a:lstStyle/>
        <a:p>
          <a:endParaRPr lang="en-US"/>
        </a:p>
      </dgm:t>
    </dgm:pt>
    <dgm:pt modelId="{32873AAE-87A5-4AC3-8FAF-C92EE6134D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MAC address</a:t>
          </a:r>
        </a:p>
      </dgm:t>
    </dgm:pt>
    <dgm:pt modelId="{0C7B3B3D-E614-48DB-9A78-9F3D3F50CA3B}" type="parTrans" cxnId="{8EA5B03F-74A8-4412-A358-F1322108CF47}">
      <dgm:prSet/>
      <dgm:spPr/>
      <dgm:t>
        <a:bodyPr/>
        <a:lstStyle/>
        <a:p>
          <a:endParaRPr lang="en-US"/>
        </a:p>
      </dgm:t>
    </dgm:pt>
    <dgm:pt modelId="{A1812D52-96CC-4123-82DA-EF6FD20DC69C}" type="sibTrans" cxnId="{8EA5B03F-74A8-4412-A358-F1322108CF47}">
      <dgm:prSet/>
      <dgm:spPr/>
      <dgm:t>
        <a:bodyPr/>
        <a:lstStyle/>
        <a:p>
          <a:endParaRPr lang="en-US"/>
        </a:p>
      </dgm:t>
    </dgm:pt>
    <dgm:pt modelId="{B654AC55-8657-4716-8B3B-7AC78B9DB2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Security groups</a:t>
          </a:r>
        </a:p>
      </dgm:t>
    </dgm:pt>
    <dgm:pt modelId="{416F096A-FC54-4300-B65E-5AAE9BCBCDBD}" type="parTrans" cxnId="{5BEBED1D-E22E-43AF-AC33-55E8D906BAF1}">
      <dgm:prSet/>
      <dgm:spPr/>
      <dgm:t>
        <a:bodyPr/>
        <a:lstStyle/>
        <a:p>
          <a:endParaRPr lang="en-US"/>
        </a:p>
      </dgm:t>
    </dgm:pt>
    <dgm:pt modelId="{B134C513-19E1-419A-B8A8-79D29A5F4FE0}" type="sibTrans" cxnId="{5BEBED1D-E22E-43AF-AC33-55E8D906BAF1}">
      <dgm:prSet/>
      <dgm:spPr/>
      <dgm:t>
        <a:bodyPr/>
        <a:lstStyle/>
        <a:p>
          <a:endParaRPr lang="en-US"/>
        </a:p>
      </dgm:t>
    </dgm:pt>
    <dgm:pt modelId="{AD218415-6623-49D1-A7C2-45B5C110A6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Optionally: public IP, elastic IP, IPv6 addresses, etc.</a:t>
          </a:r>
        </a:p>
      </dgm:t>
    </dgm:pt>
    <dgm:pt modelId="{EF38C733-F1C1-47DE-8E2C-8F2AE58DB26A}" type="parTrans" cxnId="{374A674F-F5A8-4E5C-B536-B1B63FC60C07}">
      <dgm:prSet/>
      <dgm:spPr/>
      <dgm:t>
        <a:bodyPr/>
        <a:lstStyle/>
        <a:p>
          <a:endParaRPr lang="en-US"/>
        </a:p>
      </dgm:t>
    </dgm:pt>
    <dgm:pt modelId="{62CF6A2A-62EA-4D81-8CD7-BB53E1C9D064}" type="sibTrans" cxnId="{374A674F-F5A8-4E5C-B536-B1B63FC60C07}">
      <dgm:prSet/>
      <dgm:spPr/>
      <dgm:t>
        <a:bodyPr/>
        <a:lstStyle/>
        <a:p>
          <a:endParaRPr lang="en-US"/>
        </a:p>
      </dgm:t>
    </dgm:pt>
    <dgm:pt modelId="{F647EE53-4062-46C4-9C95-E335A2E0E23D}" type="pres">
      <dgm:prSet presAssocID="{188DF968-8160-4F68-8953-5AE48C70A329}" presName="root" presStyleCnt="0">
        <dgm:presLayoutVars>
          <dgm:dir/>
          <dgm:resizeHandles val="exact"/>
        </dgm:presLayoutVars>
      </dgm:prSet>
      <dgm:spPr/>
    </dgm:pt>
    <dgm:pt modelId="{D7029D2B-7404-4AEF-AAB3-B07239A2B1F4}" type="pres">
      <dgm:prSet presAssocID="{A7AAC098-6B06-426A-8990-D25E686FFA4A}" presName="compNode" presStyleCnt="0"/>
      <dgm:spPr/>
    </dgm:pt>
    <dgm:pt modelId="{8F3E03FE-59FA-4C11-88D9-C262CFB18657}" type="pres">
      <dgm:prSet presAssocID="{A7AAC098-6B06-426A-8990-D25E686FFA4A}" presName="bgRect" presStyleLbl="bgShp" presStyleIdx="0" presStyleCnt="6"/>
      <dgm:spPr/>
    </dgm:pt>
    <dgm:pt modelId="{9DD40498-FD98-4573-B305-740636DC4199}" type="pres">
      <dgm:prSet presAssocID="{A7AAC098-6B06-426A-8990-D25E686FFA4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5DFEE6D-0D9A-45B4-A0D1-74D74E75DCF1}" type="pres">
      <dgm:prSet presAssocID="{A7AAC098-6B06-426A-8990-D25E686FFA4A}" presName="spaceRect" presStyleCnt="0"/>
      <dgm:spPr/>
    </dgm:pt>
    <dgm:pt modelId="{9A8018C7-3EEB-42E2-A17E-7C91E8F693EA}" type="pres">
      <dgm:prSet presAssocID="{A7AAC098-6B06-426A-8990-D25E686FFA4A}" presName="parTx" presStyleLbl="revTx" presStyleIdx="0" presStyleCnt="6">
        <dgm:presLayoutVars>
          <dgm:chMax val="0"/>
          <dgm:chPref val="0"/>
        </dgm:presLayoutVars>
      </dgm:prSet>
      <dgm:spPr/>
    </dgm:pt>
    <dgm:pt modelId="{8449ECEA-0F52-401A-8ABB-7F8484600E82}" type="pres">
      <dgm:prSet presAssocID="{F2E5CE4D-57CC-4A90-A755-FFC78BF43684}" presName="sibTrans" presStyleCnt="0"/>
      <dgm:spPr/>
    </dgm:pt>
    <dgm:pt modelId="{848FAF02-E7FC-4167-8944-30E98DE99439}" type="pres">
      <dgm:prSet presAssocID="{F5FD9618-A8EA-49C7-96FC-85B082B5CA32}" presName="compNode" presStyleCnt="0"/>
      <dgm:spPr/>
    </dgm:pt>
    <dgm:pt modelId="{D690DF20-0ED8-4E6F-9899-5D6A0DBF17C6}" type="pres">
      <dgm:prSet presAssocID="{F5FD9618-A8EA-49C7-96FC-85B082B5CA32}" presName="bgRect" presStyleLbl="bgShp" presStyleIdx="1" presStyleCnt="6"/>
      <dgm:spPr/>
    </dgm:pt>
    <dgm:pt modelId="{16778C85-25B0-4B1E-A9AD-DCF50B3423FC}" type="pres">
      <dgm:prSet presAssocID="{F5FD9618-A8EA-49C7-96FC-85B082B5CA3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343485E0-7E80-4AEF-B70A-58E7765E889A}" type="pres">
      <dgm:prSet presAssocID="{F5FD9618-A8EA-49C7-96FC-85B082B5CA32}" presName="spaceRect" presStyleCnt="0"/>
      <dgm:spPr/>
    </dgm:pt>
    <dgm:pt modelId="{F4794D96-CB25-42CF-B631-50D21BB2CC63}" type="pres">
      <dgm:prSet presAssocID="{F5FD9618-A8EA-49C7-96FC-85B082B5CA32}" presName="parTx" presStyleLbl="revTx" presStyleIdx="1" presStyleCnt="6">
        <dgm:presLayoutVars>
          <dgm:chMax val="0"/>
          <dgm:chPref val="0"/>
        </dgm:presLayoutVars>
      </dgm:prSet>
      <dgm:spPr/>
    </dgm:pt>
    <dgm:pt modelId="{86F2644D-6EF8-4A1B-BD4A-690B181DBF15}" type="pres">
      <dgm:prSet presAssocID="{4A896F91-E471-49BC-AD61-F2D34AC6B07B}" presName="sibTrans" presStyleCnt="0"/>
      <dgm:spPr/>
    </dgm:pt>
    <dgm:pt modelId="{A2CBAE25-28AD-4EB1-B371-BF2E652BD625}" type="pres">
      <dgm:prSet presAssocID="{AFB83302-BC08-4BB1-88A4-9FC175047D5B}" presName="compNode" presStyleCnt="0"/>
      <dgm:spPr/>
    </dgm:pt>
    <dgm:pt modelId="{515A8730-B6BC-4B95-BD56-DAF0380F7A1E}" type="pres">
      <dgm:prSet presAssocID="{AFB83302-BC08-4BB1-88A4-9FC175047D5B}" presName="bgRect" presStyleLbl="bgShp" presStyleIdx="2" presStyleCnt="6"/>
      <dgm:spPr/>
    </dgm:pt>
    <dgm:pt modelId="{00421C91-8003-4FB4-BB8E-3D15D90CCA7B}" type="pres">
      <dgm:prSet presAssocID="{AFB83302-BC08-4BB1-88A4-9FC175047D5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4413EAC-9E4E-4D8C-8051-E23B413D0915}" type="pres">
      <dgm:prSet presAssocID="{AFB83302-BC08-4BB1-88A4-9FC175047D5B}" presName="spaceRect" presStyleCnt="0"/>
      <dgm:spPr/>
    </dgm:pt>
    <dgm:pt modelId="{B5E28D7E-A24E-4D5E-AFA4-58E9CE004D2D}" type="pres">
      <dgm:prSet presAssocID="{AFB83302-BC08-4BB1-88A4-9FC175047D5B}" presName="parTx" presStyleLbl="revTx" presStyleIdx="2" presStyleCnt="6">
        <dgm:presLayoutVars>
          <dgm:chMax val="0"/>
          <dgm:chPref val="0"/>
        </dgm:presLayoutVars>
      </dgm:prSet>
      <dgm:spPr/>
    </dgm:pt>
    <dgm:pt modelId="{1A27E1DC-38C3-4F66-8B06-98F4755FD70B}" type="pres">
      <dgm:prSet presAssocID="{27A1337A-61A9-4431-8713-83542234E9E3}" presName="sibTrans" presStyleCnt="0"/>
      <dgm:spPr/>
    </dgm:pt>
    <dgm:pt modelId="{09212C89-9A68-4F1B-BDF0-DC8AB027FC17}" type="pres">
      <dgm:prSet presAssocID="{32873AAE-87A5-4AC3-8FAF-C92EE6134DC0}" presName="compNode" presStyleCnt="0"/>
      <dgm:spPr/>
    </dgm:pt>
    <dgm:pt modelId="{221409DF-7486-40B2-934A-F1BDDA192A9E}" type="pres">
      <dgm:prSet presAssocID="{32873AAE-87A5-4AC3-8FAF-C92EE6134DC0}" presName="bgRect" presStyleLbl="bgShp" presStyleIdx="3" presStyleCnt="6"/>
      <dgm:spPr/>
    </dgm:pt>
    <dgm:pt modelId="{6BF18F5C-74EF-436A-884B-62FDA8DD3ACE}" type="pres">
      <dgm:prSet presAssocID="{32873AAE-87A5-4AC3-8FAF-C92EE6134DC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5A60C87-23EC-4FBC-90B5-CEA03CAF86FD}" type="pres">
      <dgm:prSet presAssocID="{32873AAE-87A5-4AC3-8FAF-C92EE6134DC0}" presName="spaceRect" presStyleCnt="0"/>
      <dgm:spPr/>
    </dgm:pt>
    <dgm:pt modelId="{8161F2DD-F613-4AC3-9735-87CEC3D10C64}" type="pres">
      <dgm:prSet presAssocID="{32873AAE-87A5-4AC3-8FAF-C92EE6134DC0}" presName="parTx" presStyleLbl="revTx" presStyleIdx="3" presStyleCnt="6">
        <dgm:presLayoutVars>
          <dgm:chMax val="0"/>
          <dgm:chPref val="0"/>
        </dgm:presLayoutVars>
      </dgm:prSet>
      <dgm:spPr/>
    </dgm:pt>
    <dgm:pt modelId="{883B5AD2-A992-4557-988A-20C791A980D4}" type="pres">
      <dgm:prSet presAssocID="{A1812D52-96CC-4123-82DA-EF6FD20DC69C}" presName="sibTrans" presStyleCnt="0"/>
      <dgm:spPr/>
    </dgm:pt>
    <dgm:pt modelId="{518CB47F-04B4-4320-8F1C-4A986F79B7B1}" type="pres">
      <dgm:prSet presAssocID="{B654AC55-8657-4716-8B3B-7AC78B9DB266}" presName="compNode" presStyleCnt="0"/>
      <dgm:spPr/>
    </dgm:pt>
    <dgm:pt modelId="{814B53A6-D6EF-4C6D-B743-642E0042DC67}" type="pres">
      <dgm:prSet presAssocID="{B654AC55-8657-4716-8B3B-7AC78B9DB266}" presName="bgRect" presStyleLbl="bgShp" presStyleIdx="4" presStyleCnt="6"/>
      <dgm:spPr/>
    </dgm:pt>
    <dgm:pt modelId="{6D93737B-B18E-46F6-AA84-5EC3EBB2158E}" type="pres">
      <dgm:prSet presAssocID="{B654AC55-8657-4716-8B3B-7AC78B9DB26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A37F2AD-2168-4C34-B166-56F292AD4C5E}" type="pres">
      <dgm:prSet presAssocID="{B654AC55-8657-4716-8B3B-7AC78B9DB266}" presName="spaceRect" presStyleCnt="0"/>
      <dgm:spPr/>
    </dgm:pt>
    <dgm:pt modelId="{D502FB09-7133-4AE8-9028-8B424E7B4E6E}" type="pres">
      <dgm:prSet presAssocID="{B654AC55-8657-4716-8B3B-7AC78B9DB266}" presName="parTx" presStyleLbl="revTx" presStyleIdx="4" presStyleCnt="6">
        <dgm:presLayoutVars>
          <dgm:chMax val="0"/>
          <dgm:chPref val="0"/>
        </dgm:presLayoutVars>
      </dgm:prSet>
      <dgm:spPr/>
    </dgm:pt>
    <dgm:pt modelId="{7DC3C047-1200-4CA3-BAD3-5FC5F45D4549}" type="pres">
      <dgm:prSet presAssocID="{B134C513-19E1-419A-B8A8-79D29A5F4FE0}" presName="sibTrans" presStyleCnt="0"/>
      <dgm:spPr/>
    </dgm:pt>
    <dgm:pt modelId="{DBE782AF-806B-4F9B-BBBB-398FD41F013D}" type="pres">
      <dgm:prSet presAssocID="{AD218415-6623-49D1-A7C2-45B5C110A6A3}" presName="compNode" presStyleCnt="0"/>
      <dgm:spPr/>
    </dgm:pt>
    <dgm:pt modelId="{91B09CA5-B167-4B30-9BE4-3D1EB583287F}" type="pres">
      <dgm:prSet presAssocID="{AD218415-6623-49D1-A7C2-45B5C110A6A3}" presName="bgRect" presStyleLbl="bgShp" presStyleIdx="5" presStyleCnt="6"/>
      <dgm:spPr/>
    </dgm:pt>
    <dgm:pt modelId="{72152E79-6B7D-47B7-A9E4-C85211E5EA0F}" type="pres">
      <dgm:prSet presAssocID="{AD218415-6623-49D1-A7C2-45B5C110A6A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7DDF028-2260-4723-863A-3C6B5245C321}" type="pres">
      <dgm:prSet presAssocID="{AD218415-6623-49D1-A7C2-45B5C110A6A3}" presName="spaceRect" presStyleCnt="0"/>
      <dgm:spPr/>
    </dgm:pt>
    <dgm:pt modelId="{6EEA74D1-D174-4497-816C-8F5053DDF276}" type="pres">
      <dgm:prSet presAssocID="{AD218415-6623-49D1-A7C2-45B5C110A6A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0FC8E0E-D541-4C70-AE1D-BDFD603AD789}" type="presOf" srcId="{A7AAC098-6B06-426A-8990-D25E686FFA4A}" destId="{9A8018C7-3EEB-42E2-A17E-7C91E8F693EA}" srcOrd="0" destOrd="0" presId="urn:microsoft.com/office/officeart/2018/2/layout/IconVerticalSolidList"/>
    <dgm:cxn modelId="{5BEBED1D-E22E-43AF-AC33-55E8D906BAF1}" srcId="{188DF968-8160-4F68-8953-5AE48C70A329}" destId="{B654AC55-8657-4716-8B3B-7AC78B9DB266}" srcOrd="4" destOrd="0" parTransId="{416F096A-FC54-4300-B65E-5AAE9BCBCDBD}" sibTransId="{B134C513-19E1-419A-B8A8-79D29A5F4FE0}"/>
    <dgm:cxn modelId="{06F29C22-93C9-483E-B59C-7A7ACD4CE58E}" type="presOf" srcId="{32873AAE-87A5-4AC3-8FAF-C92EE6134DC0}" destId="{8161F2DD-F613-4AC3-9735-87CEC3D10C64}" srcOrd="0" destOrd="0" presId="urn:microsoft.com/office/officeart/2018/2/layout/IconVerticalSolidList"/>
    <dgm:cxn modelId="{684B7C2C-50D4-4308-B858-2B4E9E018EA3}" srcId="{188DF968-8160-4F68-8953-5AE48C70A329}" destId="{A7AAC098-6B06-426A-8990-D25E686FFA4A}" srcOrd="0" destOrd="0" parTransId="{8FB16D20-7B5B-4F42-958F-6D8B9595791A}" sibTransId="{F2E5CE4D-57CC-4A90-A755-FFC78BF43684}"/>
    <dgm:cxn modelId="{8EA5B03F-74A8-4412-A358-F1322108CF47}" srcId="{188DF968-8160-4F68-8953-5AE48C70A329}" destId="{32873AAE-87A5-4AC3-8FAF-C92EE6134DC0}" srcOrd="3" destOrd="0" parTransId="{0C7B3B3D-E614-48DB-9A78-9F3D3F50CA3B}" sibTransId="{A1812D52-96CC-4123-82DA-EF6FD20DC69C}"/>
    <dgm:cxn modelId="{6AA46C4E-AA48-49E3-9CBF-F0B6D28D9923}" type="presOf" srcId="{188DF968-8160-4F68-8953-5AE48C70A329}" destId="{F647EE53-4062-46C4-9C95-E335A2E0E23D}" srcOrd="0" destOrd="0" presId="urn:microsoft.com/office/officeart/2018/2/layout/IconVerticalSolidList"/>
    <dgm:cxn modelId="{374A674F-F5A8-4E5C-B536-B1B63FC60C07}" srcId="{188DF968-8160-4F68-8953-5AE48C70A329}" destId="{AD218415-6623-49D1-A7C2-45B5C110A6A3}" srcOrd="5" destOrd="0" parTransId="{EF38C733-F1C1-47DE-8E2C-8F2AE58DB26A}" sibTransId="{62CF6A2A-62EA-4D81-8CD7-BB53E1C9D064}"/>
    <dgm:cxn modelId="{AE64A685-FCE5-479F-A179-17A1AF59968D}" type="presOf" srcId="{AD218415-6623-49D1-A7C2-45B5C110A6A3}" destId="{6EEA74D1-D174-4497-816C-8F5053DDF276}" srcOrd="0" destOrd="0" presId="urn:microsoft.com/office/officeart/2018/2/layout/IconVerticalSolidList"/>
    <dgm:cxn modelId="{7EB46CB4-F53A-4778-9880-2C88BE6338F7}" srcId="{188DF968-8160-4F68-8953-5AE48C70A329}" destId="{AFB83302-BC08-4BB1-88A4-9FC175047D5B}" srcOrd="2" destOrd="0" parTransId="{3DC922BD-4A3E-4158-968E-94B5331EA450}" sibTransId="{27A1337A-61A9-4431-8713-83542234E9E3}"/>
    <dgm:cxn modelId="{A56AADB9-5CA2-4537-9DE9-89DF75BA6C45}" type="presOf" srcId="{B654AC55-8657-4716-8B3B-7AC78B9DB266}" destId="{D502FB09-7133-4AE8-9028-8B424E7B4E6E}" srcOrd="0" destOrd="0" presId="urn:microsoft.com/office/officeart/2018/2/layout/IconVerticalSolidList"/>
    <dgm:cxn modelId="{B2A81FBA-2D00-445A-B053-3D1C3A0D8138}" srcId="{188DF968-8160-4F68-8953-5AE48C70A329}" destId="{F5FD9618-A8EA-49C7-96FC-85B082B5CA32}" srcOrd="1" destOrd="0" parTransId="{DA303E25-F6C4-4AE2-9DE8-76A60BFCEE02}" sibTransId="{4A896F91-E471-49BC-AD61-F2D34AC6B07B}"/>
    <dgm:cxn modelId="{6228B3BE-A230-498A-9C53-B372B224E51C}" type="presOf" srcId="{F5FD9618-A8EA-49C7-96FC-85B082B5CA32}" destId="{F4794D96-CB25-42CF-B631-50D21BB2CC63}" srcOrd="0" destOrd="0" presId="urn:microsoft.com/office/officeart/2018/2/layout/IconVerticalSolidList"/>
    <dgm:cxn modelId="{4C0A73D8-2788-4CBF-9A92-123DEABE486D}" type="presOf" srcId="{AFB83302-BC08-4BB1-88A4-9FC175047D5B}" destId="{B5E28D7E-A24E-4D5E-AFA4-58E9CE004D2D}" srcOrd="0" destOrd="0" presId="urn:microsoft.com/office/officeart/2018/2/layout/IconVerticalSolidList"/>
    <dgm:cxn modelId="{795CADC3-FAB4-4D92-8E6B-EA09387C69D8}" type="presParOf" srcId="{F647EE53-4062-46C4-9C95-E335A2E0E23D}" destId="{D7029D2B-7404-4AEF-AAB3-B07239A2B1F4}" srcOrd="0" destOrd="0" presId="urn:microsoft.com/office/officeart/2018/2/layout/IconVerticalSolidList"/>
    <dgm:cxn modelId="{1161B99C-C9CC-46CA-AD0A-7769BBE93D0C}" type="presParOf" srcId="{D7029D2B-7404-4AEF-AAB3-B07239A2B1F4}" destId="{8F3E03FE-59FA-4C11-88D9-C262CFB18657}" srcOrd="0" destOrd="0" presId="urn:microsoft.com/office/officeart/2018/2/layout/IconVerticalSolidList"/>
    <dgm:cxn modelId="{FED831EA-88BD-4AF4-B8E4-B466D8E0AAB7}" type="presParOf" srcId="{D7029D2B-7404-4AEF-AAB3-B07239A2B1F4}" destId="{9DD40498-FD98-4573-B305-740636DC4199}" srcOrd="1" destOrd="0" presId="urn:microsoft.com/office/officeart/2018/2/layout/IconVerticalSolidList"/>
    <dgm:cxn modelId="{22E847B7-A17A-451F-B153-479DEB138560}" type="presParOf" srcId="{D7029D2B-7404-4AEF-AAB3-B07239A2B1F4}" destId="{25DFEE6D-0D9A-45B4-A0D1-74D74E75DCF1}" srcOrd="2" destOrd="0" presId="urn:microsoft.com/office/officeart/2018/2/layout/IconVerticalSolidList"/>
    <dgm:cxn modelId="{82CC45A2-6C36-4BD9-816A-B33248088C3D}" type="presParOf" srcId="{D7029D2B-7404-4AEF-AAB3-B07239A2B1F4}" destId="{9A8018C7-3EEB-42E2-A17E-7C91E8F693EA}" srcOrd="3" destOrd="0" presId="urn:microsoft.com/office/officeart/2018/2/layout/IconVerticalSolidList"/>
    <dgm:cxn modelId="{51D352C9-8255-4BE9-9FA3-E22E8F19F589}" type="presParOf" srcId="{F647EE53-4062-46C4-9C95-E335A2E0E23D}" destId="{8449ECEA-0F52-401A-8ABB-7F8484600E82}" srcOrd="1" destOrd="0" presId="urn:microsoft.com/office/officeart/2018/2/layout/IconVerticalSolidList"/>
    <dgm:cxn modelId="{DE5A2B65-08ED-4482-9572-BF9E9DB98E21}" type="presParOf" srcId="{F647EE53-4062-46C4-9C95-E335A2E0E23D}" destId="{848FAF02-E7FC-4167-8944-30E98DE99439}" srcOrd="2" destOrd="0" presId="urn:microsoft.com/office/officeart/2018/2/layout/IconVerticalSolidList"/>
    <dgm:cxn modelId="{03741DEC-2E80-4EC7-ABC6-4CACC61A2CAE}" type="presParOf" srcId="{848FAF02-E7FC-4167-8944-30E98DE99439}" destId="{D690DF20-0ED8-4E6F-9899-5D6A0DBF17C6}" srcOrd="0" destOrd="0" presId="urn:microsoft.com/office/officeart/2018/2/layout/IconVerticalSolidList"/>
    <dgm:cxn modelId="{C61632D6-8B29-46B7-ABAE-3401C3EE4FFD}" type="presParOf" srcId="{848FAF02-E7FC-4167-8944-30E98DE99439}" destId="{16778C85-25B0-4B1E-A9AD-DCF50B3423FC}" srcOrd="1" destOrd="0" presId="urn:microsoft.com/office/officeart/2018/2/layout/IconVerticalSolidList"/>
    <dgm:cxn modelId="{3709F496-C25E-4886-9F1C-9214082A2BA0}" type="presParOf" srcId="{848FAF02-E7FC-4167-8944-30E98DE99439}" destId="{343485E0-7E80-4AEF-B70A-58E7765E889A}" srcOrd="2" destOrd="0" presId="urn:microsoft.com/office/officeart/2018/2/layout/IconVerticalSolidList"/>
    <dgm:cxn modelId="{A9FC9261-5A9E-482E-B122-735C2ACFDBB1}" type="presParOf" srcId="{848FAF02-E7FC-4167-8944-30E98DE99439}" destId="{F4794D96-CB25-42CF-B631-50D21BB2CC63}" srcOrd="3" destOrd="0" presId="urn:microsoft.com/office/officeart/2018/2/layout/IconVerticalSolidList"/>
    <dgm:cxn modelId="{F82BA848-ED74-403F-8F36-E620FE05F344}" type="presParOf" srcId="{F647EE53-4062-46C4-9C95-E335A2E0E23D}" destId="{86F2644D-6EF8-4A1B-BD4A-690B181DBF15}" srcOrd="3" destOrd="0" presId="urn:microsoft.com/office/officeart/2018/2/layout/IconVerticalSolidList"/>
    <dgm:cxn modelId="{F6DF41DF-5E86-44C5-BB9B-8BEFCA78CCD2}" type="presParOf" srcId="{F647EE53-4062-46C4-9C95-E335A2E0E23D}" destId="{A2CBAE25-28AD-4EB1-B371-BF2E652BD625}" srcOrd="4" destOrd="0" presId="urn:microsoft.com/office/officeart/2018/2/layout/IconVerticalSolidList"/>
    <dgm:cxn modelId="{5071A974-2444-4432-BC7B-F73EAD543DB3}" type="presParOf" srcId="{A2CBAE25-28AD-4EB1-B371-BF2E652BD625}" destId="{515A8730-B6BC-4B95-BD56-DAF0380F7A1E}" srcOrd="0" destOrd="0" presId="urn:microsoft.com/office/officeart/2018/2/layout/IconVerticalSolidList"/>
    <dgm:cxn modelId="{AD548D20-11F9-43E5-8C2B-FC8FEFEAAFA9}" type="presParOf" srcId="{A2CBAE25-28AD-4EB1-B371-BF2E652BD625}" destId="{00421C91-8003-4FB4-BB8E-3D15D90CCA7B}" srcOrd="1" destOrd="0" presId="urn:microsoft.com/office/officeart/2018/2/layout/IconVerticalSolidList"/>
    <dgm:cxn modelId="{3EDFFEB4-FC91-430F-90F0-BD848E81FDBA}" type="presParOf" srcId="{A2CBAE25-28AD-4EB1-B371-BF2E652BD625}" destId="{84413EAC-9E4E-4D8C-8051-E23B413D0915}" srcOrd="2" destOrd="0" presId="urn:microsoft.com/office/officeart/2018/2/layout/IconVerticalSolidList"/>
    <dgm:cxn modelId="{819954A5-F1CB-41F0-923E-8CA43B999CEC}" type="presParOf" srcId="{A2CBAE25-28AD-4EB1-B371-BF2E652BD625}" destId="{B5E28D7E-A24E-4D5E-AFA4-58E9CE004D2D}" srcOrd="3" destOrd="0" presId="urn:microsoft.com/office/officeart/2018/2/layout/IconVerticalSolidList"/>
    <dgm:cxn modelId="{33D954B3-01F8-4721-BD1C-3364B56AAFC2}" type="presParOf" srcId="{F647EE53-4062-46C4-9C95-E335A2E0E23D}" destId="{1A27E1DC-38C3-4F66-8B06-98F4755FD70B}" srcOrd="5" destOrd="0" presId="urn:microsoft.com/office/officeart/2018/2/layout/IconVerticalSolidList"/>
    <dgm:cxn modelId="{A3F55460-8095-4FB1-8891-94DD2900BE17}" type="presParOf" srcId="{F647EE53-4062-46C4-9C95-E335A2E0E23D}" destId="{09212C89-9A68-4F1B-BDF0-DC8AB027FC17}" srcOrd="6" destOrd="0" presId="urn:microsoft.com/office/officeart/2018/2/layout/IconVerticalSolidList"/>
    <dgm:cxn modelId="{ECB4969A-0BCF-4D4D-A0B6-3EB6731AF54B}" type="presParOf" srcId="{09212C89-9A68-4F1B-BDF0-DC8AB027FC17}" destId="{221409DF-7486-40B2-934A-F1BDDA192A9E}" srcOrd="0" destOrd="0" presId="urn:microsoft.com/office/officeart/2018/2/layout/IconVerticalSolidList"/>
    <dgm:cxn modelId="{F3A7BF36-E947-42DE-BED1-281DA0E885F1}" type="presParOf" srcId="{09212C89-9A68-4F1B-BDF0-DC8AB027FC17}" destId="{6BF18F5C-74EF-436A-884B-62FDA8DD3ACE}" srcOrd="1" destOrd="0" presId="urn:microsoft.com/office/officeart/2018/2/layout/IconVerticalSolidList"/>
    <dgm:cxn modelId="{E00BE1D0-E6AE-470A-A343-2B2EE3B6BC71}" type="presParOf" srcId="{09212C89-9A68-4F1B-BDF0-DC8AB027FC17}" destId="{35A60C87-23EC-4FBC-90B5-CEA03CAF86FD}" srcOrd="2" destOrd="0" presId="urn:microsoft.com/office/officeart/2018/2/layout/IconVerticalSolidList"/>
    <dgm:cxn modelId="{CE5688A3-69BE-492D-A715-C4B855F23ECA}" type="presParOf" srcId="{09212C89-9A68-4F1B-BDF0-DC8AB027FC17}" destId="{8161F2DD-F613-4AC3-9735-87CEC3D10C64}" srcOrd="3" destOrd="0" presId="urn:microsoft.com/office/officeart/2018/2/layout/IconVerticalSolidList"/>
    <dgm:cxn modelId="{75F97CA2-63CF-4999-BEF0-019F69A061A3}" type="presParOf" srcId="{F647EE53-4062-46C4-9C95-E335A2E0E23D}" destId="{883B5AD2-A992-4557-988A-20C791A980D4}" srcOrd="7" destOrd="0" presId="urn:microsoft.com/office/officeart/2018/2/layout/IconVerticalSolidList"/>
    <dgm:cxn modelId="{DCF805E2-C8CA-4C1C-A7EC-1D3D1B81C9D7}" type="presParOf" srcId="{F647EE53-4062-46C4-9C95-E335A2E0E23D}" destId="{518CB47F-04B4-4320-8F1C-4A986F79B7B1}" srcOrd="8" destOrd="0" presId="urn:microsoft.com/office/officeart/2018/2/layout/IconVerticalSolidList"/>
    <dgm:cxn modelId="{BE5A5269-E566-40A1-8CD7-AABBD489A833}" type="presParOf" srcId="{518CB47F-04B4-4320-8F1C-4A986F79B7B1}" destId="{814B53A6-D6EF-4C6D-B743-642E0042DC67}" srcOrd="0" destOrd="0" presId="urn:microsoft.com/office/officeart/2018/2/layout/IconVerticalSolidList"/>
    <dgm:cxn modelId="{07118835-78C5-4472-941B-347C4BFD7F84}" type="presParOf" srcId="{518CB47F-04B4-4320-8F1C-4A986F79B7B1}" destId="{6D93737B-B18E-46F6-AA84-5EC3EBB2158E}" srcOrd="1" destOrd="0" presId="urn:microsoft.com/office/officeart/2018/2/layout/IconVerticalSolidList"/>
    <dgm:cxn modelId="{8AB8DAD6-C585-4B56-9A33-A6E77A6ACD3F}" type="presParOf" srcId="{518CB47F-04B4-4320-8F1C-4A986F79B7B1}" destId="{9A37F2AD-2168-4C34-B166-56F292AD4C5E}" srcOrd="2" destOrd="0" presId="urn:microsoft.com/office/officeart/2018/2/layout/IconVerticalSolidList"/>
    <dgm:cxn modelId="{52052ED0-D390-4101-A5CC-563D9D4960C4}" type="presParOf" srcId="{518CB47F-04B4-4320-8F1C-4A986F79B7B1}" destId="{D502FB09-7133-4AE8-9028-8B424E7B4E6E}" srcOrd="3" destOrd="0" presId="urn:microsoft.com/office/officeart/2018/2/layout/IconVerticalSolidList"/>
    <dgm:cxn modelId="{15E17212-4B0C-46AA-B059-9DCB1DC3191F}" type="presParOf" srcId="{F647EE53-4062-46C4-9C95-E335A2E0E23D}" destId="{7DC3C047-1200-4CA3-BAD3-5FC5F45D4549}" srcOrd="9" destOrd="0" presId="urn:microsoft.com/office/officeart/2018/2/layout/IconVerticalSolidList"/>
    <dgm:cxn modelId="{636F92FF-78A3-49B8-A5B4-3927FFF8C0E7}" type="presParOf" srcId="{F647EE53-4062-46C4-9C95-E335A2E0E23D}" destId="{DBE782AF-806B-4F9B-BBBB-398FD41F013D}" srcOrd="10" destOrd="0" presId="urn:microsoft.com/office/officeart/2018/2/layout/IconVerticalSolidList"/>
    <dgm:cxn modelId="{760262DD-8BAE-4F55-A3F1-529EF15297EE}" type="presParOf" srcId="{DBE782AF-806B-4F9B-BBBB-398FD41F013D}" destId="{91B09CA5-B167-4B30-9BE4-3D1EB583287F}" srcOrd="0" destOrd="0" presId="urn:microsoft.com/office/officeart/2018/2/layout/IconVerticalSolidList"/>
    <dgm:cxn modelId="{28A6AF23-2868-4D0E-A5B7-2D8189CABCB2}" type="presParOf" srcId="{DBE782AF-806B-4F9B-BBBB-398FD41F013D}" destId="{72152E79-6B7D-47B7-A9E4-C85211E5EA0F}" srcOrd="1" destOrd="0" presId="urn:microsoft.com/office/officeart/2018/2/layout/IconVerticalSolidList"/>
    <dgm:cxn modelId="{BF3A8433-0A6F-43FA-9E46-4C0379BD61F6}" type="presParOf" srcId="{DBE782AF-806B-4F9B-BBBB-398FD41F013D}" destId="{17DDF028-2260-4723-863A-3C6B5245C321}" srcOrd="2" destOrd="0" presId="urn:microsoft.com/office/officeart/2018/2/layout/IconVerticalSolidList"/>
    <dgm:cxn modelId="{2DB7D01C-FB53-4BFF-9144-27F1C2295A38}" type="presParOf" srcId="{DBE782AF-806B-4F9B-BBBB-398FD41F013D}" destId="{6EEA74D1-D174-4497-816C-8F5053DDF27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D1A96C-7109-4659-8549-DC42D7FF53F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6829FB-8911-475A-AC0D-DA593D07CB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Imagine you have two EC2 instances:</a:t>
          </a:r>
        </a:p>
      </dgm:t>
    </dgm:pt>
    <dgm:pt modelId="{2C4C572F-F6FD-4655-880F-DB52C128696D}" type="parTrans" cxnId="{F4280D83-B670-40B6-9789-2C73061F09DF}">
      <dgm:prSet/>
      <dgm:spPr/>
      <dgm:t>
        <a:bodyPr/>
        <a:lstStyle/>
        <a:p>
          <a:endParaRPr lang="en-US"/>
        </a:p>
      </dgm:t>
    </dgm:pt>
    <dgm:pt modelId="{8D9FD480-3706-42C7-AD26-081A9D4C89BC}" type="sibTrans" cxnId="{F4280D83-B670-40B6-9789-2C73061F09DF}">
      <dgm:prSet/>
      <dgm:spPr/>
      <dgm:t>
        <a:bodyPr/>
        <a:lstStyle/>
        <a:p>
          <a:endParaRPr lang="en-US"/>
        </a:p>
      </dgm:t>
    </dgm:pt>
    <dgm:pt modelId="{29F747BD-C869-4FD6-B649-663F60C7BA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EC2-A is the primary server (currently active).</a:t>
          </a:r>
        </a:p>
      </dgm:t>
    </dgm:pt>
    <dgm:pt modelId="{F13B4D84-EDE7-4BB7-A1A0-FE49A2CFDA37}" type="parTrans" cxnId="{21CCF6D2-7B18-4845-A7BE-21B00550B6F5}">
      <dgm:prSet/>
      <dgm:spPr/>
      <dgm:t>
        <a:bodyPr/>
        <a:lstStyle/>
        <a:p>
          <a:endParaRPr lang="en-US"/>
        </a:p>
      </dgm:t>
    </dgm:pt>
    <dgm:pt modelId="{94AFF143-2812-4068-A257-651CA84B9D3B}" type="sibTrans" cxnId="{21CCF6D2-7B18-4845-A7BE-21B00550B6F5}">
      <dgm:prSet/>
      <dgm:spPr/>
      <dgm:t>
        <a:bodyPr/>
        <a:lstStyle/>
        <a:p>
          <a:endParaRPr lang="en-US"/>
        </a:p>
      </dgm:t>
    </dgm:pt>
    <dgm:pt modelId="{52E78ABD-1DF3-404E-9FF3-1E7B004F5A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EC2-B is the standby server (used for failover).</a:t>
          </a:r>
        </a:p>
      </dgm:t>
    </dgm:pt>
    <dgm:pt modelId="{2457F687-7B84-4A26-B589-D8EB9318BB2B}" type="parTrans" cxnId="{803DC06F-D812-404F-88D4-D118FCBB10C4}">
      <dgm:prSet/>
      <dgm:spPr/>
      <dgm:t>
        <a:bodyPr/>
        <a:lstStyle/>
        <a:p>
          <a:endParaRPr lang="en-US"/>
        </a:p>
      </dgm:t>
    </dgm:pt>
    <dgm:pt modelId="{93925BBC-CE1C-42E9-8757-ABAE977EEE12}" type="sibTrans" cxnId="{803DC06F-D812-404F-88D4-D118FCBB10C4}">
      <dgm:prSet/>
      <dgm:spPr/>
      <dgm:t>
        <a:bodyPr/>
        <a:lstStyle/>
        <a:p>
          <a:endParaRPr lang="en-US"/>
        </a:p>
      </dgm:t>
    </dgm:pt>
    <dgm:pt modelId="{A39D0FA6-D0E8-41DB-9375-04905C897F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Both run the same application (for example, a web server),</a:t>
          </a:r>
        </a:p>
      </dgm:t>
    </dgm:pt>
    <dgm:pt modelId="{93101842-205F-47DB-BE66-749712772DDE}" type="parTrans" cxnId="{C00BA352-A0CB-45FC-A2D2-D40B8FBF03D3}">
      <dgm:prSet/>
      <dgm:spPr/>
      <dgm:t>
        <a:bodyPr/>
        <a:lstStyle/>
        <a:p>
          <a:endParaRPr lang="en-US"/>
        </a:p>
      </dgm:t>
    </dgm:pt>
    <dgm:pt modelId="{CFC9FD6C-D666-4054-AD19-D78865881F6C}" type="sibTrans" cxnId="{C00BA352-A0CB-45FC-A2D2-D40B8FBF03D3}">
      <dgm:prSet/>
      <dgm:spPr/>
      <dgm:t>
        <a:bodyPr/>
        <a:lstStyle/>
        <a:p>
          <a:endParaRPr lang="en-US"/>
        </a:p>
      </dgm:t>
    </dgm:pt>
    <dgm:pt modelId="{C44F9B6A-7CFF-4A53-A1C6-28B951D6B8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but only one should be actively receiving traffic at any time.</a:t>
          </a:r>
        </a:p>
      </dgm:t>
    </dgm:pt>
    <dgm:pt modelId="{F334B6B5-F5F3-4154-B0E4-C6B0F274FE44}" type="parTrans" cxnId="{1E17772B-544E-4B3C-AC55-14A1AE33565A}">
      <dgm:prSet/>
      <dgm:spPr/>
      <dgm:t>
        <a:bodyPr/>
        <a:lstStyle/>
        <a:p>
          <a:endParaRPr lang="en-US"/>
        </a:p>
      </dgm:t>
    </dgm:pt>
    <dgm:pt modelId="{5B7AFD32-69E8-475C-BDEF-E26FF39BB88D}" type="sibTrans" cxnId="{1E17772B-544E-4B3C-AC55-14A1AE33565A}">
      <dgm:prSet/>
      <dgm:spPr/>
      <dgm:t>
        <a:bodyPr/>
        <a:lstStyle/>
        <a:p>
          <a:endParaRPr lang="en-US"/>
        </a:p>
      </dgm:t>
    </dgm:pt>
    <dgm:pt modelId="{875B75DB-220D-4478-B41C-6292CBDBDD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You're using private IPv4 addresses inside a VPC </a:t>
          </a:r>
        </a:p>
      </dgm:t>
    </dgm:pt>
    <dgm:pt modelId="{4E4257A9-6376-4EC5-98E7-C54E6D35CEE1}" type="parTrans" cxnId="{663A8629-874A-4805-B15D-148C8525EE90}">
      <dgm:prSet/>
      <dgm:spPr/>
      <dgm:t>
        <a:bodyPr/>
        <a:lstStyle/>
        <a:p>
          <a:endParaRPr lang="en-US"/>
        </a:p>
      </dgm:t>
    </dgm:pt>
    <dgm:pt modelId="{1DC207D7-7384-4B60-AA01-943E8F9BB72B}" type="sibTrans" cxnId="{663A8629-874A-4805-B15D-148C8525EE90}">
      <dgm:prSet/>
      <dgm:spPr/>
      <dgm:t>
        <a:bodyPr/>
        <a:lstStyle/>
        <a:p>
          <a:endParaRPr lang="en-US"/>
        </a:p>
      </dgm:t>
    </dgm:pt>
    <dgm:pt modelId="{44571C2F-04A9-4DA0-B835-405EAE83C3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(Virtual Private Cloud).</a:t>
          </a:r>
        </a:p>
      </dgm:t>
    </dgm:pt>
    <dgm:pt modelId="{D9EFE0F5-7AE8-4174-86D7-80D412440E96}" type="parTrans" cxnId="{B60AE6D8-1C86-4381-B86C-B3FB18615087}">
      <dgm:prSet/>
      <dgm:spPr/>
      <dgm:t>
        <a:bodyPr/>
        <a:lstStyle/>
        <a:p>
          <a:endParaRPr lang="en-US"/>
        </a:p>
      </dgm:t>
    </dgm:pt>
    <dgm:pt modelId="{9EE49F5F-BFE5-4F84-BFD5-77072C56B47B}" type="sibTrans" cxnId="{B60AE6D8-1C86-4381-B86C-B3FB18615087}">
      <dgm:prSet/>
      <dgm:spPr/>
      <dgm:t>
        <a:bodyPr/>
        <a:lstStyle/>
        <a:p>
          <a:endParaRPr lang="en-US"/>
        </a:p>
      </dgm:t>
    </dgm:pt>
    <dgm:pt modelId="{27112700-6C7C-4EA8-AC36-6CCD7F861C5E}" type="pres">
      <dgm:prSet presAssocID="{CDD1A96C-7109-4659-8549-DC42D7FF53F9}" presName="root" presStyleCnt="0">
        <dgm:presLayoutVars>
          <dgm:dir/>
          <dgm:resizeHandles val="exact"/>
        </dgm:presLayoutVars>
      </dgm:prSet>
      <dgm:spPr/>
    </dgm:pt>
    <dgm:pt modelId="{0852A2D2-CC47-4201-9A79-30F68682BD1F}" type="pres">
      <dgm:prSet presAssocID="{696829FB-8911-475A-AC0D-DA593D07CB28}" presName="compNode" presStyleCnt="0"/>
      <dgm:spPr/>
    </dgm:pt>
    <dgm:pt modelId="{EF9BBAD1-9B91-4AFA-8D77-BC0EAE1E8127}" type="pres">
      <dgm:prSet presAssocID="{696829FB-8911-475A-AC0D-DA593D07CB28}" presName="bgRect" presStyleLbl="bgShp" presStyleIdx="0" presStyleCnt="7"/>
      <dgm:spPr/>
    </dgm:pt>
    <dgm:pt modelId="{C9E0E4C4-8534-4F0A-80A7-1874942BC5A3}" type="pres">
      <dgm:prSet presAssocID="{696829FB-8911-475A-AC0D-DA593D07CB28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6F8E7709-6B3C-4A85-9237-4C04EA9A6276}" type="pres">
      <dgm:prSet presAssocID="{696829FB-8911-475A-AC0D-DA593D07CB28}" presName="spaceRect" presStyleCnt="0"/>
      <dgm:spPr/>
    </dgm:pt>
    <dgm:pt modelId="{F0BC2D51-1F1A-4B90-8DB9-91F7F1281D1D}" type="pres">
      <dgm:prSet presAssocID="{696829FB-8911-475A-AC0D-DA593D07CB28}" presName="parTx" presStyleLbl="revTx" presStyleIdx="0" presStyleCnt="7">
        <dgm:presLayoutVars>
          <dgm:chMax val="0"/>
          <dgm:chPref val="0"/>
        </dgm:presLayoutVars>
      </dgm:prSet>
      <dgm:spPr/>
    </dgm:pt>
    <dgm:pt modelId="{F23BAE1E-74F3-44D7-A216-8C6725F96D3A}" type="pres">
      <dgm:prSet presAssocID="{8D9FD480-3706-42C7-AD26-081A9D4C89BC}" presName="sibTrans" presStyleCnt="0"/>
      <dgm:spPr/>
    </dgm:pt>
    <dgm:pt modelId="{245AB2B4-1D88-4ADF-A199-9327BC0DF38D}" type="pres">
      <dgm:prSet presAssocID="{29F747BD-C869-4FD6-B649-663F60C7BA77}" presName="compNode" presStyleCnt="0"/>
      <dgm:spPr/>
    </dgm:pt>
    <dgm:pt modelId="{7404D076-F2B0-439B-A2E7-4831D04C653E}" type="pres">
      <dgm:prSet presAssocID="{29F747BD-C869-4FD6-B649-663F60C7BA77}" presName="bgRect" presStyleLbl="bgShp" presStyleIdx="1" presStyleCnt="7"/>
      <dgm:spPr/>
    </dgm:pt>
    <dgm:pt modelId="{752A054E-9EDA-46E6-8B9F-E0269A60FC59}" type="pres">
      <dgm:prSet presAssocID="{29F747BD-C869-4FD6-B649-663F60C7BA77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C95F5B7-C0C5-42FD-8C8B-FD66E35D5EF9}" type="pres">
      <dgm:prSet presAssocID="{29F747BD-C869-4FD6-B649-663F60C7BA77}" presName="spaceRect" presStyleCnt="0"/>
      <dgm:spPr/>
    </dgm:pt>
    <dgm:pt modelId="{A84451AA-CED0-46D5-B22C-59BF852D3092}" type="pres">
      <dgm:prSet presAssocID="{29F747BD-C869-4FD6-B649-663F60C7BA77}" presName="parTx" presStyleLbl="revTx" presStyleIdx="1" presStyleCnt="7">
        <dgm:presLayoutVars>
          <dgm:chMax val="0"/>
          <dgm:chPref val="0"/>
        </dgm:presLayoutVars>
      </dgm:prSet>
      <dgm:spPr/>
    </dgm:pt>
    <dgm:pt modelId="{7CD86D2B-BAE0-4B4D-A7A5-0C352B9045F4}" type="pres">
      <dgm:prSet presAssocID="{94AFF143-2812-4068-A257-651CA84B9D3B}" presName="sibTrans" presStyleCnt="0"/>
      <dgm:spPr/>
    </dgm:pt>
    <dgm:pt modelId="{216B22FA-D2A6-4D4B-8726-841EDFD68480}" type="pres">
      <dgm:prSet presAssocID="{52E78ABD-1DF3-404E-9FF3-1E7B004F5A84}" presName="compNode" presStyleCnt="0"/>
      <dgm:spPr/>
    </dgm:pt>
    <dgm:pt modelId="{CDD5A4E5-5C55-4616-9DBC-99078DE87F0B}" type="pres">
      <dgm:prSet presAssocID="{52E78ABD-1DF3-404E-9FF3-1E7B004F5A84}" presName="bgRect" presStyleLbl="bgShp" presStyleIdx="2" presStyleCnt="7"/>
      <dgm:spPr/>
    </dgm:pt>
    <dgm:pt modelId="{501C1DBB-91BD-460E-923F-C8E3342F25D8}" type="pres">
      <dgm:prSet presAssocID="{52E78ABD-1DF3-404E-9FF3-1E7B004F5A84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B6B747D-860B-4E30-8EDE-1137E8F6FA3E}" type="pres">
      <dgm:prSet presAssocID="{52E78ABD-1DF3-404E-9FF3-1E7B004F5A84}" presName="spaceRect" presStyleCnt="0"/>
      <dgm:spPr/>
    </dgm:pt>
    <dgm:pt modelId="{BCC2D160-9F76-4A3A-8042-8B4BD845E2FE}" type="pres">
      <dgm:prSet presAssocID="{52E78ABD-1DF3-404E-9FF3-1E7B004F5A84}" presName="parTx" presStyleLbl="revTx" presStyleIdx="2" presStyleCnt="7">
        <dgm:presLayoutVars>
          <dgm:chMax val="0"/>
          <dgm:chPref val="0"/>
        </dgm:presLayoutVars>
      </dgm:prSet>
      <dgm:spPr/>
    </dgm:pt>
    <dgm:pt modelId="{5B23B8B9-ED6E-40E2-A804-F7FC1E4F36EC}" type="pres">
      <dgm:prSet presAssocID="{93925BBC-CE1C-42E9-8757-ABAE977EEE12}" presName="sibTrans" presStyleCnt="0"/>
      <dgm:spPr/>
    </dgm:pt>
    <dgm:pt modelId="{F1EB6213-2AF0-4A31-9ED3-F78498AC49AD}" type="pres">
      <dgm:prSet presAssocID="{A39D0FA6-D0E8-41DB-9375-04905C897F63}" presName="compNode" presStyleCnt="0"/>
      <dgm:spPr/>
    </dgm:pt>
    <dgm:pt modelId="{FD77F72E-316E-4425-88D4-38CA2278F65A}" type="pres">
      <dgm:prSet presAssocID="{A39D0FA6-D0E8-41DB-9375-04905C897F63}" presName="bgRect" presStyleLbl="bgShp" presStyleIdx="3" presStyleCnt="7"/>
      <dgm:spPr/>
    </dgm:pt>
    <dgm:pt modelId="{E57E4A25-38F5-4F4F-A339-79332825C9F5}" type="pres">
      <dgm:prSet presAssocID="{A39D0FA6-D0E8-41DB-9375-04905C897F63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0AA2A7D-5403-4CBB-92AD-725AEBB64AC3}" type="pres">
      <dgm:prSet presAssocID="{A39D0FA6-D0E8-41DB-9375-04905C897F63}" presName="spaceRect" presStyleCnt="0"/>
      <dgm:spPr/>
    </dgm:pt>
    <dgm:pt modelId="{522F4CDD-5CED-4A3C-9E69-059CD08E08A5}" type="pres">
      <dgm:prSet presAssocID="{A39D0FA6-D0E8-41DB-9375-04905C897F63}" presName="parTx" presStyleLbl="revTx" presStyleIdx="3" presStyleCnt="7">
        <dgm:presLayoutVars>
          <dgm:chMax val="0"/>
          <dgm:chPref val="0"/>
        </dgm:presLayoutVars>
      </dgm:prSet>
      <dgm:spPr/>
    </dgm:pt>
    <dgm:pt modelId="{72D67320-FFE2-426E-AB0F-BAD4BF807937}" type="pres">
      <dgm:prSet presAssocID="{CFC9FD6C-D666-4054-AD19-D78865881F6C}" presName="sibTrans" presStyleCnt="0"/>
      <dgm:spPr/>
    </dgm:pt>
    <dgm:pt modelId="{9EE27CE0-340D-46ED-A9DA-4BAF700C0BDB}" type="pres">
      <dgm:prSet presAssocID="{C44F9B6A-7CFF-4A53-A1C6-28B951D6B810}" presName="compNode" presStyleCnt="0"/>
      <dgm:spPr/>
    </dgm:pt>
    <dgm:pt modelId="{CEC4979B-9755-447B-9110-619A82D325A7}" type="pres">
      <dgm:prSet presAssocID="{C44F9B6A-7CFF-4A53-A1C6-28B951D6B810}" presName="bgRect" presStyleLbl="bgShp" presStyleIdx="4" presStyleCnt="7"/>
      <dgm:spPr/>
    </dgm:pt>
    <dgm:pt modelId="{A579D34F-50EC-4343-B560-789EDEB0A721}" type="pres">
      <dgm:prSet presAssocID="{C44F9B6A-7CFF-4A53-A1C6-28B951D6B810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DA5219EF-BFE2-481A-A949-FE26972130B6}" type="pres">
      <dgm:prSet presAssocID="{C44F9B6A-7CFF-4A53-A1C6-28B951D6B810}" presName="spaceRect" presStyleCnt="0"/>
      <dgm:spPr/>
    </dgm:pt>
    <dgm:pt modelId="{420D967B-F39E-4B34-8229-26152A115491}" type="pres">
      <dgm:prSet presAssocID="{C44F9B6A-7CFF-4A53-A1C6-28B951D6B810}" presName="parTx" presStyleLbl="revTx" presStyleIdx="4" presStyleCnt="7">
        <dgm:presLayoutVars>
          <dgm:chMax val="0"/>
          <dgm:chPref val="0"/>
        </dgm:presLayoutVars>
      </dgm:prSet>
      <dgm:spPr/>
    </dgm:pt>
    <dgm:pt modelId="{BB55AB3D-31B9-41A2-B921-9CA4FAC0F9F5}" type="pres">
      <dgm:prSet presAssocID="{5B7AFD32-69E8-475C-BDEF-E26FF39BB88D}" presName="sibTrans" presStyleCnt="0"/>
      <dgm:spPr/>
    </dgm:pt>
    <dgm:pt modelId="{D1942183-C046-4EA2-A8B6-709F8DA92A4C}" type="pres">
      <dgm:prSet presAssocID="{875B75DB-220D-4478-B41C-6292CBDBDD1B}" presName="compNode" presStyleCnt="0"/>
      <dgm:spPr/>
    </dgm:pt>
    <dgm:pt modelId="{CF3ED880-8418-46D6-8282-370F903FD2CD}" type="pres">
      <dgm:prSet presAssocID="{875B75DB-220D-4478-B41C-6292CBDBDD1B}" presName="bgRect" presStyleLbl="bgShp" presStyleIdx="5" presStyleCnt="7"/>
      <dgm:spPr/>
    </dgm:pt>
    <dgm:pt modelId="{97ECD667-CD75-4D50-B4D9-DD56125980B3}" type="pres">
      <dgm:prSet presAssocID="{875B75DB-220D-4478-B41C-6292CBDBDD1B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6601EFD-64F7-4167-AF54-4D34211B1CDC}" type="pres">
      <dgm:prSet presAssocID="{875B75DB-220D-4478-B41C-6292CBDBDD1B}" presName="spaceRect" presStyleCnt="0"/>
      <dgm:spPr/>
    </dgm:pt>
    <dgm:pt modelId="{9CB33A89-35D6-4F76-BA64-E6C232345EED}" type="pres">
      <dgm:prSet presAssocID="{875B75DB-220D-4478-B41C-6292CBDBDD1B}" presName="parTx" presStyleLbl="revTx" presStyleIdx="5" presStyleCnt="7">
        <dgm:presLayoutVars>
          <dgm:chMax val="0"/>
          <dgm:chPref val="0"/>
        </dgm:presLayoutVars>
      </dgm:prSet>
      <dgm:spPr/>
    </dgm:pt>
    <dgm:pt modelId="{B6BAF3D7-233D-4283-94A2-50CC019032CC}" type="pres">
      <dgm:prSet presAssocID="{1DC207D7-7384-4B60-AA01-943E8F9BB72B}" presName="sibTrans" presStyleCnt="0"/>
      <dgm:spPr/>
    </dgm:pt>
    <dgm:pt modelId="{4FBFB6B6-5D0C-43E2-8D35-39E99668D915}" type="pres">
      <dgm:prSet presAssocID="{44571C2F-04A9-4DA0-B835-405EAE83C333}" presName="compNode" presStyleCnt="0"/>
      <dgm:spPr/>
    </dgm:pt>
    <dgm:pt modelId="{3CB72875-55F9-45FF-BD6A-4EBDE86C245B}" type="pres">
      <dgm:prSet presAssocID="{44571C2F-04A9-4DA0-B835-405EAE83C333}" presName="bgRect" presStyleLbl="bgShp" presStyleIdx="6" presStyleCnt="7"/>
      <dgm:spPr/>
    </dgm:pt>
    <dgm:pt modelId="{F96D3869-59AC-48F3-AE60-AF9DEB03F948}" type="pres">
      <dgm:prSet presAssocID="{44571C2F-04A9-4DA0-B835-405EAE83C333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9A8AE48F-1CA7-4060-8A72-8F7E9498C08A}" type="pres">
      <dgm:prSet presAssocID="{44571C2F-04A9-4DA0-B835-405EAE83C333}" presName="spaceRect" presStyleCnt="0"/>
      <dgm:spPr/>
    </dgm:pt>
    <dgm:pt modelId="{CC1B8FD8-C48E-470A-8BC0-9C022EB6ED13}" type="pres">
      <dgm:prSet presAssocID="{44571C2F-04A9-4DA0-B835-405EAE83C333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4166CB0E-A6E3-40F3-A926-8D7CA40EC95D}" type="presOf" srcId="{52E78ABD-1DF3-404E-9FF3-1E7B004F5A84}" destId="{BCC2D160-9F76-4A3A-8042-8B4BD845E2FE}" srcOrd="0" destOrd="0" presId="urn:microsoft.com/office/officeart/2018/2/layout/IconVerticalSolidList"/>
    <dgm:cxn modelId="{663A8629-874A-4805-B15D-148C8525EE90}" srcId="{CDD1A96C-7109-4659-8549-DC42D7FF53F9}" destId="{875B75DB-220D-4478-B41C-6292CBDBDD1B}" srcOrd="5" destOrd="0" parTransId="{4E4257A9-6376-4EC5-98E7-C54E6D35CEE1}" sibTransId="{1DC207D7-7384-4B60-AA01-943E8F9BB72B}"/>
    <dgm:cxn modelId="{1E17772B-544E-4B3C-AC55-14A1AE33565A}" srcId="{CDD1A96C-7109-4659-8549-DC42D7FF53F9}" destId="{C44F9B6A-7CFF-4A53-A1C6-28B951D6B810}" srcOrd="4" destOrd="0" parTransId="{F334B6B5-F5F3-4154-B0E4-C6B0F274FE44}" sibTransId="{5B7AFD32-69E8-475C-BDEF-E26FF39BB88D}"/>
    <dgm:cxn modelId="{4126BC4B-862E-4D7D-A130-1E52B5941151}" type="presOf" srcId="{C44F9B6A-7CFF-4A53-A1C6-28B951D6B810}" destId="{420D967B-F39E-4B34-8229-26152A115491}" srcOrd="0" destOrd="0" presId="urn:microsoft.com/office/officeart/2018/2/layout/IconVerticalSolidList"/>
    <dgm:cxn modelId="{803DC06F-D812-404F-88D4-D118FCBB10C4}" srcId="{CDD1A96C-7109-4659-8549-DC42D7FF53F9}" destId="{52E78ABD-1DF3-404E-9FF3-1E7B004F5A84}" srcOrd="2" destOrd="0" parTransId="{2457F687-7B84-4A26-B589-D8EB9318BB2B}" sibTransId="{93925BBC-CE1C-42E9-8757-ABAE977EEE12}"/>
    <dgm:cxn modelId="{C00BA352-A0CB-45FC-A2D2-D40B8FBF03D3}" srcId="{CDD1A96C-7109-4659-8549-DC42D7FF53F9}" destId="{A39D0FA6-D0E8-41DB-9375-04905C897F63}" srcOrd="3" destOrd="0" parTransId="{93101842-205F-47DB-BE66-749712772DDE}" sibTransId="{CFC9FD6C-D666-4054-AD19-D78865881F6C}"/>
    <dgm:cxn modelId="{9A089377-DEB1-4A6A-88C5-08D74B21ECA5}" type="presOf" srcId="{696829FB-8911-475A-AC0D-DA593D07CB28}" destId="{F0BC2D51-1F1A-4B90-8DB9-91F7F1281D1D}" srcOrd="0" destOrd="0" presId="urn:microsoft.com/office/officeart/2018/2/layout/IconVerticalSolidList"/>
    <dgm:cxn modelId="{F4280D83-B670-40B6-9789-2C73061F09DF}" srcId="{CDD1A96C-7109-4659-8549-DC42D7FF53F9}" destId="{696829FB-8911-475A-AC0D-DA593D07CB28}" srcOrd="0" destOrd="0" parTransId="{2C4C572F-F6FD-4655-880F-DB52C128696D}" sibTransId="{8D9FD480-3706-42C7-AD26-081A9D4C89BC}"/>
    <dgm:cxn modelId="{C1197E9E-223B-44E6-B636-BA05AAEDD12B}" type="presOf" srcId="{A39D0FA6-D0E8-41DB-9375-04905C897F63}" destId="{522F4CDD-5CED-4A3C-9E69-059CD08E08A5}" srcOrd="0" destOrd="0" presId="urn:microsoft.com/office/officeart/2018/2/layout/IconVerticalSolidList"/>
    <dgm:cxn modelId="{7905D4A1-3BA0-4ECD-8F8E-7E179CDA3A8A}" type="presOf" srcId="{CDD1A96C-7109-4659-8549-DC42D7FF53F9}" destId="{27112700-6C7C-4EA8-AC36-6CCD7F861C5E}" srcOrd="0" destOrd="0" presId="urn:microsoft.com/office/officeart/2018/2/layout/IconVerticalSolidList"/>
    <dgm:cxn modelId="{4C2746A3-EC04-486B-8204-76CC8DEF2161}" type="presOf" srcId="{29F747BD-C869-4FD6-B649-663F60C7BA77}" destId="{A84451AA-CED0-46D5-B22C-59BF852D3092}" srcOrd="0" destOrd="0" presId="urn:microsoft.com/office/officeart/2018/2/layout/IconVerticalSolidList"/>
    <dgm:cxn modelId="{C639BFBD-B78A-4D66-9873-F156873FF983}" type="presOf" srcId="{875B75DB-220D-4478-B41C-6292CBDBDD1B}" destId="{9CB33A89-35D6-4F76-BA64-E6C232345EED}" srcOrd="0" destOrd="0" presId="urn:microsoft.com/office/officeart/2018/2/layout/IconVerticalSolidList"/>
    <dgm:cxn modelId="{21CCF6D2-7B18-4845-A7BE-21B00550B6F5}" srcId="{CDD1A96C-7109-4659-8549-DC42D7FF53F9}" destId="{29F747BD-C869-4FD6-B649-663F60C7BA77}" srcOrd="1" destOrd="0" parTransId="{F13B4D84-EDE7-4BB7-A1A0-FE49A2CFDA37}" sibTransId="{94AFF143-2812-4068-A257-651CA84B9D3B}"/>
    <dgm:cxn modelId="{B60AE6D8-1C86-4381-B86C-B3FB18615087}" srcId="{CDD1A96C-7109-4659-8549-DC42D7FF53F9}" destId="{44571C2F-04A9-4DA0-B835-405EAE83C333}" srcOrd="6" destOrd="0" parTransId="{D9EFE0F5-7AE8-4174-86D7-80D412440E96}" sibTransId="{9EE49F5F-BFE5-4F84-BFD5-77072C56B47B}"/>
    <dgm:cxn modelId="{8E66BCE2-BD88-41EE-9A79-C0454A403932}" type="presOf" srcId="{44571C2F-04A9-4DA0-B835-405EAE83C333}" destId="{CC1B8FD8-C48E-470A-8BC0-9C022EB6ED13}" srcOrd="0" destOrd="0" presId="urn:microsoft.com/office/officeart/2018/2/layout/IconVerticalSolidList"/>
    <dgm:cxn modelId="{E3D52DB9-EE38-481E-BA8B-668FF2F6B06B}" type="presParOf" srcId="{27112700-6C7C-4EA8-AC36-6CCD7F861C5E}" destId="{0852A2D2-CC47-4201-9A79-30F68682BD1F}" srcOrd="0" destOrd="0" presId="urn:microsoft.com/office/officeart/2018/2/layout/IconVerticalSolidList"/>
    <dgm:cxn modelId="{89C3381A-820C-4C7C-87E6-F6C250D4CBBD}" type="presParOf" srcId="{0852A2D2-CC47-4201-9A79-30F68682BD1F}" destId="{EF9BBAD1-9B91-4AFA-8D77-BC0EAE1E8127}" srcOrd="0" destOrd="0" presId="urn:microsoft.com/office/officeart/2018/2/layout/IconVerticalSolidList"/>
    <dgm:cxn modelId="{EFE3651F-C13E-4227-8F87-AE90D415B635}" type="presParOf" srcId="{0852A2D2-CC47-4201-9A79-30F68682BD1F}" destId="{C9E0E4C4-8534-4F0A-80A7-1874942BC5A3}" srcOrd="1" destOrd="0" presId="urn:microsoft.com/office/officeart/2018/2/layout/IconVerticalSolidList"/>
    <dgm:cxn modelId="{CD07265D-73E1-430E-A5D5-7797B4A5780E}" type="presParOf" srcId="{0852A2D2-CC47-4201-9A79-30F68682BD1F}" destId="{6F8E7709-6B3C-4A85-9237-4C04EA9A6276}" srcOrd="2" destOrd="0" presId="urn:microsoft.com/office/officeart/2018/2/layout/IconVerticalSolidList"/>
    <dgm:cxn modelId="{C6C900E1-6A9B-4DB3-AB2D-3144FDD1096D}" type="presParOf" srcId="{0852A2D2-CC47-4201-9A79-30F68682BD1F}" destId="{F0BC2D51-1F1A-4B90-8DB9-91F7F1281D1D}" srcOrd="3" destOrd="0" presId="urn:microsoft.com/office/officeart/2018/2/layout/IconVerticalSolidList"/>
    <dgm:cxn modelId="{F1CCD927-2BC0-4A39-8759-C411CCF04602}" type="presParOf" srcId="{27112700-6C7C-4EA8-AC36-6CCD7F861C5E}" destId="{F23BAE1E-74F3-44D7-A216-8C6725F96D3A}" srcOrd="1" destOrd="0" presId="urn:microsoft.com/office/officeart/2018/2/layout/IconVerticalSolidList"/>
    <dgm:cxn modelId="{0B37FA67-E749-43C2-8B3F-0FD5DE496C06}" type="presParOf" srcId="{27112700-6C7C-4EA8-AC36-6CCD7F861C5E}" destId="{245AB2B4-1D88-4ADF-A199-9327BC0DF38D}" srcOrd="2" destOrd="0" presId="urn:microsoft.com/office/officeart/2018/2/layout/IconVerticalSolidList"/>
    <dgm:cxn modelId="{9FAE7A19-5B17-466A-8604-556FD43EC7F7}" type="presParOf" srcId="{245AB2B4-1D88-4ADF-A199-9327BC0DF38D}" destId="{7404D076-F2B0-439B-A2E7-4831D04C653E}" srcOrd="0" destOrd="0" presId="urn:microsoft.com/office/officeart/2018/2/layout/IconVerticalSolidList"/>
    <dgm:cxn modelId="{780684B9-088F-468F-A48D-9C8156259011}" type="presParOf" srcId="{245AB2B4-1D88-4ADF-A199-9327BC0DF38D}" destId="{752A054E-9EDA-46E6-8B9F-E0269A60FC59}" srcOrd="1" destOrd="0" presId="urn:microsoft.com/office/officeart/2018/2/layout/IconVerticalSolidList"/>
    <dgm:cxn modelId="{CBB8D275-2F4D-4EDE-8F08-D27D105E6AD1}" type="presParOf" srcId="{245AB2B4-1D88-4ADF-A199-9327BC0DF38D}" destId="{DC95F5B7-C0C5-42FD-8C8B-FD66E35D5EF9}" srcOrd="2" destOrd="0" presId="urn:microsoft.com/office/officeart/2018/2/layout/IconVerticalSolidList"/>
    <dgm:cxn modelId="{684585DD-3976-4AF2-B53C-9B75D471A19E}" type="presParOf" srcId="{245AB2B4-1D88-4ADF-A199-9327BC0DF38D}" destId="{A84451AA-CED0-46D5-B22C-59BF852D3092}" srcOrd="3" destOrd="0" presId="urn:microsoft.com/office/officeart/2018/2/layout/IconVerticalSolidList"/>
    <dgm:cxn modelId="{087B829B-7466-4844-B3A8-C5938101D363}" type="presParOf" srcId="{27112700-6C7C-4EA8-AC36-6CCD7F861C5E}" destId="{7CD86D2B-BAE0-4B4D-A7A5-0C352B9045F4}" srcOrd="3" destOrd="0" presId="urn:microsoft.com/office/officeart/2018/2/layout/IconVerticalSolidList"/>
    <dgm:cxn modelId="{418329E5-DAB1-49E7-8D5F-6C7A174D789F}" type="presParOf" srcId="{27112700-6C7C-4EA8-AC36-6CCD7F861C5E}" destId="{216B22FA-D2A6-4D4B-8726-841EDFD68480}" srcOrd="4" destOrd="0" presId="urn:microsoft.com/office/officeart/2018/2/layout/IconVerticalSolidList"/>
    <dgm:cxn modelId="{89CF4BBD-7C61-4F7D-B667-275474EC25E7}" type="presParOf" srcId="{216B22FA-D2A6-4D4B-8726-841EDFD68480}" destId="{CDD5A4E5-5C55-4616-9DBC-99078DE87F0B}" srcOrd="0" destOrd="0" presId="urn:microsoft.com/office/officeart/2018/2/layout/IconVerticalSolidList"/>
    <dgm:cxn modelId="{20ABB42C-39A4-4BAC-8EDD-6226C6A2A27C}" type="presParOf" srcId="{216B22FA-D2A6-4D4B-8726-841EDFD68480}" destId="{501C1DBB-91BD-460E-923F-C8E3342F25D8}" srcOrd="1" destOrd="0" presId="urn:microsoft.com/office/officeart/2018/2/layout/IconVerticalSolidList"/>
    <dgm:cxn modelId="{8DF56F79-4022-43CE-AF6B-5AE23E07E70B}" type="presParOf" srcId="{216B22FA-D2A6-4D4B-8726-841EDFD68480}" destId="{6B6B747D-860B-4E30-8EDE-1137E8F6FA3E}" srcOrd="2" destOrd="0" presId="urn:microsoft.com/office/officeart/2018/2/layout/IconVerticalSolidList"/>
    <dgm:cxn modelId="{1DF25F9A-D1A1-4658-9FFE-16E782C9476A}" type="presParOf" srcId="{216B22FA-D2A6-4D4B-8726-841EDFD68480}" destId="{BCC2D160-9F76-4A3A-8042-8B4BD845E2FE}" srcOrd="3" destOrd="0" presId="urn:microsoft.com/office/officeart/2018/2/layout/IconVerticalSolidList"/>
    <dgm:cxn modelId="{82485CCD-D4F8-41E9-B83D-88EC606932A7}" type="presParOf" srcId="{27112700-6C7C-4EA8-AC36-6CCD7F861C5E}" destId="{5B23B8B9-ED6E-40E2-A804-F7FC1E4F36EC}" srcOrd="5" destOrd="0" presId="urn:microsoft.com/office/officeart/2018/2/layout/IconVerticalSolidList"/>
    <dgm:cxn modelId="{3017A17B-528B-4BF4-ACC1-09E8536D72C5}" type="presParOf" srcId="{27112700-6C7C-4EA8-AC36-6CCD7F861C5E}" destId="{F1EB6213-2AF0-4A31-9ED3-F78498AC49AD}" srcOrd="6" destOrd="0" presId="urn:microsoft.com/office/officeart/2018/2/layout/IconVerticalSolidList"/>
    <dgm:cxn modelId="{275D7E99-A239-4203-9A19-837265290FD0}" type="presParOf" srcId="{F1EB6213-2AF0-4A31-9ED3-F78498AC49AD}" destId="{FD77F72E-316E-4425-88D4-38CA2278F65A}" srcOrd="0" destOrd="0" presId="urn:microsoft.com/office/officeart/2018/2/layout/IconVerticalSolidList"/>
    <dgm:cxn modelId="{5F5B0E99-1452-4D53-B1F7-C15B4E5ABE61}" type="presParOf" srcId="{F1EB6213-2AF0-4A31-9ED3-F78498AC49AD}" destId="{E57E4A25-38F5-4F4F-A339-79332825C9F5}" srcOrd="1" destOrd="0" presId="urn:microsoft.com/office/officeart/2018/2/layout/IconVerticalSolidList"/>
    <dgm:cxn modelId="{98BC21C7-87F5-49C5-A6BC-9A4213457FFD}" type="presParOf" srcId="{F1EB6213-2AF0-4A31-9ED3-F78498AC49AD}" destId="{A0AA2A7D-5403-4CBB-92AD-725AEBB64AC3}" srcOrd="2" destOrd="0" presId="urn:microsoft.com/office/officeart/2018/2/layout/IconVerticalSolidList"/>
    <dgm:cxn modelId="{29225554-CCF0-4EA2-B64C-573BD72DD8A0}" type="presParOf" srcId="{F1EB6213-2AF0-4A31-9ED3-F78498AC49AD}" destId="{522F4CDD-5CED-4A3C-9E69-059CD08E08A5}" srcOrd="3" destOrd="0" presId="urn:microsoft.com/office/officeart/2018/2/layout/IconVerticalSolidList"/>
    <dgm:cxn modelId="{66262EFA-FF9D-4817-A9B5-FCEDC06356FE}" type="presParOf" srcId="{27112700-6C7C-4EA8-AC36-6CCD7F861C5E}" destId="{72D67320-FFE2-426E-AB0F-BAD4BF807937}" srcOrd="7" destOrd="0" presId="urn:microsoft.com/office/officeart/2018/2/layout/IconVerticalSolidList"/>
    <dgm:cxn modelId="{76EF3EDB-76F7-47B6-9F69-E76EB5CEDF8C}" type="presParOf" srcId="{27112700-6C7C-4EA8-AC36-6CCD7F861C5E}" destId="{9EE27CE0-340D-46ED-A9DA-4BAF700C0BDB}" srcOrd="8" destOrd="0" presId="urn:microsoft.com/office/officeart/2018/2/layout/IconVerticalSolidList"/>
    <dgm:cxn modelId="{51C8AA50-5C1E-4161-ABC6-3D1E54935D1A}" type="presParOf" srcId="{9EE27CE0-340D-46ED-A9DA-4BAF700C0BDB}" destId="{CEC4979B-9755-447B-9110-619A82D325A7}" srcOrd="0" destOrd="0" presId="urn:microsoft.com/office/officeart/2018/2/layout/IconVerticalSolidList"/>
    <dgm:cxn modelId="{BAE56B3E-6AEB-4D93-ADB4-91E37A474D08}" type="presParOf" srcId="{9EE27CE0-340D-46ED-A9DA-4BAF700C0BDB}" destId="{A579D34F-50EC-4343-B560-789EDEB0A721}" srcOrd="1" destOrd="0" presId="urn:microsoft.com/office/officeart/2018/2/layout/IconVerticalSolidList"/>
    <dgm:cxn modelId="{F2C17D64-E6E6-4DFA-B41F-66A50969073D}" type="presParOf" srcId="{9EE27CE0-340D-46ED-A9DA-4BAF700C0BDB}" destId="{DA5219EF-BFE2-481A-A949-FE26972130B6}" srcOrd="2" destOrd="0" presId="urn:microsoft.com/office/officeart/2018/2/layout/IconVerticalSolidList"/>
    <dgm:cxn modelId="{05BD2A90-8EE7-4CC3-A976-8A995957C361}" type="presParOf" srcId="{9EE27CE0-340D-46ED-A9DA-4BAF700C0BDB}" destId="{420D967B-F39E-4B34-8229-26152A115491}" srcOrd="3" destOrd="0" presId="urn:microsoft.com/office/officeart/2018/2/layout/IconVerticalSolidList"/>
    <dgm:cxn modelId="{B96F82EA-2B60-40B5-B980-6477B97F6B3D}" type="presParOf" srcId="{27112700-6C7C-4EA8-AC36-6CCD7F861C5E}" destId="{BB55AB3D-31B9-41A2-B921-9CA4FAC0F9F5}" srcOrd="9" destOrd="0" presId="urn:microsoft.com/office/officeart/2018/2/layout/IconVerticalSolidList"/>
    <dgm:cxn modelId="{8D0106A6-8D1F-434C-8058-4082A9C6D459}" type="presParOf" srcId="{27112700-6C7C-4EA8-AC36-6CCD7F861C5E}" destId="{D1942183-C046-4EA2-A8B6-709F8DA92A4C}" srcOrd="10" destOrd="0" presId="urn:microsoft.com/office/officeart/2018/2/layout/IconVerticalSolidList"/>
    <dgm:cxn modelId="{2915F31E-2DE2-486D-9310-0D1C15AC9A5A}" type="presParOf" srcId="{D1942183-C046-4EA2-A8B6-709F8DA92A4C}" destId="{CF3ED880-8418-46D6-8282-370F903FD2CD}" srcOrd="0" destOrd="0" presId="urn:microsoft.com/office/officeart/2018/2/layout/IconVerticalSolidList"/>
    <dgm:cxn modelId="{C30D79CC-CC10-4FCD-8544-50A412BF65AE}" type="presParOf" srcId="{D1942183-C046-4EA2-A8B6-709F8DA92A4C}" destId="{97ECD667-CD75-4D50-B4D9-DD56125980B3}" srcOrd="1" destOrd="0" presId="urn:microsoft.com/office/officeart/2018/2/layout/IconVerticalSolidList"/>
    <dgm:cxn modelId="{648CD51A-E30B-48B8-8833-B25232F18F20}" type="presParOf" srcId="{D1942183-C046-4EA2-A8B6-709F8DA92A4C}" destId="{86601EFD-64F7-4167-AF54-4D34211B1CDC}" srcOrd="2" destOrd="0" presId="urn:microsoft.com/office/officeart/2018/2/layout/IconVerticalSolidList"/>
    <dgm:cxn modelId="{C28B9210-E90C-45BD-BE58-18A456EC4208}" type="presParOf" srcId="{D1942183-C046-4EA2-A8B6-709F8DA92A4C}" destId="{9CB33A89-35D6-4F76-BA64-E6C232345EED}" srcOrd="3" destOrd="0" presId="urn:microsoft.com/office/officeart/2018/2/layout/IconVerticalSolidList"/>
    <dgm:cxn modelId="{60D1808A-9EDA-4278-ACC4-FFDCDE123A9D}" type="presParOf" srcId="{27112700-6C7C-4EA8-AC36-6CCD7F861C5E}" destId="{B6BAF3D7-233D-4283-94A2-50CC019032CC}" srcOrd="11" destOrd="0" presId="urn:microsoft.com/office/officeart/2018/2/layout/IconVerticalSolidList"/>
    <dgm:cxn modelId="{EE093FEB-B373-4DC2-A446-6777D576688C}" type="presParOf" srcId="{27112700-6C7C-4EA8-AC36-6CCD7F861C5E}" destId="{4FBFB6B6-5D0C-43E2-8D35-39E99668D915}" srcOrd="12" destOrd="0" presId="urn:microsoft.com/office/officeart/2018/2/layout/IconVerticalSolidList"/>
    <dgm:cxn modelId="{FE34CFC1-BDE3-4F69-A446-6C368653F713}" type="presParOf" srcId="{4FBFB6B6-5D0C-43E2-8D35-39E99668D915}" destId="{3CB72875-55F9-45FF-BD6A-4EBDE86C245B}" srcOrd="0" destOrd="0" presId="urn:microsoft.com/office/officeart/2018/2/layout/IconVerticalSolidList"/>
    <dgm:cxn modelId="{CB43B768-1C71-4FB1-9263-37D8ABBBA012}" type="presParOf" srcId="{4FBFB6B6-5D0C-43E2-8D35-39E99668D915}" destId="{F96D3869-59AC-48F3-AE60-AF9DEB03F948}" srcOrd="1" destOrd="0" presId="urn:microsoft.com/office/officeart/2018/2/layout/IconVerticalSolidList"/>
    <dgm:cxn modelId="{7B31387A-F00E-4463-8360-0D7CD616FEB4}" type="presParOf" srcId="{4FBFB6B6-5D0C-43E2-8D35-39E99668D915}" destId="{9A8AE48F-1CA7-4060-8A72-8F7E9498C08A}" srcOrd="2" destOrd="0" presId="urn:microsoft.com/office/officeart/2018/2/layout/IconVerticalSolidList"/>
    <dgm:cxn modelId="{ECEAC8EF-4863-4BE4-906B-02EDC9E731F6}" type="presParOf" srcId="{4FBFB6B6-5D0C-43E2-8D35-39E99668D915}" destId="{CC1B8FD8-C48E-470A-8BC0-9C022EB6ED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3E03FE-59FA-4C11-88D9-C262CFB18657}">
      <dsp:nvSpPr>
        <dsp:cNvPr id="0" name=""/>
        <dsp:cNvSpPr/>
      </dsp:nvSpPr>
      <dsp:spPr>
        <a:xfrm>
          <a:off x="0" y="1871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D40498-FD98-4573-B305-740636DC4199}">
      <dsp:nvSpPr>
        <dsp:cNvPr id="0" name=""/>
        <dsp:cNvSpPr/>
      </dsp:nvSpPr>
      <dsp:spPr>
        <a:xfrm>
          <a:off x="241286" y="181340"/>
          <a:ext cx="438702" cy="4387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8018C7-3EEB-42E2-A17E-7C91E8F693EA}">
      <dsp:nvSpPr>
        <dsp:cNvPr id="0" name=""/>
        <dsp:cNvSpPr/>
      </dsp:nvSpPr>
      <dsp:spPr>
        <a:xfrm>
          <a:off x="921274" y="1871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An ENI is a virtual network interface that you can attach to an EC2 instance.</a:t>
          </a:r>
        </a:p>
      </dsp:txBody>
      <dsp:txXfrm>
        <a:off x="921274" y="1871"/>
        <a:ext cx="6028165" cy="797640"/>
      </dsp:txXfrm>
    </dsp:sp>
    <dsp:sp modelId="{D690DF20-0ED8-4E6F-9899-5D6A0DBF17C6}">
      <dsp:nvSpPr>
        <dsp:cNvPr id="0" name=""/>
        <dsp:cNvSpPr/>
      </dsp:nvSpPr>
      <dsp:spPr>
        <a:xfrm>
          <a:off x="0" y="998922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778C85-25B0-4B1E-A9AD-DCF50B3423FC}">
      <dsp:nvSpPr>
        <dsp:cNvPr id="0" name=""/>
        <dsp:cNvSpPr/>
      </dsp:nvSpPr>
      <dsp:spPr>
        <a:xfrm>
          <a:off x="241286" y="1178391"/>
          <a:ext cx="438702" cy="4387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794D96-CB25-42CF-B631-50D21BB2CC63}">
      <dsp:nvSpPr>
        <dsp:cNvPr id="0" name=""/>
        <dsp:cNvSpPr/>
      </dsp:nvSpPr>
      <dsp:spPr>
        <a:xfrm>
          <a:off x="921274" y="998922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It includes:</a:t>
          </a:r>
        </a:p>
      </dsp:txBody>
      <dsp:txXfrm>
        <a:off x="921274" y="998922"/>
        <a:ext cx="6028165" cy="797640"/>
      </dsp:txXfrm>
    </dsp:sp>
    <dsp:sp modelId="{515A8730-B6BC-4B95-BD56-DAF0380F7A1E}">
      <dsp:nvSpPr>
        <dsp:cNvPr id="0" name=""/>
        <dsp:cNvSpPr/>
      </dsp:nvSpPr>
      <dsp:spPr>
        <a:xfrm>
          <a:off x="0" y="1995973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421C91-8003-4FB4-BB8E-3D15D90CCA7B}">
      <dsp:nvSpPr>
        <dsp:cNvPr id="0" name=""/>
        <dsp:cNvSpPr/>
      </dsp:nvSpPr>
      <dsp:spPr>
        <a:xfrm>
          <a:off x="241286" y="2175442"/>
          <a:ext cx="438702" cy="4387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28D7E-A24E-4D5E-AFA4-58E9CE004D2D}">
      <dsp:nvSpPr>
        <dsp:cNvPr id="0" name=""/>
        <dsp:cNvSpPr/>
      </dsp:nvSpPr>
      <dsp:spPr>
        <a:xfrm>
          <a:off x="921274" y="1995973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private IPv4 address</a:t>
          </a:r>
        </a:p>
      </dsp:txBody>
      <dsp:txXfrm>
        <a:off x="921274" y="1995973"/>
        <a:ext cx="6028165" cy="797640"/>
      </dsp:txXfrm>
    </dsp:sp>
    <dsp:sp modelId="{221409DF-7486-40B2-934A-F1BDDA192A9E}">
      <dsp:nvSpPr>
        <dsp:cNvPr id="0" name=""/>
        <dsp:cNvSpPr/>
      </dsp:nvSpPr>
      <dsp:spPr>
        <a:xfrm>
          <a:off x="0" y="2993023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F18F5C-74EF-436A-884B-62FDA8DD3ACE}">
      <dsp:nvSpPr>
        <dsp:cNvPr id="0" name=""/>
        <dsp:cNvSpPr/>
      </dsp:nvSpPr>
      <dsp:spPr>
        <a:xfrm>
          <a:off x="241286" y="3172492"/>
          <a:ext cx="438702" cy="4387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61F2DD-F613-4AC3-9735-87CEC3D10C64}">
      <dsp:nvSpPr>
        <dsp:cNvPr id="0" name=""/>
        <dsp:cNvSpPr/>
      </dsp:nvSpPr>
      <dsp:spPr>
        <a:xfrm>
          <a:off x="921274" y="2993023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MAC address</a:t>
          </a:r>
        </a:p>
      </dsp:txBody>
      <dsp:txXfrm>
        <a:off x="921274" y="2993023"/>
        <a:ext cx="6028165" cy="797640"/>
      </dsp:txXfrm>
    </dsp:sp>
    <dsp:sp modelId="{814B53A6-D6EF-4C6D-B743-642E0042DC67}">
      <dsp:nvSpPr>
        <dsp:cNvPr id="0" name=""/>
        <dsp:cNvSpPr/>
      </dsp:nvSpPr>
      <dsp:spPr>
        <a:xfrm>
          <a:off x="0" y="3990074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93737B-B18E-46F6-AA84-5EC3EBB2158E}">
      <dsp:nvSpPr>
        <dsp:cNvPr id="0" name=""/>
        <dsp:cNvSpPr/>
      </dsp:nvSpPr>
      <dsp:spPr>
        <a:xfrm>
          <a:off x="241286" y="4169543"/>
          <a:ext cx="438702" cy="4387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02FB09-7133-4AE8-9028-8B424E7B4E6E}">
      <dsp:nvSpPr>
        <dsp:cNvPr id="0" name=""/>
        <dsp:cNvSpPr/>
      </dsp:nvSpPr>
      <dsp:spPr>
        <a:xfrm>
          <a:off x="921274" y="3990074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Security groups</a:t>
          </a:r>
        </a:p>
      </dsp:txBody>
      <dsp:txXfrm>
        <a:off x="921274" y="3990074"/>
        <a:ext cx="6028165" cy="797640"/>
      </dsp:txXfrm>
    </dsp:sp>
    <dsp:sp modelId="{91B09CA5-B167-4B30-9BE4-3D1EB583287F}">
      <dsp:nvSpPr>
        <dsp:cNvPr id="0" name=""/>
        <dsp:cNvSpPr/>
      </dsp:nvSpPr>
      <dsp:spPr>
        <a:xfrm>
          <a:off x="0" y="4987124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152E79-6B7D-47B7-A9E4-C85211E5EA0F}">
      <dsp:nvSpPr>
        <dsp:cNvPr id="0" name=""/>
        <dsp:cNvSpPr/>
      </dsp:nvSpPr>
      <dsp:spPr>
        <a:xfrm>
          <a:off x="241286" y="5166593"/>
          <a:ext cx="438702" cy="4387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EA74D1-D174-4497-816C-8F5053DDF276}">
      <dsp:nvSpPr>
        <dsp:cNvPr id="0" name=""/>
        <dsp:cNvSpPr/>
      </dsp:nvSpPr>
      <dsp:spPr>
        <a:xfrm>
          <a:off x="921274" y="4987124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Optionally: public IP, elastic IP, IPv6 addresses, etc.</a:t>
          </a:r>
        </a:p>
      </dsp:txBody>
      <dsp:txXfrm>
        <a:off x="921274" y="4987124"/>
        <a:ext cx="6028165" cy="797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BBAD1-9B91-4AFA-8D77-BC0EAE1E8127}">
      <dsp:nvSpPr>
        <dsp:cNvPr id="0" name=""/>
        <dsp:cNvSpPr/>
      </dsp:nvSpPr>
      <dsp:spPr>
        <a:xfrm>
          <a:off x="0" y="37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E0E4C4-8534-4F0A-80A7-1874942BC5A3}">
      <dsp:nvSpPr>
        <dsp:cNvPr id="0" name=""/>
        <dsp:cNvSpPr/>
      </dsp:nvSpPr>
      <dsp:spPr>
        <a:xfrm>
          <a:off x="154829" y="115534"/>
          <a:ext cx="281509" cy="2815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BC2D51-1F1A-4B90-8DB9-91F7F1281D1D}">
      <dsp:nvSpPr>
        <dsp:cNvPr id="0" name=""/>
        <dsp:cNvSpPr/>
      </dsp:nvSpPr>
      <dsp:spPr>
        <a:xfrm>
          <a:off x="591168" y="37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Imagine you have two EC2 instances:</a:t>
          </a:r>
        </a:p>
      </dsp:txBody>
      <dsp:txXfrm>
        <a:off x="591168" y="371"/>
        <a:ext cx="9924431" cy="511834"/>
      </dsp:txXfrm>
    </dsp:sp>
    <dsp:sp modelId="{7404D076-F2B0-439B-A2E7-4831D04C653E}">
      <dsp:nvSpPr>
        <dsp:cNvPr id="0" name=""/>
        <dsp:cNvSpPr/>
      </dsp:nvSpPr>
      <dsp:spPr>
        <a:xfrm>
          <a:off x="0" y="640165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A054E-9EDA-46E6-8B9F-E0269A60FC59}">
      <dsp:nvSpPr>
        <dsp:cNvPr id="0" name=""/>
        <dsp:cNvSpPr/>
      </dsp:nvSpPr>
      <dsp:spPr>
        <a:xfrm>
          <a:off x="154829" y="755327"/>
          <a:ext cx="281509" cy="2815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451AA-CED0-46D5-B22C-59BF852D3092}">
      <dsp:nvSpPr>
        <dsp:cNvPr id="0" name=""/>
        <dsp:cNvSpPr/>
      </dsp:nvSpPr>
      <dsp:spPr>
        <a:xfrm>
          <a:off x="591168" y="640165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EC2-A is the primary server (currently active).</a:t>
          </a:r>
        </a:p>
      </dsp:txBody>
      <dsp:txXfrm>
        <a:off x="591168" y="640165"/>
        <a:ext cx="9924431" cy="511834"/>
      </dsp:txXfrm>
    </dsp:sp>
    <dsp:sp modelId="{CDD5A4E5-5C55-4616-9DBC-99078DE87F0B}">
      <dsp:nvSpPr>
        <dsp:cNvPr id="0" name=""/>
        <dsp:cNvSpPr/>
      </dsp:nvSpPr>
      <dsp:spPr>
        <a:xfrm>
          <a:off x="0" y="1279958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1C1DBB-91BD-460E-923F-C8E3342F25D8}">
      <dsp:nvSpPr>
        <dsp:cNvPr id="0" name=""/>
        <dsp:cNvSpPr/>
      </dsp:nvSpPr>
      <dsp:spPr>
        <a:xfrm>
          <a:off x="154829" y="1395121"/>
          <a:ext cx="281509" cy="2815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2D160-9F76-4A3A-8042-8B4BD845E2FE}">
      <dsp:nvSpPr>
        <dsp:cNvPr id="0" name=""/>
        <dsp:cNvSpPr/>
      </dsp:nvSpPr>
      <dsp:spPr>
        <a:xfrm>
          <a:off x="591168" y="1279958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EC2-B is the standby server (used for failover).</a:t>
          </a:r>
        </a:p>
      </dsp:txBody>
      <dsp:txXfrm>
        <a:off x="591168" y="1279958"/>
        <a:ext cx="9924431" cy="511834"/>
      </dsp:txXfrm>
    </dsp:sp>
    <dsp:sp modelId="{FD77F72E-316E-4425-88D4-38CA2278F65A}">
      <dsp:nvSpPr>
        <dsp:cNvPr id="0" name=""/>
        <dsp:cNvSpPr/>
      </dsp:nvSpPr>
      <dsp:spPr>
        <a:xfrm>
          <a:off x="0" y="191975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7E4A25-38F5-4F4F-A339-79332825C9F5}">
      <dsp:nvSpPr>
        <dsp:cNvPr id="0" name=""/>
        <dsp:cNvSpPr/>
      </dsp:nvSpPr>
      <dsp:spPr>
        <a:xfrm>
          <a:off x="154829" y="2034914"/>
          <a:ext cx="281509" cy="2815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F4CDD-5CED-4A3C-9E69-059CD08E08A5}">
      <dsp:nvSpPr>
        <dsp:cNvPr id="0" name=""/>
        <dsp:cNvSpPr/>
      </dsp:nvSpPr>
      <dsp:spPr>
        <a:xfrm>
          <a:off x="591168" y="191975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Both run the same application (for example, a web server),</a:t>
          </a:r>
        </a:p>
      </dsp:txBody>
      <dsp:txXfrm>
        <a:off x="591168" y="1919751"/>
        <a:ext cx="9924431" cy="511834"/>
      </dsp:txXfrm>
    </dsp:sp>
    <dsp:sp modelId="{CEC4979B-9755-447B-9110-619A82D325A7}">
      <dsp:nvSpPr>
        <dsp:cNvPr id="0" name=""/>
        <dsp:cNvSpPr/>
      </dsp:nvSpPr>
      <dsp:spPr>
        <a:xfrm>
          <a:off x="0" y="2559544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9D34F-50EC-4343-B560-789EDEB0A721}">
      <dsp:nvSpPr>
        <dsp:cNvPr id="0" name=""/>
        <dsp:cNvSpPr/>
      </dsp:nvSpPr>
      <dsp:spPr>
        <a:xfrm>
          <a:off x="154829" y="2674707"/>
          <a:ext cx="281509" cy="2815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D967B-F39E-4B34-8229-26152A115491}">
      <dsp:nvSpPr>
        <dsp:cNvPr id="0" name=""/>
        <dsp:cNvSpPr/>
      </dsp:nvSpPr>
      <dsp:spPr>
        <a:xfrm>
          <a:off x="591168" y="2559544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but only one should be actively receiving traffic at any time.</a:t>
          </a:r>
        </a:p>
      </dsp:txBody>
      <dsp:txXfrm>
        <a:off x="591168" y="2559544"/>
        <a:ext cx="9924431" cy="511834"/>
      </dsp:txXfrm>
    </dsp:sp>
    <dsp:sp modelId="{CF3ED880-8418-46D6-8282-370F903FD2CD}">
      <dsp:nvSpPr>
        <dsp:cNvPr id="0" name=""/>
        <dsp:cNvSpPr/>
      </dsp:nvSpPr>
      <dsp:spPr>
        <a:xfrm>
          <a:off x="0" y="3199338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ECD667-CD75-4D50-B4D9-DD56125980B3}">
      <dsp:nvSpPr>
        <dsp:cNvPr id="0" name=""/>
        <dsp:cNvSpPr/>
      </dsp:nvSpPr>
      <dsp:spPr>
        <a:xfrm>
          <a:off x="154829" y="3314501"/>
          <a:ext cx="281509" cy="28150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33A89-35D6-4F76-BA64-E6C232345EED}">
      <dsp:nvSpPr>
        <dsp:cNvPr id="0" name=""/>
        <dsp:cNvSpPr/>
      </dsp:nvSpPr>
      <dsp:spPr>
        <a:xfrm>
          <a:off x="591168" y="3199338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You're using private IPv4 addresses inside a VPC </a:t>
          </a:r>
        </a:p>
      </dsp:txBody>
      <dsp:txXfrm>
        <a:off x="591168" y="3199338"/>
        <a:ext cx="9924431" cy="511834"/>
      </dsp:txXfrm>
    </dsp:sp>
    <dsp:sp modelId="{3CB72875-55F9-45FF-BD6A-4EBDE86C245B}">
      <dsp:nvSpPr>
        <dsp:cNvPr id="0" name=""/>
        <dsp:cNvSpPr/>
      </dsp:nvSpPr>
      <dsp:spPr>
        <a:xfrm>
          <a:off x="0" y="383913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6D3869-59AC-48F3-AE60-AF9DEB03F948}">
      <dsp:nvSpPr>
        <dsp:cNvPr id="0" name=""/>
        <dsp:cNvSpPr/>
      </dsp:nvSpPr>
      <dsp:spPr>
        <a:xfrm>
          <a:off x="154829" y="3954294"/>
          <a:ext cx="281509" cy="28150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B8FD8-C48E-470A-8BC0-9C022EB6ED13}">
      <dsp:nvSpPr>
        <dsp:cNvPr id="0" name=""/>
        <dsp:cNvSpPr/>
      </dsp:nvSpPr>
      <dsp:spPr>
        <a:xfrm>
          <a:off x="591168" y="383913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(Virtual Private Cloud).</a:t>
          </a:r>
        </a:p>
      </dsp:txBody>
      <dsp:txXfrm>
        <a:off x="591168" y="3839131"/>
        <a:ext cx="9924431" cy="511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6E00-B63C-F0FD-D452-CD8C88A1E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BF653-5103-E7FB-0D44-8DD1A2112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4CDD-002D-32B6-9F51-6077C8DB3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863E0-A858-432A-B0CE-B58FAC06B7A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BE6C4-C274-63BA-D4F2-7D1A2EF0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BC8DD-BEA4-D155-8AA5-07FCB0C6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28FD-33FE-496B-8E00-2985C3A6D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19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12BEA-4D25-B1D7-556B-536CD48EF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6A927-B6B1-219C-5951-F78B98082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A149E-52ED-F7F1-8304-052FDF273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863E0-A858-432A-B0CE-B58FAC06B7A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2EA8A-F42E-3937-F471-82B4818DC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5AF25-3C72-0428-F23F-FCB29E1A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28FD-33FE-496B-8E00-2985C3A6D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39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B36D4-BE01-E0B7-F2F3-730B6284B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65442-7C58-E1FF-D9AD-804451EED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D3D11-08A4-4581-16E6-3EA68CFD6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863E0-A858-432A-B0CE-B58FAC06B7A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4B300-383B-64C6-54CC-95855C1B9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C2211-6497-7A7D-5CF5-842141C17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28FD-33FE-496B-8E00-2985C3A6D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6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42D69-73C8-95F6-2AC5-989E11CB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28220-5384-E06A-6303-25696F3B7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12D52-A3E0-33D3-C51E-DB54B6965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D52EC-465E-A22F-138A-B35A5B7CF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863E0-A858-432A-B0CE-B58FAC06B7A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4537F-5940-AC37-7DD3-07B234D6D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64D06-D613-0490-3AF0-1BF6A0CA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28FD-33FE-496B-8E00-2985C3A6D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13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D186E-1B17-0848-DB4D-76E957D5C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45F5B-E052-DDA2-3008-8650CE47A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5425E-80DE-469C-51E0-F581D5090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C263F8-6215-084C-5BC9-50F23C3616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97A62-8127-2F77-33DC-08F4C1077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4EE1C6-8A6D-645A-8D4D-A45DDBB5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863E0-A858-432A-B0CE-B58FAC06B7A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FC22FD-CA83-7DC6-4C09-81BD4411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8B1A59-1301-20DF-1B9C-E0984700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28FD-33FE-496B-8E00-2985C3A6D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94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8D8B-5B85-379B-8D2C-CF18C27AB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0014F2-1671-4856-1D6F-AA4092885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863E0-A858-432A-B0CE-B58FAC06B7A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1EA068-9C68-B485-AC26-738EB37E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B5AD3-FF90-AE0C-BE2A-3A760382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28FD-33FE-496B-8E00-2985C3A6D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84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2E8EA-25D5-4427-2CF2-F6BE24C34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863E0-A858-432A-B0CE-B58FAC06B7A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A58AD9-D74F-CD79-AFE1-93FB0B13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51D2D-1A95-7726-D6BC-F52D6557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28FD-33FE-496B-8E00-2985C3A6D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55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9B562-0685-BD5A-6EAF-8B5BA0FA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D73CF-029A-4CBB-DC5A-504FD773C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7296E-AA0E-4B8B-85BE-32389F7DE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29F47-6082-398D-2738-7125F161E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863E0-A858-432A-B0CE-B58FAC06B7A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9869A-E15F-DFA1-8EA1-4A8E91E47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5986D-9B92-5B4E-E2D4-5D68EF44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28FD-33FE-496B-8E00-2985C3A6D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1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1645-CC6B-0B18-FB4F-F9EBEF59F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7E1326-2E00-54D8-4353-B7279DC21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27986-F7F4-E0FD-6177-A89AB4F92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0A33C-170B-C815-11D6-0DF405D3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863E0-A858-432A-B0CE-B58FAC06B7A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6A333-7423-9DEA-073A-F8A7C4A6F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A6E2E-206B-D27F-A56F-1FAFFD6E8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28FD-33FE-496B-8E00-2985C3A6D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42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D430-604D-DA2A-B58C-DB51E65D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8B90E-D2C0-CBFA-CB23-6265A17334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2C85B-FE33-CE44-362E-7591A26BD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863E0-A858-432A-B0CE-B58FAC06B7A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ED0F3-92DB-EB34-4FD5-8118D5F9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36292-F7B5-1175-09E8-69B819F2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28FD-33FE-496B-8E00-2985C3A6D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3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1F9C08-BBA7-A66A-FAE5-E3B6A1BE5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68E69-2279-5AB5-5B6F-4F0E730FB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FD367-2C0C-C9F2-7365-0D4C3BE12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863E0-A858-432A-B0CE-B58FAC06B7A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DEBEC-0CCC-44A3-B662-EFFDCD96D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91EAB-56B3-03F6-6207-D7EED7E26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28FD-33FE-496B-8E00-2985C3A6D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67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2DB139-CB40-8587-1F85-7FD0DFA91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1849F-454C-FB87-E1B0-55DE1B3B3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B63CE-A0D1-8F91-EF40-B54683773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C863E0-A858-432A-B0CE-B58FAC06B7A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231F-4E08-2304-2003-493E66D03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B3F5C-50D6-781A-FC4C-7C92F6408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928FD-33FE-496B-8E00-2985C3A6D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EED995-2FC0-A669-B0F1-7652908E9E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917" b="172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82D51D-9031-4B9C-B6A5-6196B83C2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Elastic Network Interface and EC2 Hibernate</a:t>
            </a:r>
          </a:p>
        </p:txBody>
      </p:sp>
    </p:spTree>
    <p:extLst>
      <p:ext uri="{BB962C8B-B14F-4D97-AF65-F5344CB8AC3E}">
        <p14:creationId xmlns:p14="http://schemas.microsoft.com/office/powerpoint/2010/main" val="3610049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F91F0-6D24-D2A8-3B6C-1DE23B932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Elastic Network Interface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D08D92D-7625-25AA-11AD-26444EA38B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0902630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9320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D9DD-0A46-ED65-4B6C-F42F1AEA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Scenario: Failover Using ENI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8489A7-D190-A12A-031A-048FDADEDF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6601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CCB25A-E78E-3758-381F-752F681DC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How ENI Failover Works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22F7D-185E-EA4C-AAF6-6FED9B250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en-US" sz="1800"/>
              <a:t>You create an ENI (say, eni-failover) with a specific private IP (e.g., 10.0.1.100) and assign it to EC2-A.</a:t>
            </a:r>
          </a:p>
          <a:p>
            <a:r>
              <a:rPr lang="en-US" sz="1800"/>
              <a:t>Clients or other internal services talk to EC2-A using 10.0.1.100.</a:t>
            </a:r>
          </a:p>
          <a:p>
            <a:r>
              <a:rPr lang="en-US" sz="1800"/>
              <a:t>If EC2-A fails (crash, reboot, patching, etc.), you detach the ENI from EC2-A.</a:t>
            </a:r>
          </a:p>
          <a:p>
            <a:r>
              <a:rPr lang="en-US" sz="1800"/>
              <a:t>You then attach the same ENI (eni-failover) to EC2-B.</a:t>
            </a:r>
          </a:p>
          <a:p>
            <a:r>
              <a:rPr lang="en-US" sz="1800"/>
              <a:t>Since the IP address and MAC remain the same, traffic to 10.0.1.100 now goes to EC2-B.</a:t>
            </a:r>
          </a:p>
          <a:p>
            <a:r>
              <a:rPr lang="en-US" sz="1800"/>
              <a:t>This switch typically takes just a few seconds.</a:t>
            </a:r>
          </a:p>
          <a:p>
            <a:endParaRPr lang="en-US" sz="1800"/>
          </a:p>
        </p:txBody>
      </p:sp>
      <p:pic>
        <p:nvPicPr>
          <p:cNvPr id="13" name="Graphic 12" descr="Irritant">
            <a:extLst>
              <a:ext uri="{FF2B5EF4-FFF2-40B4-BE49-F238E27FC236}">
                <a16:creationId xmlns:a16="http://schemas.microsoft.com/office/drawing/2014/main" id="{B7666288-BBBB-BDD6-9284-7FB8FCD5F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43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63ADC9-C82F-DE6B-7136-94D176279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 b="1"/>
              <a:t>What is EC2 Hibernate?</a:t>
            </a:r>
            <a:br>
              <a:rPr lang="en-US" b="1"/>
            </a:br>
            <a:endParaRPr lang="en-US"/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B87FEFDA-8A84-9C01-8B94-7F0C94ABE3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020" r="10186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B25EE-F6AB-8AB3-4C6A-114B427FC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r>
              <a:rPr lang="en-US" sz="1800" dirty="0"/>
              <a:t>EC2 Hibernate is a feature that lets you pause your instance and resume it later, keeping all in-memory data (RAM) intact.</a:t>
            </a:r>
          </a:p>
          <a:p>
            <a:r>
              <a:rPr lang="en-US" sz="1800" b="1" dirty="0"/>
              <a:t>How Hibernate Works:</a:t>
            </a:r>
          </a:p>
          <a:p>
            <a:r>
              <a:rPr lang="en-US" sz="1800" dirty="0"/>
              <a:t>RAM state is written to your encrypted EBS root volume</a:t>
            </a:r>
          </a:p>
          <a:p>
            <a:r>
              <a:rPr lang="en-US" sz="1800" dirty="0"/>
              <a:t>When restarted, the OS and app don’t reboot fully resumes faster!</a:t>
            </a:r>
          </a:p>
          <a:p>
            <a:r>
              <a:rPr lang="en-US" sz="1800" b="1" dirty="0"/>
              <a:t>Use Cases for Hibernate:</a:t>
            </a:r>
          </a:p>
          <a:p>
            <a:r>
              <a:rPr lang="en-US" sz="1800" dirty="0"/>
              <a:t>Long-running data processing tasks</a:t>
            </a:r>
          </a:p>
          <a:p>
            <a:r>
              <a:rPr lang="en-US" sz="1800" dirty="0"/>
              <a:t>Applications with complex memory state</a:t>
            </a:r>
          </a:p>
          <a:p>
            <a:r>
              <a:rPr lang="en-US" sz="1800" dirty="0"/>
              <a:t>Systems that take time to boot or cache data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5647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F6E32F-3C8B-6B03-DF82-FEEB9DC8F9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014499"/>
              </p:ext>
            </p:extLst>
          </p:nvPr>
        </p:nvGraphicFramePr>
        <p:xfrm>
          <a:off x="643467" y="778137"/>
          <a:ext cx="10905067" cy="5301726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3796045">
                  <a:extLst>
                    <a:ext uri="{9D8B030D-6E8A-4147-A177-3AD203B41FA5}">
                      <a16:colId xmlns:a16="http://schemas.microsoft.com/office/drawing/2014/main" val="3560485180"/>
                    </a:ext>
                  </a:extLst>
                </a:gridCol>
                <a:gridCol w="7109022">
                  <a:extLst>
                    <a:ext uri="{9D8B030D-6E8A-4147-A177-3AD203B41FA5}">
                      <a16:colId xmlns:a16="http://schemas.microsoft.com/office/drawing/2014/main" val="4128209935"/>
                    </a:ext>
                  </a:extLst>
                </a:gridCol>
              </a:tblGrid>
              <a:tr h="708048"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Requirement</a:t>
                      </a:r>
                    </a:p>
                  </a:txBody>
                  <a:tcPr marL="120886" marR="172695" marT="34539" marB="25904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Details</a:t>
                      </a:r>
                    </a:p>
                  </a:txBody>
                  <a:tcPr marL="120886" marR="172695" marT="34539" marB="2590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357070"/>
                  </a:ext>
                </a:extLst>
              </a:tr>
              <a:tr h="708048"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Instance Families</a:t>
                      </a: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20886" marR="172695" marT="34539" marB="25904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300" cap="none" spc="0">
                          <a:solidFill>
                            <a:schemeClr val="bg1"/>
                          </a:solidFill>
                        </a:rPr>
                        <a:t>C3, C4, C5, M3, M4, R3, R4, T2, T3, I3…</a:t>
                      </a:r>
                    </a:p>
                  </a:txBody>
                  <a:tcPr marL="120886" marR="172695" marT="34539" marB="2590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011915"/>
                  </a:ext>
                </a:extLst>
              </a:tr>
              <a:tr h="708048"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Max RAM</a:t>
                      </a: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20886" marR="172695" marT="34539" marB="25904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Must be </a:t>
                      </a:r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&lt; 150 GB</a:t>
                      </a: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20886" marR="172695" marT="34539" marB="2590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777973"/>
                  </a:ext>
                </a:extLst>
              </a:tr>
              <a:tr h="708048"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Instance Type</a:t>
                      </a: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20886" marR="172695" marT="34539" marB="25904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 No bare metal</a:t>
                      </a:r>
                    </a:p>
                  </a:txBody>
                  <a:tcPr marL="120886" marR="172695" marT="34539" marB="2590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57204"/>
                  </a:ext>
                </a:extLst>
              </a:tr>
              <a:tr h="708048"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AMI</a:t>
                      </a: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20886" marR="172695" marT="34539" marB="25904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Amazon Linux 2, Ubuntu, Windows, RHEL, CentOS</a:t>
                      </a:r>
                    </a:p>
                  </a:txBody>
                  <a:tcPr marL="120886" marR="172695" marT="34539" marB="2590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03202"/>
                  </a:ext>
                </a:extLst>
              </a:tr>
              <a:tr h="1053438"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Root Volume</a:t>
                      </a: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20886" marR="172695" marT="34539" marB="25904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Must be </a:t>
                      </a:r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EBS</a:t>
                      </a: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Encrypted</a:t>
                      </a: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Not Instance Store</a:t>
                      </a: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, and </a:t>
                      </a:r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Large enough</a:t>
                      </a: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20886" marR="172695" marT="34539" marB="2590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703923"/>
                  </a:ext>
                </a:extLst>
              </a:tr>
              <a:tr h="708048"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Instance Purchase Type</a:t>
                      </a: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20886" marR="172695" marT="34539" marB="25904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 Works with On-Demand, Reserved, and Spot</a:t>
                      </a:r>
                    </a:p>
                  </a:txBody>
                  <a:tcPr marL="120886" marR="172695" marT="34539" marB="2590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034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489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F92E1-EE2F-3433-F493-7AE71F98F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Benefits and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0D4EA-C19A-C902-1E78-52D86716B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/>
              <a:t>Faster boot times</a:t>
            </a:r>
          </a:p>
          <a:p>
            <a:r>
              <a:rPr lang="en-US" sz="2600" dirty="0"/>
              <a:t>Saves RAM state</a:t>
            </a:r>
          </a:p>
          <a:p>
            <a:r>
              <a:rPr lang="en-US" sz="2600" dirty="0"/>
              <a:t>Ideal for session continuity or sensitive workloads</a:t>
            </a:r>
          </a:p>
          <a:p>
            <a:pPr marL="0" indent="0">
              <a:buNone/>
            </a:pPr>
            <a:r>
              <a:rPr lang="en-US" sz="2600" b="1" dirty="0"/>
              <a:t>Example: Resume Work Instantly</a:t>
            </a:r>
          </a:p>
          <a:p>
            <a:r>
              <a:rPr lang="en-US" sz="2600" dirty="0"/>
              <a:t>Imagine you're working on a large Excel file on a virtual machine (EC2 instance).</a:t>
            </a:r>
          </a:p>
          <a:p>
            <a:r>
              <a:rPr lang="en-US" sz="2600" dirty="0"/>
              <a:t>You've opened all your tools and data in memory (RAM).</a:t>
            </a:r>
          </a:p>
          <a:p>
            <a:r>
              <a:rPr lang="en-US" sz="2600" dirty="0"/>
              <a:t>You want to pause your work and come back later without closing anything.</a:t>
            </a:r>
          </a:p>
          <a:p>
            <a:r>
              <a:rPr lang="en-US" sz="2600" dirty="0"/>
              <a:t>So, you hibernate the EC2 instance.</a:t>
            </a:r>
          </a:p>
          <a:p>
            <a:r>
              <a:rPr lang="en-US" sz="2600" dirty="0"/>
              <a:t>Later, you start it again everything is exactly how you left it:</a:t>
            </a:r>
          </a:p>
          <a:p>
            <a:r>
              <a:rPr lang="en-US" sz="2600" dirty="0"/>
              <a:t>Excel open, data loaded, no time wasted reloading.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37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476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Elastic Network Interface and EC2 Hibernate</vt:lpstr>
      <vt:lpstr>Elastic Network Interface</vt:lpstr>
      <vt:lpstr>Scenario: Failover Using ENI </vt:lpstr>
      <vt:lpstr>How ENI Failover Works </vt:lpstr>
      <vt:lpstr>What is EC2 Hibernate? </vt:lpstr>
      <vt:lpstr>PowerPoint Presentation</vt:lpstr>
      <vt:lpstr>Key Benefits and Example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1</cp:revision>
  <dcterms:created xsi:type="dcterms:W3CDTF">2025-06-29T06:02:10Z</dcterms:created>
  <dcterms:modified xsi:type="dcterms:W3CDTF">2025-06-29T06:21:42Z</dcterms:modified>
</cp:coreProperties>
</file>