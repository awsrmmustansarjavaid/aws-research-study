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89" r:id="rId3"/>
    <p:sldId id="437" r:id="rId4"/>
    <p:sldId id="434" r:id="rId5"/>
    <p:sldId id="435" r:id="rId6"/>
    <p:sldId id="436" r:id="rId7"/>
    <p:sldId id="438" r:id="rId8"/>
    <p:sldId id="439" r:id="rId9"/>
    <p:sldId id="41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mad ameer" initials="Ha" lastIdx="1" clrIdx="0">
    <p:extLst>
      <p:ext uri="{19B8F6BF-5375-455C-9EA6-DF929625EA0E}">
        <p15:presenceInfo xmlns:p15="http://schemas.microsoft.com/office/powerpoint/2012/main" userId="ce9783c20842730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AF09-0C0D-4551-810F-9DE09E5B2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CB085-B142-473F-8808-E3F6BEC29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6D37-AC77-4748-A337-90957AFF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4BDEB-9F16-4DEB-95F3-BD2749A6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6035-4476-4087-B9AE-A1C86F58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E03B2-80CC-4905-8505-15285AB7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F3B28-A83E-4DE4-BFC6-1CB270E76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B1F7D-FFD7-4573-ADE0-D1DEDF4E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53B47-B0D7-4CA6-BF2E-917A2519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25392-9664-4451-AA52-5C136EB1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1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579C-5D65-44C6-8828-0C03BE7C6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92CDE-4A11-42DC-B63C-3BDE5B323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C540F-4F09-42A5-879F-9FAE07D6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71DCB-00A4-490C-9428-CC492B21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F79D-D419-42B2-975A-06586E90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1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AAE7-B0D9-4361-BEA4-2EA97291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DA20-0A71-416F-94E3-6408FE53D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AC58E-3854-4E9A-8C85-12373F63B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ACDD2-3842-4EAC-9375-A9BA36D0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4AF12-CFF2-4E02-AE0E-BC08E5CF2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EFF0C-CA7F-4292-82F6-3C7379E5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9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4FCE-2DFB-46A5-AE67-BC84FCB1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9AFDB-1E22-413A-BCAE-769920226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3F9D1-9F4B-4183-9DAF-A1E9324AB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2DBFE3-8427-4F67-BED3-0C946F2A9A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FCDA1-838D-4CBE-BF9F-BDA96512C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C91A0-D7F5-4190-B252-A55C6FC8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C7620-1C98-420C-BF03-CB1FF87E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534BEF-38E0-40C2-84C0-EA8A0FC7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7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E6AD-D1D8-4C15-9E1F-022117A78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E494B2-5C8C-418A-895A-AA06A9A3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00183-4803-4973-9A08-386CF653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0E28C-C9BE-4BA8-9037-72A8E2B05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2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B6BA5-5FF1-4D58-A8B0-E155CF63C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D8E9A-BA91-4859-BF60-EA7EA99B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FD84C-1E5F-4188-98EE-A3E659B6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9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14E4-4B78-4DE0-ABB2-B9A2D0A9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2375F-867D-41B6-B0AB-8D4473506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1FF3F-84CD-40E2-9648-ADD572B4C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81EB4-528B-410D-916E-9F60E8EF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79A4E-F25A-4EF0-91F8-4E92A41D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825C4-7685-4C27-96B4-1398E84F4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4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EF52-27E1-470B-960A-3017E9D50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AD330-EA1F-4B52-BCBD-BBB7F3973B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1A376-B08B-4E4A-ADCA-59E2D430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A5A6E-0B4C-4543-8A0B-4006B917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28709-FFEC-439F-B94C-EFE7E740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6D7AD-EEDB-481E-99F6-53316C97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1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A62D-2883-4807-9FDC-419EFC62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249C2-6E23-41A6-AB77-8ABB939B2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C2621-A7DC-4C82-AA67-50CF6517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247CA-1430-4234-B437-FEFE8340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7B353-9E07-4762-9F40-550085EA4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3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D74F2-156A-4F30-B48F-36A447831F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C68D4-CCDB-4263-95B9-0647E7F9B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82557-23A0-4F9A-A787-1F2D6E59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C4AE5-4DD4-4A3E-A51A-112F8036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0C0DC-824F-4444-B488-A64C07753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CC869C-4805-47F9-B17F-5374D8A26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441C0-89C7-4E0A-BCBC-EC75FA087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5CE10-610E-4C8A-96BF-0B34912A1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01A58-323E-4A4A-993E-24A8F121F36A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B9FE-4833-444A-B873-2179854E7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76045-948B-4F49-8766-CE3CE4821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94CD5-09D2-4891-9401-7B288A15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7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31D43C-8B75-4120-BF2D-69C508AD04DF}"/>
              </a:ext>
            </a:extLst>
          </p:cNvPr>
          <p:cNvSpPr/>
          <p:nvPr/>
        </p:nvSpPr>
        <p:spPr>
          <a:xfrm>
            <a:off x="3309852" y="3546334"/>
            <a:ext cx="55722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 Introduction to AWS Global Infrastructure</a:t>
            </a:r>
          </a:p>
          <a:p>
            <a:pPr algn="ctr"/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81A70-0BEF-43E5-9773-59CDC4ABC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981" y="294873"/>
            <a:ext cx="5430844" cy="239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DED67-2898-4EA4-8A6E-8C230E9C9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F7034B-3F80-4747-B055-54B0246AFF19}"/>
              </a:ext>
            </a:extLst>
          </p:cNvPr>
          <p:cNvSpPr txBox="1"/>
          <p:nvPr/>
        </p:nvSpPr>
        <p:spPr>
          <a:xfrm>
            <a:off x="0" y="750297"/>
            <a:ext cx="2456873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Global Infrastructure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102537-8ADC-4EE1-9772-68447D501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604" y="1053410"/>
            <a:ext cx="9461396" cy="57399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B72080-E6C4-4221-A54C-C21E50CEB5CD}"/>
              </a:ext>
            </a:extLst>
          </p:cNvPr>
          <p:cNvSpPr txBox="1"/>
          <p:nvPr/>
        </p:nvSpPr>
        <p:spPr>
          <a:xfrm>
            <a:off x="7793629" y="6255798"/>
            <a:ext cx="6132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https://aws.amazon.com/about-aws/global-infrastructure/</a:t>
            </a:r>
          </a:p>
        </p:txBody>
      </p:sp>
    </p:spTree>
    <p:extLst>
      <p:ext uri="{BB962C8B-B14F-4D97-AF65-F5344CB8AC3E}">
        <p14:creationId xmlns:p14="http://schemas.microsoft.com/office/powerpoint/2010/main" val="291965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DED67-2898-4EA4-8A6E-8C230E9C9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F7034B-3F80-4747-B055-54B0246AFF19}"/>
              </a:ext>
            </a:extLst>
          </p:cNvPr>
          <p:cNvSpPr txBox="1"/>
          <p:nvPr/>
        </p:nvSpPr>
        <p:spPr>
          <a:xfrm>
            <a:off x="0" y="750297"/>
            <a:ext cx="2456873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Global Infrastructure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B72080-E6C4-4221-A54C-C21E50CEB5CD}"/>
              </a:ext>
            </a:extLst>
          </p:cNvPr>
          <p:cNvSpPr txBox="1"/>
          <p:nvPr/>
        </p:nvSpPr>
        <p:spPr>
          <a:xfrm>
            <a:off x="7793629" y="6255798"/>
            <a:ext cx="6132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https://aws.amazon.com/about-aws/global-infrastructure/</a:t>
            </a: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B41F94EA-A8D5-46CD-AA30-F20265668BE5}"/>
              </a:ext>
            </a:extLst>
          </p:cNvPr>
          <p:cNvSpPr/>
          <p:nvPr/>
        </p:nvSpPr>
        <p:spPr>
          <a:xfrm>
            <a:off x="2540000" y="1431636"/>
            <a:ext cx="9147122" cy="53598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297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DED67-2898-4EA4-8A6E-8C230E9C9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F7034B-3F80-4747-B055-54B0246AFF19}"/>
              </a:ext>
            </a:extLst>
          </p:cNvPr>
          <p:cNvSpPr txBox="1"/>
          <p:nvPr/>
        </p:nvSpPr>
        <p:spPr>
          <a:xfrm>
            <a:off x="0" y="750297"/>
            <a:ext cx="2456873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Global Infrastructure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B72080-E6C4-4221-A54C-C21E50CEB5CD}"/>
              </a:ext>
            </a:extLst>
          </p:cNvPr>
          <p:cNvSpPr txBox="1"/>
          <p:nvPr/>
        </p:nvSpPr>
        <p:spPr>
          <a:xfrm>
            <a:off x="7793629" y="6255798"/>
            <a:ext cx="6132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https://aws.amazon.com/about-aws/global-infrastructure/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C9E9C-7E83-4D2B-BFED-114DED1F7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20" y="1219439"/>
            <a:ext cx="10615580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1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DED67-2898-4EA4-8A6E-8C230E9C9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F7034B-3F80-4747-B055-54B0246AFF19}"/>
              </a:ext>
            </a:extLst>
          </p:cNvPr>
          <p:cNvSpPr txBox="1"/>
          <p:nvPr/>
        </p:nvSpPr>
        <p:spPr>
          <a:xfrm>
            <a:off x="0" y="749887"/>
            <a:ext cx="1902691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Magic Quadrant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B72080-E6C4-4221-A54C-C21E50CEB5CD}"/>
              </a:ext>
            </a:extLst>
          </p:cNvPr>
          <p:cNvSpPr txBox="1"/>
          <p:nvPr/>
        </p:nvSpPr>
        <p:spPr>
          <a:xfrm>
            <a:off x="7793629" y="6255798"/>
            <a:ext cx="6132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https://aws.amazon.com/about-aws/global-infrastructure/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3C9E9C-7E83-4D2B-BFED-114DED1F7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20" y="1219439"/>
            <a:ext cx="10615580" cy="56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02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DED67-2898-4EA4-8A6E-8C230E9C9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599416-D3C3-4645-A2BD-3B66F5286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371" y="1094475"/>
            <a:ext cx="10471629" cy="5763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118C28-9836-417A-AE90-C82F4AF204FC}"/>
              </a:ext>
            </a:extLst>
          </p:cNvPr>
          <p:cNvSpPr txBox="1"/>
          <p:nvPr/>
        </p:nvSpPr>
        <p:spPr>
          <a:xfrm>
            <a:off x="0" y="687440"/>
            <a:ext cx="2456873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Global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84118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DED67-2898-4EA4-8A6E-8C230E9C9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118C28-9836-417A-AE90-C82F4AF204FC}"/>
              </a:ext>
            </a:extLst>
          </p:cNvPr>
          <p:cNvSpPr txBox="1"/>
          <p:nvPr/>
        </p:nvSpPr>
        <p:spPr>
          <a:xfrm>
            <a:off x="1" y="687440"/>
            <a:ext cx="1472460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AWS Region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9B05087C-9E6E-4317-A9FC-49F2134BCCAF}"/>
              </a:ext>
            </a:extLst>
          </p:cNvPr>
          <p:cNvSpPr/>
          <p:nvPr/>
        </p:nvSpPr>
        <p:spPr>
          <a:xfrm>
            <a:off x="5172363" y="2103121"/>
            <a:ext cx="6803321" cy="4754879"/>
          </a:xfrm>
          <a:prstGeom prst="rect">
            <a:avLst/>
          </a:prstGeom>
          <a:blipFill>
            <a:blip r:embed="rId3" cstate="print"/>
            <a:stretch>
              <a:fillRect l="-18538" r="-20016" b="-5536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FA83E-1E67-4ED2-B6BB-1AFDDF67442A}"/>
              </a:ext>
            </a:extLst>
          </p:cNvPr>
          <p:cNvSpPr txBox="1"/>
          <p:nvPr/>
        </p:nvSpPr>
        <p:spPr>
          <a:xfrm>
            <a:off x="1472461" y="1179791"/>
            <a:ext cx="7551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lvl1pPr>
          </a:lstStyle>
          <a:p>
            <a:r>
              <a:rPr lang="en-US" dirty="0"/>
              <a:t>Region is a geographical area.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That is a collection of AWS availability zones and data centers.</a:t>
            </a:r>
          </a:p>
        </p:txBody>
      </p:sp>
    </p:spTree>
    <p:extLst>
      <p:ext uri="{BB962C8B-B14F-4D97-AF65-F5344CB8AC3E}">
        <p14:creationId xmlns:p14="http://schemas.microsoft.com/office/powerpoint/2010/main" val="1484618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BDED67-2898-4EA4-8A6E-8C230E9C9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:a16="http://schemas.microsoft.com/office/drawing/2014/main" id="{0B7BC6A5-0F85-4975-B953-7028CB1041F2}"/>
              </a:ext>
            </a:extLst>
          </p:cNvPr>
          <p:cNvSpPr/>
          <p:nvPr/>
        </p:nvSpPr>
        <p:spPr>
          <a:xfrm>
            <a:off x="2715491" y="2352503"/>
            <a:ext cx="6761018" cy="4505497"/>
          </a:xfrm>
          <a:prstGeom prst="rect">
            <a:avLst/>
          </a:prstGeom>
          <a:blipFill>
            <a:blip r:embed="rId3" cstate="print"/>
            <a:stretch>
              <a:fillRect l="-16496" t="5055" r="-16857" b="-5055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82108EA7-F878-4002-AA45-7B3EDD69035D}"/>
              </a:ext>
            </a:extLst>
          </p:cNvPr>
          <p:cNvSpPr txBox="1"/>
          <p:nvPr/>
        </p:nvSpPr>
        <p:spPr>
          <a:xfrm>
            <a:off x="4168507" y="2979068"/>
            <a:ext cx="41033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i="1" dirty="0">
                <a:latin typeface="Arial"/>
                <a:cs typeface="Arial"/>
              </a:rPr>
              <a:t>Data</a:t>
            </a:r>
            <a:r>
              <a:rPr sz="5400" b="1" i="1" spc="-70" dirty="0">
                <a:latin typeface="Arial"/>
                <a:cs typeface="Arial"/>
              </a:rPr>
              <a:t> </a:t>
            </a:r>
            <a:r>
              <a:rPr sz="5400" b="1" i="1" spc="-5" dirty="0">
                <a:latin typeface="Arial"/>
                <a:cs typeface="Arial"/>
              </a:rPr>
              <a:t>Center: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18C28-9836-417A-AE90-C82F4AF204FC}"/>
              </a:ext>
            </a:extLst>
          </p:cNvPr>
          <p:cNvSpPr txBox="1"/>
          <p:nvPr/>
        </p:nvSpPr>
        <p:spPr>
          <a:xfrm>
            <a:off x="1" y="687440"/>
            <a:ext cx="1117599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AWS AZ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633E88A-7E3C-4C3D-9A4F-EC5B789FC733}"/>
              </a:ext>
            </a:extLst>
          </p:cNvPr>
          <p:cNvSpPr/>
          <p:nvPr/>
        </p:nvSpPr>
        <p:spPr>
          <a:xfrm>
            <a:off x="4826170" y="3827428"/>
            <a:ext cx="3046662" cy="22849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99AEC-EAAF-4D77-BFA5-985FF933E3D0}"/>
              </a:ext>
            </a:extLst>
          </p:cNvPr>
          <p:cNvSpPr txBox="1"/>
          <p:nvPr/>
        </p:nvSpPr>
        <p:spPr>
          <a:xfrm>
            <a:off x="1117600" y="1280157"/>
            <a:ext cx="10764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Availability zone is actually a geographical physical location that holds in AWS data center.</a:t>
            </a:r>
            <a:br>
              <a:rPr lang="en-US" dirty="0"/>
            </a:b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We've zoomed into an availability zone and there was where we see the physical hardware the physical</a:t>
            </a:r>
            <a:br>
              <a:rPr lang="en-US" dirty="0"/>
            </a:br>
            <a:r>
              <a:rPr lang="en-US" dirty="0"/>
              <a:t>data center where all of the AWS resources and any data or information that you put on AWS is located.</a:t>
            </a:r>
          </a:p>
        </p:txBody>
      </p:sp>
    </p:spTree>
    <p:extLst>
      <p:ext uri="{BB962C8B-B14F-4D97-AF65-F5344CB8AC3E}">
        <p14:creationId xmlns:p14="http://schemas.microsoft.com/office/powerpoint/2010/main" val="523331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F9AD67-E017-4C8F-AF9D-7608CA215AA8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D96998-52C3-48C0-86F6-7C308D81F4CE}"/>
              </a:ext>
            </a:extLst>
          </p:cNvPr>
          <p:cNvSpPr txBox="1"/>
          <p:nvPr/>
        </p:nvSpPr>
        <p:spPr>
          <a:xfrm>
            <a:off x="0" y="878150"/>
            <a:ext cx="1348510" cy="40703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07000"/>
              </a:lnSpc>
              <a:spcAft>
                <a:spcPts val="2250"/>
              </a:spcAft>
              <a:defRPr sz="3200" b="1">
                <a:solidFill>
                  <a:srgbClr val="002060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Conclusion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30F14B5-C253-438C-B98A-D2794E583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8054" y="147093"/>
            <a:ext cx="2203253" cy="9709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B31A68-00DC-4651-8A25-338AE8408284}"/>
              </a:ext>
            </a:extLst>
          </p:cNvPr>
          <p:cNvSpPr txBox="1"/>
          <p:nvPr/>
        </p:nvSpPr>
        <p:spPr>
          <a:xfrm>
            <a:off x="1022791" y="1582248"/>
            <a:ext cx="107628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We have our regions within our regions we have availability zones and there are multiple availabilities zones for redundancy.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Inside each availability zone our data centers the physical hardware 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Physical pieces of hardware that you create and provision your AWS resources or utilize something like an S3 bucket.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So when you create an AWS account and you go to create a bucket or to launch an Amazon EC2 Instance</a:t>
            </a:r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/>
              <a:t>You're always choosing what region and what availability zone you want those things take place.</a:t>
            </a:r>
          </a:p>
        </p:txBody>
      </p:sp>
    </p:spTree>
    <p:extLst>
      <p:ext uri="{BB962C8B-B14F-4D97-AF65-F5344CB8AC3E}">
        <p14:creationId xmlns:p14="http://schemas.microsoft.com/office/powerpoint/2010/main" val="214922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7270</TotalTime>
  <Words>233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Hamad ameer</dc:creator>
  <cp:lastModifiedBy>Hamad</cp:lastModifiedBy>
  <cp:revision>232</cp:revision>
  <dcterms:created xsi:type="dcterms:W3CDTF">2020-06-04T07:46:55Z</dcterms:created>
  <dcterms:modified xsi:type="dcterms:W3CDTF">2020-12-22T19:28:41Z</dcterms:modified>
</cp:coreProperties>
</file>