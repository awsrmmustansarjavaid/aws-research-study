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22" r:id="rId2"/>
    <p:sldId id="389" r:id="rId3"/>
    <p:sldId id="434" r:id="rId4"/>
    <p:sldId id="435" r:id="rId5"/>
    <p:sldId id="437" r:id="rId6"/>
    <p:sldId id="439" r:id="rId7"/>
    <p:sldId id="438" r:id="rId8"/>
    <p:sldId id="467" r:id="rId9"/>
    <p:sldId id="441" r:id="rId10"/>
    <p:sldId id="440" r:id="rId11"/>
    <p:sldId id="442" r:id="rId12"/>
    <p:sldId id="447" r:id="rId13"/>
    <p:sldId id="443" r:id="rId14"/>
    <p:sldId id="446" r:id="rId15"/>
    <p:sldId id="468" r:id="rId16"/>
    <p:sldId id="448" r:id="rId17"/>
    <p:sldId id="449" r:id="rId18"/>
    <p:sldId id="450" r:id="rId19"/>
    <p:sldId id="451" r:id="rId20"/>
    <p:sldId id="452" r:id="rId21"/>
    <p:sldId id="453" r:id="rId22"/>
    <p:sldId id="454" r:id="rId23"/>
    <p:sldId id="455" r:id="rId24"/>
    <p:sldId id="456" r:id="rId25"/>
    <p:sldId id="457" r:id="rId26"/>
    <p:sldId id="458" r:id="rId27"/>
    <p:sldId id="459" r:id="rId28"/>
    <p:sldId id="461" r:id="rId29"/>
    <p:sldId id="462" r:id="rId30"/>
    <p:sldId id="463" r:id="rId31"/>
    <p:sldId id="464" r:id="rId32"/>
    <p:sldId id="465" r:id="rId33"/>
    <p:sldId id="466" r:id="rId34"/>
    <p:sldId id="460"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mad ameer" initials="Ha" lastIdx="1" clrIdx="0">
    <p:extLst>
      <p:ext uri="{19B8F6BF-5375-455C-9EA6-DF929625EA0E}">
        <p15:presenceInfo xmlns:p15="http://schemas.microsoft.com/office/powerpoint/2012/main" userId="ce9783c20842730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3" d="100"/>
          <a:sy n="83" d="100"/>
        </p:scale>
        <p:origin x="61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9AF09-0C0D-4551-810F-9DE09E5B20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64CB085-B142-473F-8808-E3F6BEC290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E56D37-AC77-4748-A337-90957AFF3326}"/>
              </a:ext>
            </a:extLst>
          </p:cNvPr>
          <p:cNvSpPr>
            <a:spLocks noGrp="1"/>
          </p:cNvSpPr>
          <p:nvPr>
            <p:ph type="dt" sz="half" idx="10"/>
          </p:nvPr>
        </p:nvSpPr>
        <p:spPr/>
        <p:txBody>
          <a:bodyPr/>
          <a:lstStyle/>
          <a:p>
            <a:fld id="{14901A58-323E-4A4A-993E-24A8F121F36A}" type="datetimeFigureOut">
              <a:rPr lang="en-US" smtClean="0"/>
              <a:t>5/2/2021</a:t>
            </a:fld>
            <a:endParaRPr lang="en-US"/>
          </a:p>
        </p:txBody>
      </p:sp>
      <p:sp>
        <p:nvSpPr>
          <p:cNvPr id="5" name="Footer Placeholder 4">
            <a:extLst>
              <a:ext uri="{FF2B5EF4-FFF2-40B4-BE49-F238E27FC236}">
                <a16:creationId xmlns:a16="http://schemas.microsoft.com/office/drawing/2014/main" id="{9644BDEB-9F16-4DEB-95F3-BD2749A64C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7C6035-4476-4087-B9AE-A1C86F5877AE}"/>
              </a:ext>
            </a:extLst>
          </p:cNvPr>
          <p:cNvSpPr>
            <a:spLocks noGrp="1"/>
          </p:cNvSpPr>
          <p:nvPr>
            <p:ph type="sldNum" sz="quarter" idx="12"/>
          </p:nvPr>
        </p:nvSpPr>
        <p:spPr/>
        <p:txBody>
          <a:bodyPr/>
          <a:lstStyle/>
          <a:p>
            <a:fld id="{BC894CD5-09D2-4891-9401-7B288A15C7E6}" type="slidenum">
              <a:rPr lang="en-US" smtClean="0"/>
              <a:t>‹#›</a:t>
            </a:fld>
            <a:endParaRPr lang="en-US"/>
          </a:p>
        </p:txBody>
      </p:sp>
    </p:spTree>
    <p:extLst>
      <p:ext uri="{BB962C8B-B14F-4D97-AF65-F5344CB8AC3E}">
        <p14:creationId xmlns:p14="http://schemas.microsoft.com/office/powerpoint/2010/main" val="3457930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E03B2-80CC-4905-8505-15285AB7B1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0F3B28-A83E-4DE4-BFC6-1CB270E766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FB1F7D-FFD7-4573-ADE0-D1DEDF4E7E9C}"/>
              </a:ext>
            </a:extLst>
          </p:cNvPr>
          <p:cNvSpPr>
            <a:spLocks noGrp="1"/>
          </p:cNvSpPr>
          <p:nvPr>
            <p:ph type="dt" sz="half" idx="10"/>
          </p:nvPr>
        </p:nvSpPr>
        <p:spPr/>
        <p:txBody>
          <a:bodyPr/>
          <a:lstStyle/>
          <a:p>
            <a:fld id="{14901A58-323E-4A4A-993E-24A8F121F36A}" type="datetimeFigureOut">
              <a:rPr lang="en-US" smtClean="0"/>
              <a:t>5/2/2021</a:t>
            </a:fld>
            <a:endParaRPr lang="en-US"/>
          </a:p>
        </p:txBody>
      </p:sp>
      <p:sp>
        <p:nvSpPr>
          <p:cNvPr id="5" name="Footer Placeholder 4">
            <a:extLst>
              <a:ext uri="{FF2B5EF4-FFF2-40B4-BE49-F238E27FC236}">
                <a16:creationId xmlns:a16="http://schemas.microsoft.com/office/drawing/2014/main" id="{75B53B47-B0D7-4CA6-BF2E-917A251931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225392-9664-4451-AA52-5C136EB1541E}"/>
              </a:ext>
            </a:extLst>
          </p:cNvPr>
          <p:cNvSpPr>
            <a:spLocks noGrp="1"/>
          </p:cNvSpPr>
          <p:nvPr>
            <p:ph type="sldNum" sz="quarter" idx="12"/>
          </p:nvPr>
        </p:nvSpPr>
        <p:spPr/>
        <p:txBody>
          <a:bodyPr/>
          <a:lstStyle/>
          <a:p>
            <a:fld id="{BC894CD5-09D2-4891-9401-7B288A15C7E6}" type="slidenum">
              <a:rPr lang="en-US" smtClean="0"/>
              <a:t>‹#›</a:t>
            </a:fld>
            <a:endParaRPr lang="en-US"/>
          </a:p>
        </p:txBody>
      </p:sp>
    </p:spTree>
    <p:extLst>
      <p:ext uri="{BB962C8B-B14F-4D97-AF65-F5344CB8AC3E}">
        <p14:creationId xmlns:p14="http://schemas.microsoft.com/office/powerpoint/2010/main" val="3015910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C579C-5D65-44C6-8828-0C03BE7C6F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492CDE-4A11-42DC-B63C-3BDE5B3236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EC540F-4F09-42A5-879F-9FAE07D6E5F7}"/>
              </a:ext>
            </a:extLst>
          </p:cNvPr>
          <p:cNvSpPr>
            <a:spLocks noGrp="1"/>
          </p:cNvSpPr>
          <p:nvPr>
            <p:ph type="dt" sz="half" idx="10"/>
          </p:nvPr>
        </p:nvSpPr>
        <p:spPr/>
        <p:txBody>
          <a:bodyPr/>
          <a:lstStyle/>
          <a:p>
            <a:fld id="{14901A58-323E-4A4A-993E-24A8F121F36A}" type="datetimeFigureOut">
              <a:rPr lang="en-US" smtClean="0"/>
              <a:t>5/2/2021</a:t>
            </a:fld>
            <a:endParaRPr lang="en-US"/>
          </a:p>
        </p:txBody>
      </p:sp>
      <p:sp>
        <p:nvSpPr>
          <p:cNvPr id="5" name="Footer Placeholder 4">
            <a:extLst>
              <a:ext uri="{FF2B5EF4-FFF2-40B4-BE49-F238E27FC236}">
                <a16:creationId xmlns:a16="http://schemas.microsoft.com/office/drawing/2014/main" id="{F7D71DCB-00A4-490C-9428-CC492B2172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3EF79D-D419-42B2-975A-06586E90268F}"/>
              </a:ext>
            </a:extLst>
          </p:cNvPr>
          <p:cNvSpPr>
            <a:spLocks noGrp="1"/>
          </p:cNvSpPr>
          <p:nvPr>
            <p:ph type="sldNum" sz="quarter" idx="12"/>
          </p:nvPr>
        </p:nvSpPr>
        <p:spPr/>
        <p:txBody>
          <a:bodyPr/>
          <a:lstStyle/>
          <a:p>
            <a:fld id="{BC894CD5-09D2-4891-9401-7B288A15C7E6}" type="slidenum">
              <a:rPr lang="en-US" smtClean="0"/>
              <a:t>‹#›</a:t>
            </a:fld>
            <a:endParaRPr lang="en-US"/>
          </a:p>
        </p:txBody>
      </p:sp>
    </p:spTree>
    <p:extLst>
      <p:ext uri="{BB962C8B-B14F-4D97-AF65-F5344CB8AC3E}">
        <p14:creationId xmlns:p14="http://schemas.microsoft.com/office/powerpoint/2010/main" val="322851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AAAE7-B0D9-4361-BEA4-2EA972918A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FADA20-0A71-416F-94E3-6408FE53DC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3AC58E-3854-4E9A-8C85-12373F63BE2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3ACDD2-3842-4EAC-9375-A9BA36D09A81}"/>
              </a:ext>
            </a:extLst>
          </p:cNvPr>
          <p:cNvSpPr>
            <a:spLocks noGrp="1"/>
          </p:cNvSpPr>
          <p:nvPr>
            <p:ph type="dt" sz="half" idx="10"/>
          </p:nvPr>
        </p:nvSpPr>
        <p:spPr/>
        <p:txBody>
          <a:bodyPr/>
          <a:lstStyle/>
          <a:p>
            <a:fld id="{14901A58-323E-4A4A-993E-24A8F121F36A}" type="datetimeFigureOut">
              <a:rPr lang="en-US" smtClean="0"/>
              <a:t>5/2/2021</a:t>
            </a:fld>
            <a:endParaRPr lang="en-US"/>
          </a:p>
        </p:txBody>
      </p:sp>
      <p:sp>
        <p:nvSpPr>
          <p:cNvPr id="6" name="Footer Placeholder 5">
            <a:extLst>
              <a:ext uri="{FF2B5EF4-FFF2-40B4-BE49-F238E27FC236}">
                <a16:creationId xmlns:a16="http://schemas.microsoft.com/office/drawing/2014/main" id="{D954AF12-CFF2-4E02-AE0E-BC08E5CF2C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8EFF0C-CA7F-4292-82F6-3C7379E5A953}"/>
              </a:ext>
            </a:extLst>
          </p:cNvPr>
          <p:cNvSpPr>
            <a:spLocks noGrp="1"/>
          </p:cNvSpPr>
          <p:nvPr>
            <p:ph type="sldNum" sz="quarter" idx="12"/>
          </p:nvPr>
        </p:nvSpPr>
        <p:spPr/>
        <p:txBody>
          <a:bodyPr/>
          <a:lstStyle/>
          <a:p>
            <a:fld id="{BC894CD5-09D2-4891-9401-7B288A15C7E6}" type="slidenum">
              <a:rPr lang="en-US" smtClean="0"/>
              <a:t>‹#›</a:t>
            </a:fld>
            <a:endParaRPr lang="en-US"/>
          </a:p>
        </p:txBody>
      </p:sp>
    </p:spTree>
    <p:extLst>
      <p:ext uri="{BB962C8B-B14F-4D97-AF65-F5344CB8AC3E}">
        <p14:creationId xmlns:p14="http://schemas.microsoft.com/office/powerpoint/2010/main" val="3970094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D4FCE-2DFB-46A5-AE67-BC84FCB106F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19AFDB-1E22-413A-BCAE-7699202265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43F9D1-9F4B-4183-9DAF-A1E9324ABE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B2DBFE3-8427-4F67-BED3-0C946F2A9A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1FCDA1-838D-4CBE-BF9F-BDA96512C1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5C91A0-D7F5-4190-B252-A55C6FC800EC}"/>
              </a:ext>
            </a:extLst>
          </p:cNvPr>
          <p:cNvSpPr>
            <a:spLocks noGrp="1"/>
          </p:cNvSpPr>
          <p:nvPr>
            <p:ph type="dt" sz="half" idx="10"/>
          </p:nvPr>
        </p:nvSpPr>
        <p:spPr/>
        <p:txBody>
          <a:bodyPr/>
          <a:lstStyle/>
          <a:p>
            <a:fld id="{14901A58-323E-4A4A-993E-24A8F121F36A}" type="datetimeFigureOut">
              <a:rPr lang="en-US" smtClean="0"/>
              <a:t>5/2/2021</a:t>
            </a:fld>
            <a:endParaRPr lang="en-US"/>
          </a:p>
        </p:txBody>
      </p:sp>
      <p:sp>
        <p:nvSpPr>
          <p:cNvPr id="8" name="Footer Placeholder 7">
            <a:extLst>
              <a:ext uri="{FF2B5EF4-FFF2-40B4-BE49-F238E27FC236}">
                <a16:creationId xmlns:a16="http://schemas.microsoft.com/office/drawing/2014/main" id="{D63C7620-1C98-420C-BF03-CB1FF87EECC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9534BEF-38E0-40C2-84C0-EA8A0FC75E30}"/>
              </a:ext>
            </a:extLst>
          </p:cNvPr>
          <p:cNvSpPr>
            <a:spLocks noGrp="1"/>
          </p:cNvSpPr>
          <p:nvPr>
            <p:ph type="sldNum" sz="quarter" idx="12"/>
          </p:nvPr>
        </p:nvSpPr>
        <p:spPr/>
        <p:txBody>
          <a:bodyPr/>
          <a:lstStyle/>
          <a:p>
            <a:fld id="{BC894CD5-09D2-4891-9401-7B288A15C7E6}" type="slidenum">
              <a:rPr lang="en-US" smtClean="0"/>
              <a:t>‹#›</a:t>
            </a:fld>
            <a:endParaRPr lang="en-US"/>
          </a:p>
        </p:txBody>
      </p:sp>
    </p:spTree>
    <p:extLst>
      <p:ext uri="{BB962C8B-B14F-4D97-AF65-F5344CB8AC3E}">
        <p14:creationId xmlns:p14="http://schemas.microsoft.com/office/powerpoint/2010/main" val="3555971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1E6AD-D1D8-4C15-9E1F-022117A78F5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BE494B2-5C8C-418A-895A-AA06A9A35111}"/>
              </a:ext>
            </a:extLst>
          </p:cNvPr>
          <p:cNvSpPr>
            <a:spLocks noGrp="1"/>
          </p:cNvSpPr>
          <p:nvPr>
            <p:ph type="dt" sz="half" idx="10"/>
          </p:nvPr>
        </p:nvSpPr>
        <p:spPr/>
        <p:txBody>
          <a:bodyPr/>
          <a:lstStyle/>
          <a:p>
            <a:fld id="{14901A58-323E-4A4A-993E-24A8F121F36A}" type="datetimeFigureOut">
              <a:rPr lang="en-US" smtClean="0"/>
              <a:t>5/2/2021</a:t>
            </a:fld>
            <a:endParaRPr lang="en-US"/>
          </a:p>
        </p:txBody>
      </p:sp>
      <p:sp>
        <p:nvSpPr>
          <p:cNvPr id="4" name="Footer Placeholder 3">
            <a:extLst>
              <a:ext uri="{FF2B5EF4-FFF2-40B4-BE49-F238E27FC236}">
                <a16:creationId xmlns:a16="http://schemas.microsoft.com/office/drawing/2014/main" id="{1BC00183-4803-4973-9A08-386CF6533A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EA0E28C-C9BE-4BA8-9037-72A8E2B05AAC}"/>
              </a:ext>
            </a:extLst>
          </p:cNvPr>
          <p:cNvSpPr>
            <a:spLocks noGrp="1"/>
          </p:cNvSpPr>
          <p:nvPr>
            <p:ph type="sldNum" sz="quarter" idx="12"/>
          </p:nvPr>
        </p:nvSpPr>
        <p:spPr/>
        <p:txBody>
          <a:bodyPr/>
          <a:lstStyle/>
          <a:p>
            <a:fld id="{BC894CD5-09D2-4891-9401-7B288A15C7E6}" type="slidenum">
              <a:rPr lang="en-US" smtClean="0"/>
              <a:t>‹#›</a:t>
            </a:fld>
            <a:endParaRPr lang="en-US"/>
          </a:p>
        </p:txBody>
      </p:sp>
    </p:spTree>
    <p:extLst>
      <p:ext uri="{BB962C8B-B14F-4D97-AF65-F5344CB8AC3E}">
        <p14:creationId xmlns:p14="http://schemas.microsoft.com/office/powerpoint/2010/main" val="3771025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7B6BA5-5FF1-4D58-A8B0-E155CF63C67D}"/>
              </a:ext>
            </a:extLst>
          </p:cNvPr>
          <p:cNvSpPr>
            <a:spLocks noGrp="1"/>
          </p:cNvSpPr>
          <p:nvPr>
            <p:ph type="dt" sz="half" idx="10"/>
          </p:nvPr>
        </p:nvSpPr>
        <p:spPr/>
        <p:txBody>
          <a:bodyPr/>
          <a:lstStyle/>
          <a:p>
            <a:fld id="{14901A58-323E-4A4A-993E-24A8F121F36A}" type="datetimeFigureOut">
              <a:rPr lang="en-US" smtClean="0"/>
              <a:t>5/2/2021</a:t>
            </a:fld>
            <a:endParaRPr lang="en-US"/>
          </a:p>
        </p:txBody>
      </p:sp>
      <p:sp>
        <p:nvSpPr>
          <p:cNvPr id="3" name="Footer Placeholder 2">
            <a:extLst>
              <a:ext uri="{FF2B5EF4-FFF2-40B4-BE49-F238E27FC236}">
                <a16:creationId xmlns:a16="http://schemas.microsoft.com/office/drawing/2014/main" id="{30BD8E9A-BA91-4859-BF60-EA7EA99BF3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60FD84C-1E5F-4188-98EE-A3E659B6C215}"/>
              </a:ext>
            </a:extLst>
          </p:cNvPr>
          <p:cNvSpPr>
            <a:spLocks noGrp="1"/>
          </p:cNvSpPr>
          <p:nvPr>
            <p:ph type="sldNum" sz="quarter" idx="12"/>
          </p:nvPr>
        </p:nvSpPr>
        <p:spPr/>
        <p:txBody>
          <a:bodyPr/>
          <a:lstStyle/>
          <a:p>
            <a:fld id="{BC894CD5-09D2-4891-9401-7B288A15C7E6}" type="slidenum">
              <a:rPr lang="en-US" smtClean="0"/>
              <a:t>‹#›</a:t>
            </a:fld>
            <a:endParaRPr lang="en-US"/>
          </a:p>
        </p:txBody>
      </p:sp>
    </p:spTree>
    <p:extLst>
      <p:ext uri="{BB962C8B-B14F-4D97-AF65-F5344CB8AC3E}">
        <p14:creationId xmlns:p14="http://schemas.microsoft.com/office/powerpoint/2010/main" val="1491497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F14E4-4B78-4DE0-ABB2-B9A2D0A90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B62375F-867D-41B6-B0AB-8D44735065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81FF3F-84CD-40E2-9648-ADD572B4CF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881EB4-528B-410D-916E-9F60E8EF47CF}"/>
              </a:ext>
            </a:extLst>
          </p:cNvPr>
          <p:cNvSpPr>
            <a:spLocks noGrp="1"/>
          </p:cNvSpPr>
          <p:nvPr>
            <p:ph type="dt" sz="half" idx="10"/>
          </p:nvPr>
        </p:nvSpPr>
        <p:spPr/>
        <p:txBody>
          <a:bodyPr/>
          <a:lstStyle/>
          <a:p>
            <a:fld id="{14901A58-323E-4A4A-993E-24A8F121F36A}" type="datetimeFigureOut">
              <a:rPr lang="en-US" smtClean="0"/>
              <a:t>5/2/2021</a:t>
            </a:fld>
            <a:endParaRPr lang="en-US"/>
          </a:p>
        </p:txBody>
      </p:sp>
      <p:sp>
        <p:nvSpPr>
          <p:cNvPr id="6" name="Footer Placeholder 5">
            <a:extLst>
              <a:ext uri="{FF2B5EF4-FFF2-40B4-BE49-F238E27FC236}">
                <a16:creationId xmlns:a16="http://schemas.microsoft.com/office/drawing/2014/main" id="{A7679A4E-F25A-4EF0-91F8-4E92A41D45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825C4-7685-4C27-96B4-1398E84F4E1E}"/>
              </a:ext>
            </a:extLst>
          </p:cNvPr>
          <p:cNvSpPr>
            <a:spLocks noGrp="1"/>
          </p:cNvSpPr>
          <p:nvPr>
            <p:ph type="sldNum" sz="quarter" idx="12"/>
          </p:nvPr>
        </p:nvSpPr>
        <p:spPr/>
        <p:txBody>
          <a:bodyPr/>
          <a:lstStyle/>
          <a:p>
            <a:fld id="{BC894CD5-09D2-4891-9401-7B288A15C7E6}" type="slidenum">
              <a:rPr lang="en-US" smtClean="0"/>
              <a:t>‹#›</a:t>
            </a:fld>
            <a:endParaRPr lang="en-US"/>
          </a:p>
        </p:txBody>
      </p:sp>
    </p:spTree>
    <p:extLst>
      <p:ext uri="{BB962C8B-B14F-4D97-AF65-F5344CB8AC3E}">
        <p14:creationId xmlns:p14="http://schemas.microsoft.com/office/powerpoint/2010/main" val="2183749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FEF52-27E1-470B-960A-3017E9D506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67AD330-EA1F-4B52-BCBD-BBB7F3973B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B41A376-B08B-4E4A-ADCA-59E2D43065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DA5A6E-0B4C-4543-8A0B-4006B917B243}"/>
              </a:ext>
            </a:extLst>
          </p:cNvPr>
          <p:cNvSpPr>
            <a:spLocks noGrp="1"/>
          </p:cNvSpPr>
          <p:nvPr>
            <p:ph type="dt" sz="half" idx="10"/>
          </p:nvPr>
        </p:nvSpPr>
        <p:spPr/>
        <p:txBody>
          <a:bodyPr/>
          <a:lstStyle/>
          <a:p>
            <a:fld id="{14901A58-323E-4A4A-993E-24A8F121F36A}" type="datetimeFigureOut">
              <a:rPr lang="en-US" smtClean="0"/>
              <a:t>5/2/2021</a:t>
            </a:fld>
            <a:endParaRPr lang="en-US"/>
          </a:p>
        </p:txBody>
      </p:sp>
      <p:sp>
        <p:nvSpPr>
          <p:cNvPr id="6" name="Footer Placeholder 5">
            <a:extLst>
              <a:ext uri="{FF2B5EF4-FFF2-40B4-BE49-F238E27FC236}">
                <a16:creationId xmlns:a16="http://schemas.microsoft.com/office/drawing/2014/main" id="{FB628709-FFEC-439F-B94C-EFE7E7400F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06D7AD-EEDB-481E-99F6-53316C972533}"/>
              </a:ext>
            </a:extLst>
          </p:cNvPr>
          <p:cNvSpPr>
            <a:spLocks noGrp="1"/>
          </p:cNvSpPr>
          <p:nvPr>
            <p:ph type="sldNum" sz="quarter" idx="12"/>
          </p:nvPr>
        </p:nvSpPr>
        <p:spPr/>
        <p:txBody>
          <a:bodyPr/>
          <a:lstStyle/>
          <a:p>
            <a:fld id="{BC894CD5-09D2-4891-9401-7B288A15C7E6}" type="slidenum">
              <a:rPr lang="en-US" smtClean="0"/>
              <a:t>‹#›</a:t>
            </a:fld>
            <a:endParaRPr lang="en-US"/>
          </a:p>
        </p:txBody>
      </p:sp>
    </p:spTree>
    <p:extLst>
      <p:ext uri="{BB962C8B-B14F-4D97-AF65-F5344CB8AC3E}">
        <p14:creationId xmlns:p14="http://schemas.microsoft.com/office/powerpoint/2010/main" val="2985111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2A62D-2883-4807-9FDC-419EFC62D86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4249C2-6E23-41A6-AB77-8ABB939B20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3C2621-A7DC-4C82-AA67-50CF6517C6C6}"/>
              </a:ext>
            </a:extLst>
          </p:cNvPr>
          <p:cNvSpPr>
            <a:spLocks noGrp="1"/>
          </p:cNvSpPr>
          <p:nvPr>
            <p:ph type="dt" sz="half" idx="10"/>
          </p:nvPr>
        </p:nvSpPr>
        <p:spPr/>
        <p:txBody>
          <a:bodyPr/>
          <a:lstStyle/>
          <a:p>
            <a:fld id="{14901A58-323E-4A4A-993E-24A8F121F36A}" type="datetimeFigureOut">
              <a:rPr lang="en-US" smtClean="0"/>
              <a:t>5/2/2021</a:t>
            </a:fld>
            <a:endParaRPr lang="en-US"/>
          </a:p>
        </p:txBody>
      </p:sp>
      <p:sp>
        <p:nvSpPr>
          <p:cNvPr id="5" name="Footer Placeholder 4">
            <a:extLst>
              <a:ext uri="{FF2B5EF4-FFF2-40B4-BE49-F238E27FC236}">
                <a16:creationId xmlns:a16="http://schemas.microsoft.com/office/drawing/2014/main" id="{D0C247CA-1430-4234-B437-FEFE8340A1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E7B353-9E07-4762-9F40-550085EA40B1}"/>
              </a:ext>
            </a:extLst>
          </p:cNvPr>
          <p:cNvSpPr>
            <a:spLocks noGrp="1"/>
          </p:cNvSpPr>
          <p:nvPr>
            <p:ph type="sldNum" sz="quarter" idx="12"/>
          </p:nvPr>
        </p:nvSpPr>
        <p:spPr/>
        <p:txBody>
          <a:bodyPr/>
          <a:lstStyle/>
          <a:p>
            <a:fld id="{BC894CD5-09D2-4891-9401-7B288A15C7E6}" type="slidenum">
              <a:rPr lang="en-US" smtClean="0"/>
              <a:t>‹#›</a:t>
            </a:fld>
            <a:endParaRPr lang="en-US"/>
          </a:p>
        </p:txBody>
      </p:sp>
    </p:spTree>
    <p:extLst>
      <p:ext uri="{BB962C8B-B14F-4D97-AF65-F5344CB8AC3E}">
        <p14:creationId xmlns:p14="http://schemas.microsoft.com/office/powerpoint/2010/main" val="6593348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AD74F2-156A-4F30-B48F-36A447831F8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FC68D4-CCDB-4263-95B9-0647E7F9BB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482557-23A0-4F9A-A787-1F2D6E59DC8D}"/>
              </a:ext>
            </a:extLst>
          </p:cNvPr>
          <p:cNvSpPr>
            <a:spLocks noGrp="1"/>
          </p:cNvSpPr>
          <p:nvPr>
            <p:ph type="dt" sz="half" idx="10"/>
          </p:nvPr>
        </p:nvSpPr>
        <p:spPr/>
        <p:txBody>
          <a:bodyPr/>
          <a:lstStyle/>
          <a:p>
            <a:fld id="{14901A58-323E-4A4A-993E-24A8F121F36A}" type="datetimeFigureOut">
              <a:rPr lang="en-US" smtClean="0"/>
              <a:t>5/2/2021</a:t>
            </a:fld>
            <a:endParaRPr lang="en-US"/>
          </a:p>
        </p:txBody>
      </p:sp>
      <p:sp>
        <p:nvSpPr>
          <p:cNvPr id="5" name="Footer Placeholder 4">
            <a:extLst>
              <a:ext uri="{FF2B5EF4-FFF2-40B4-BE49-F238E27FC236}">
                <a16:creationId xmlns:a16="http://schemas.microsoft.com/office/drawing/2014/main" id="{777C4AE5-4DD4-4A3E-A51A-112F803697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80C0DC-824F-4444-B488-A64C07753656}"/>
              </a:ext>
            </a:extLst>
          </p:cNvPr>
          <p:cNvSpPr>
            <a:spLocks noGrp="1"/>
          </p:cNvSpPr>
          <p:nvPr>
            <p:ph type="sldNum" sz="quarter" idx="12"/>
          </p:nvPr>
        </p:nvSpPr>
        <p:spPr/>
        <p:txBody>
          <a:bodyPr/>
          <a:lstStyle/>
          <a:p>
            <a:fld id="{BC894CD5-09D2-4891-9401-7B288A15C7E6}" type="slidenum">
              <a:rPr lang="en-US" smtClean="0"/>
              <a:t>‹#›</a:t>
            </a:fld>
            <a:endParaRPr lang="en-US"/>
          </a:p>
        </p:txBody>
      </p:sp>
    </p:spTree>
    <p:extLst>
      <p:ext uri="{BB962C8B-B14F-4D97-AF65-F5344CB8AC3E}">
        <p14:creationId xmlns:p14="http://schemas.microsoft.com/office/powerpoint/2010/main" val="3694623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CC869C-4805-47F9-B17F-5374D8A26C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52441C0-89C7-4E0A-BCBC-EC75FA0871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A5CE10-610E-4C8A-96BF-0B34912A19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901A58-323E-4A4A-993E-24A8F121F36A}" type="datetimeFigureOut">
              <a:rPr lang="en-US" smtClean="0"/>
              <a:t>5/2/2021</a:t>
            </a:fld>
            <a:endParaRPr lang="en-US"/>
          </a:p>
        </p:txBody>
      </p:sp>
      <p:sp>
        <p:nvSpPr>
          <p:cNvPr id="5" name="Footer Placeholder 4">
            <a:extLst>
              <a:ext uri="{FF2B5EF4-FFF2-40B4-BE49-F238E27FC236}">
                <a16:creationId xmlns:a16="http://schemas.microsoft.com/office/drawing/2014/main" id="{CA5BB9FE-4833-444A-B873-2179854E72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E076045-948B-4F49-8766-CE3CE4821E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894CD5-09D2-4891-9401-7B288A15C7E6}" type="slidenum">
              <a:rPr lang="en-US" smtClean="0"/>
              <a:t>‹#›</a:t>
            </a:fld>
            <a:endParaRPr lang="en-US"/>
          </a:p>
        </p:txBody>
      </p:sp>
    </p:spTree>
    <p:extLst>
      <p:ext uri="{BB962C8B-B14F-4D97-AF65-F5344CB8AC3E}">
        <p14:creationId xmlns:p14="http://schemas.microsoft.com/office/powerpoint/2010/main" val="30041759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jp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613B631-0584-40FC-995D-A3CFABE27F7B}"/>
              </a:ext>
            </a:extLst>
          </p:cNvPr>
          <p:cNvSpPr txBox="1"/>
          <p:nvPr/>
        </p:nvSpPr>
        <p:spPr>
          <a:xfrm>
            <a:off x="4876798" y="3417240"/>
            <a:ext cx="2438399" cy="646331"/>
          </a:xfrm>
          <a:prstGeom prst="rect">
            <a:avLst/>
          </a:prstGeom>
          <a:noFill/>
        </p:spPr>
        <p:txBody>
          <a:bodyPr wrap="square" rtlCol="0">
            <a:spAutoFit/>
          </a:bodyPr>
          <a:lstStyle/>
          <a:p>
            <a:r>
              <a:rPr lang="en-US" sz="3600" b="1" dirty="0">
                <a:solidFill>
                  <a:srgbClr val="002060"/>
                </a:solidFill>
              </a:rPr>
              <a:t>Section # 2</a:t>
            </a:r>
          </a:p>
        </p:txBody>
      </p:sp>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D31D43C-8B75-4120-BF2D-69C508AD04DF}"/>
              </a:ext>
            </a:extLst>
          </p:cNvPr>
          <p:cNvSpPr/>
          <p:nvPr/>
        </p:nvSpPr>
        <p:spPr>
          <a:xfrm>
            <a:off x="3742701" y="4063571"/>
            <a:ext cx="4706608" cy="830997"/>
          </a:xfrm>
          <a:prstGeom prst="rect">
            <a:avLst/>
          </a:prstGeom>
        </p:spPr>
        <p:txBody>
          <a:bodyPr wrap="none">
            <a:spAutoFit/>
          </a:bodyPr>
          <a:lstStyle/>
          <a:p>
            <a:pPr algn="ctr"/>
            <a:r>
              <a:rPr lang="en-US" sz="2400" b="1" dirty="0"/>
              <a:t> Introduction to AWS Terminologies</a:t>
            </a:r>
          </a:p>
          <a:p>
            <a:pPr algn="ctr"/>
            <a:r>
              <a:rPr lang="en-US" sz="2400" b="1" dirty="0">
                <a:solidFill>
                  <a:schemeClr val="accent1">
                    <a:lumMod val="75000"/>
                  </a:schemeClr>
                </a:solidFill>
              </a:rPr>
              <a:t>IAM</a:t>
            </a:r>
          </a:p>
        </p:txBody>
      </p:sp>
      <p:pic>
        <p:nvPicPr>
          <p:cNvPr id="5" name="Picture 4">
            <a:extLst>
              <a:ext uri="{FF2B5EF4-FFF2-40B4-BE49-F238E27FC236}">
                <a16:creationId xmlns:a16="http://schemas.microsoft.com/office/drawing/2014/main" id="{B9781A70-0BEF-43E5-9773-59CDC4ABC5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53981" y="294873"/>
            <a:ext cx="5430844" cy="2393369"/>
          </a:xfrm>
          <a:prstGeom prst="rect">
            <a:avLst/>
          </a:prstGeom>
        </p:spPr>
      </p:pic>
      <p:pic>
        <p:nvPicPr>
          <p:cNvPr id="6" name="Picture 5">
            <a:extLst>
              <a:ext uri="{FF2B5EF4-FFF2-40B4-BE49-F238E27FC236}">
                <a16:creationId xmlns:a16="http://schemas.microsoft.com/office/drawing/2014/main" id="{DCCF7653-1409-4341-9465-3A2C9E84A0FA}"/>
              </a:ext>
            </a:extLst>
          </p:cNvPr>
          <p:cNvPicPr>
            <a:picLocks noChangeAspect="1"/>
          </p:cNvPicPr>
          <p:nvPr/>
        </p:nvPicPr>
        <p:blipFill rotWithShape="1">
          <a:blip r:embed="rId3">
            <a:extLst>
              <a:ext uri="{28A0092B-C50C-407E-A947-70E740481C1C}">
                <a14:useLocalDpi xmlns:a14="http://schemas.microsoft.com/office/drawing/2010/main" val="0"/>
              </a:ext>
            </a:extLst>
          </a:blip>
          <a:srcRect l="41113" t="15396" r="40409" b="12190"/>
          <a:stretch/>
        </p:blipFill>
        <p:spPr>
          <a:xfrm>
            <a:off x="5638795" y="4894568"/>
            <a:ext cx="914403" cy="1547663"/>
          </a:xfrm>
          <a:prstGeom prst="rect">
            <a:avLst/>
          </a:prstGeom>
        </p:spPr>
      </p:pic>
    </p:spTree>
    <p:extLst>
      <p:ext uri="{BB962C8B-B14F-4D97-AF65-F5344CB8AC3E}">
        <p14:creationId xmlns:p14="http://schemas.microsoft.com/office/powerpoint/2010/main" val="2872586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2299855"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Introduction to IAM</a:t>
            </a:r>
          </a:p>
        </p:txBody>
      </p:sp>
      <p:pic>
        <p:nvPicPr>
          <p:cNvPr id="3" name="Picture 2">
            <a:extLst>
              <a:ext uri="{FF2B5EF4-FFF2-40B4-BE49-F238E27FC236}">
                <a16:creationId xmlns:a16="http://schemas.microsoft.com/office/drawing/2014/main" id="{6E5BB5F0-7DA2-467D-B088-C35746AC94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4860" y="1366519"/>
            <a:ext cx="6891431" cy="5247422"/>
          </a:xfrm>
          <a:prstGeom prst="rect">
            <a:avLst/>
          </a:prstGeom>
        </p:spPr>
      </p:pic>
    </p:spTree>
    <p:extLst>
      <p:ext uri="{BB962C8B-B14F-4D97-AF65-F5344CB8AC3E}">
        <p14:creationId xmlns:p14="http://schemas.microsoft.com/office/powerpoint/2010/main" val="2919653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1" y="750297"/>
            <a:ext cx="1579418"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What is MFA</a:t>
            </a:r>
          </a:p>
        </p:txBody>
      </p:sp>
      <p:pic>
        <p:nvPicPr>
          <p:cNvPr id="4" name="Picture 3">
            <a:extLst>
              <a:ext uri="{FF2B5EF4-FFF2-40B4-BE49-F238E27FC236}">
                <a16:creationId xmlns:a16="http://schemas.microsoft.com/office/drawing/2014/main" id="{F05F52A1-5CAB-48CC-B158-7688215F65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710" y="1360553"/>
            <a:ext cx="6426585" cy="3082137"/>
          </a:xfrm>
          <a:prstGeom prst="rect">
            <a:avLst/>
          </a:prstGeom>
        </p:spPr>
      </p:pic>
      <p:pic>
        <p:nvPicPr>
          <p:cNvPr id="6" name="Picture 5">
            <a:extLst>
              <a:ext uri="{FF2B5EF4-FFF2-40B4-BE49-F238E27FC236}">
                <a16:creationId xmlns:a16="http://schemas.microsoft.com/office/drawing/2014/main" id="{96AF7BE8-CE31-4E82-9898-15CB3335F9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51998" y="2443656"/>
            <a:ext cx="3902363" cy="4110703"/>
          </a:xfrm>
          <a:prstGeom prst="rect">
            <a:avLst/>
          </a:prstGeom>
        </p:spPr>
      </p:pic>
    </p:spTree>
    <p:extLst>
      <p:ext uri="{BB962C8B-B14F-4D97-AF65-F5344CB8AC3E}">
        <p14:creationId xmlns:p14="http://schemas.microsoft.com/office/powerpoint/2010/main" val="507007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1930399"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Users &amp; Policies</a:t>
            </a:r>
          </a:p>
        </p:txBody>
      </p:sp>
      <p:pic>
        <p:nvPicPr>
          <p:cNvPr id="3" name="Picture 2">
            <a:extLst>
              <a:ext uri="{FF2B5EF4-FFF2-40B4-BE49-F238E27FC236}">
                <a16:creationId xmlns:a16="http://schemas.microsoft.com/office/drawing/2014/main" id="{91B9DB02-3003-45EB-9E8D-962DFBA692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7274" y="1322148"/>
            <a:ext cx="6993174" cy="4866677"/>
          </a:xfrm>
          <a:prstGeom prst="rect">
            <a:avLst/>
          </a:prstGeom>
        </p:spPr>
      </p:pic>
    </p:spTree>
    <p:extLst>
      <p:ext uri="{BB962C8B-B14F-4D97-AF65-F5344CB8AC3E}">
        <p14:creationId xmlns:p14="http://schemas.microsoft.com/office/powerpoint/2010/main" val="2405293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1930399"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Users &amp; Policies</a:t>
            </a:r>
          </a:p>
        </p:txBody>
      </p:sp>
      <p:pic>
        <p:nvPicPr>
          <p:cNvPr id="4" name="Picture 3">
            <a:extLst>
              <a:ext uri="{FF2B5EF4-FFF2-40B4-BE49-F238E27FC236}">
                <a16:creationId xmlns:a16="http://schemas.microsoft.com/office/drawing/2014/main" id="{3B072EBD-9502-4440-89D1-EA2C930034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593" y="1671550"/>
            <a:ext cx="3720997" cy="3921299"/>
          </a:xfrm>
          <a:prstGeom prst="rect">
            <a:avLst/>
          </a:prstGeom>
        </p:spPr>
      </p:pic>
      <p:pic>
        <p:nvPicPr>
          <p:cNvPr id="3" name="Picture 2">
            <a:extLst>
              <a:ext uri="{FF2B5EF4-FFF2-40B4-BE49-F238E27FC236}">
                <a16:creationId xmlns:a16="http://schemas.microsoft.com/office/drawing/2014/main" id="{FCC41D0F-D354-4129-A567-0985DA4E50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23514" y="2345572"/>
            <a:ext cx="3635055" cy="3894157"/>
          </a:xfrm>
          <a:prstGeom prst="rect">
            <a:avLst/>
          </a:prstGeom>
        </p:spPr>
      </p:pic>
      <p:pic>
        <p:nvPicPr>
          <p:cNvPr id="11" name="Picture 10">
            <a:extLst>
              <a:ext uri="{FF2B5EF4-FFF2-40B4-BE49-F238E27FC236}">
                <a16:creationId xmlns:a16="http://schemas.microsoft.com/office/drawing/2014/main" id="{1868F7C4-C51C-426A-B740-40CAE7DDA34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61493" y="2979084"/>
            <a:ext cx="3619814" cy="3878916"/>
          </a:xfrm>
          <a:prstGeom prst="rect">
            <a:avLst/>
          </a:prstGeom>
        </p:spPr>
      </p:pic>
      <p:sp>
        <p:nvSpPr>
          <p:cNvPr id="5" name="TextBox 4">
            <a:extLst>
              <a:ext uri="{FF2B5EF4-FFF2-40B4-BE49-F238E27FC236}">
                <a16:creationId xmlns:a16="http://schemas.microsoft.com/office/drawing/2014/main" id="{18E3F346-5B42-479A-BD4B-F00BBF7F57BE}"/>
              </a:ext>
            </a:extLst>
          </p:cNvPr>
          <p:cNvSpPr txBox="1"/>
          <p:nvPr/>
        </p:nvSpPr>
        <p:spPr>
          <a:xfrm>
            <a:off x="2409248" y="1420098"/>
            <a:ext cx="301686" cy="369332"/>
          </a:xfrm>
          <a:prstGeom prst="rect">
            <a:avLst/>
          </a:prstGeom>
          <a:noFill/>
        </p:spPr>
        <p:txBody>
          <a:bodyPr wrap="none" rtlCol="0">
            <a:spAutoFit/>
          </a:bodyPr>
          <a:lstStyle/>
          <a:p>
            <a:r>
              <a:rPr lang="en-US" b="1" dirty="0">
                <a:solidFill>
                  <a:schemeClr val="tx2">
                    <a:lumMod val="75000"/>
                  </a:schemeClr>
                </a:solidFill>
              </a:rPr>
              <a:t>1</a:t>
            </a:r>
          </a:p>
        </p:txBody>
      </p:sp>
      <p:sp>
        <p:nvSpPr>
          <p:cNvPr id="12" name="TextBox 11">
            <a:extLst>
              <a:ext uri="{FF2B5EF4-FFF2-40B4-BE49-F238E27FC236}">
                <a16:creationId xmlns:a16="http://schemas.microsoft.com/office/drawing/2014/main" id="{94219092-1A73-474A-96A2-190665520C18}"/>
              </a:ext>
            </a:extLst>
          </p:cNvPr>
          <p:cNvSpPr txBox="1"/>
          <p:nvPr/>
        </p:nvSpPr>
        <p:spPr>
          <a:xfrm>
            <a:off x="6290198" y="2087076"/>
            <a:ext cx="301686" cy="369332"/>
          </a:xfrm>
          <a:prstGeom prst="rect">
            <a:avLst/>
          </a:prstGeom>
          <a:noFill/>
        </p:spPr>
        <p:txBody>
          <a:bodyPr wrap="none" rtlCol="0">
            <a:spAutoFit/>
          </a:bodyPr>
          <a:lstStyle/>
          <a:p>
            <a:r>
              <a:rPr lang="en-US" b="1" dirty="0">
                <a:solidFill>
                  <a:schemeClr val="tx2">
                    <a:lumMod val="75000"/>
                  </a:schemeClr>
                </a:solidFill>
              </a:rPr>
              <a:t>2</a:t>
            </a:r>
          </a:p>
        </p:txBody>
      </p:sp>
      <p:sp>
        <p:nvSpPr>
          <p:cNvPr id="13" name="TextBox 12">
            <a:extLst>
              <a:ext uri="{FF2B5EF4-FFF2-40B4-BE49-F238E27FC236}">
                <a16:creationId xmlns:a16="http://schemas.microsoft.com/office/drawing/2014/main" id="{5B6B445C-981B-461E-B6B1-33B4C389CFDC}"/>
              </a:ext>
            </a:extLst>
          </p:cNvPr>
          <p:cNvSpPr txBox="1"/>
          <p:nvPr/>
        </p:nvSpPr>
        <p:spPr>
          <a:xfrm>
            <a:off x="10120557" y="2729003"/>
            <a:ext cx="301686" cy="369332"/>
          </a:xfrm>
          <a:prstGeom prst="rect">
            <a:avLst/>
          </a:prstGeom>
          <a:noFill/>
        </p:spPr>
        <p:txBody>
          <a:bodyPr wrap="none" rtlCol="0">
            <a:spAutoFit/>
          </a:bodyPr>
          <a:lstStyle/>
          <a:p>
            <a:r>
              <a:rPr lang="en-US" b="1" dirty="0">
                <a:solidFill>
                  <a:schemeClr val="tx2">
                    <a:lumMod val="75000"/>
                  </a:schemeClr>
                </a:solidFill>
              </a:rPr>
              <a:t>3</a:t>
            </a:r>
          </a:p>
        </p:txBody>
      </p:sp>
    </p:spTree>
    <p:extLst>
      <p:ext uri="{BB962C8B-B14F-4D97-AF65-F5344CB8AC3E}">
        <p14:creationId xmlns:p14="http://schemas.microsoft.com/office/powerpoint/2010/main" val="2042761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1930399"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Users &amp; Policies</a:t>
            </a:r>
          </a:p>
        </p:txBody>
      </p:sp>
      <p:sp>
        <p:nvSpPr>
          <p:cNvPr id="5" name="TextBox 4">
            <a:extLst>
              <a:ext uri="{FF2B5EF4-FFF2-40B4-BE49-F238E27FC236}">
                <a16:creationId xmlns:a16="http://schemas.microsoft.com/office/drawing/2014/main" id="{18E3F346-5B42-479A-BD4B-F00BBF7F57BE}"/>
              </a:ext>
            </a:extLst>
          </p:cNvPr>
          <p:cNvSpPr txBox="1"/>
          <p:nvPr/>
        </p:nvSpPr>
        <p:spPr>
          <a:xfrm>
            <a:off x="2409248" y="1420098"/>
            <a:ext cx="301686" cy="369332"/>
          </a:xfrm>
          <a:prstGeom prst="rect">
            <a:avLst/>
          </a:prstGeom>
          <a:noFill/>
        </p:spPr>
        <p:txBody>
          <a:bodyPr wrap="none" rtlCol="0">
            <a:spAutoFit/>
          </a:bodyPr>
          <a:lstStyle/>
          <a:p>
            <a:r>
              <a:rPr lang="en-US" b="1" dirty="0">
                <a:solidFill>
                  <a:schemeClr val="tx2">
                    <a:lumMod val="75000"/>
                  </a:schemeClr>
                </a:solidFill>
              </a:rPr>
              <a:t>1</a:t>
            </a:r>
          </a:p>
        </p:txBody>
      </p:sp>
      <p:sp>
        <p:nvSpPr>
          <p:cNvPr id="12" name="TextBox 11">
            <a:extLst>
              <a:ext uri="{FF2B5EF4-FFF2-40B4-BE49-F238E27FC236}">
                <a16:creationId xmlns:a16="http://schemas.microsoft.com/office/drawing/2014/main" id="{94219092-1A73-474A-96A2-190665520C18}"/>
              </a:ext>
            </a:extLst>
          </p:cNvPr>
          <p:cNvSpPr txBox="1"/>
          <p:nvPr/>
        </p:nvSpPr>
        <p:spPr>
          <a:xfrm>
            <a:off x="6290198" y="2087076"/>
            <a:ext cx="301686" cy="369332"/>
          </a:xfrm>
          <a:prstGeom prst="rect">
            <a:avLst/>
          </a:prstGeom>
          <a:noFill/>
        </p:spPr>
        <p:txBody>
          <a:bodyPr wrap="none" rtlCol="0">
            <a:spAutoFit/>
          </a:bodyPr>
          <a:lstStyle/>
          <a:p>
            <a:r>
              <a:rPr lang="en-US" b="1" dirty="0">
                <a:solidFill>
                  <a:schemeClr val="tx2">
                    <a:lumMod val="75000"/>
                  </a:schemeClr>
                </a:solidFill>
              </a:rPr>
              <a:t>2</a:t>
            </a:r>
          </a:p>
        </p:txBody>
      </p:sp>
      <p:sp>
        <p:nvSpPr>
          <p:cNvPr id="13" name="TextBox 12">
            <a:extLst>
              <a:ext uri="{FF2B5EF4-FFF2-40B4-BE49-F238E27FC236}">
                <a16:creationId xmlns:a16="http://schemas.microsoft.com/office/drawing/2014/main" id="{5B6B445C-981B-461E-B6B1-33B4C389CFDC}"/>
              </a:ext>
            </a:extLst>
          </p:cNvPr>
          <p:cNvSpPr txBox="1"/>
          <p:nvPr/>
        </p:nvSpPr>
        <p:spPr>
          <a:xfrm>
            <a:off x="10120557" y="2729003"/>
            <a:ext cx="301686" cy="369332"/>
          </a:xfrm>
          <a:prstGeom prst="rect">
            <a:avLst/>
          </a:prstGeom>
          <a:noFill/>
        </p:spPr>
        <p:txBody>
          <a:bodyPr wrap="none" rtlCol="0">
            <a:spAutoFit/>
          </a:bodyPr>
          <a:lstStyle/>
          <a:p>
            <a:r>
              <a:rPr lang="en-US" b="1" dirty="0">
                <a:solidFill>
                  <a:schemeClr val="tx2">
                    <a:lumMod val="75000"/>
                  </a:schemeClr>
                </a:solidFill>
              </a:rPr>
              <a:t>3</a:t>
            </a:r>
          </a:p>
        </p:txBody>
      </p:sp>
      <p:pic>
        <p:nvPicPr>
          <p:cNvPr id="14" name="Picture 13">
            <a:extLst>
              <a:ext uri="{FF2B5EF4-FFF2-40B4-BE49-F238E27FC236}">
                <a16:creationId xmlns:a16="http://schemas.microsoft.com/office/drawing/2014/main" id="{7538DA19-9728-4387-A5BE-C336B0986E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2563" y="1789430"/>
            <a:ext cx="3635055" cy="3909399"/>
          </a:xfrm>
          <a:prstGeom prst="rect">
            <a:avLst/>
          </a:prstGeom>
        </p:spPr>
      </p:pic>
      <p:pic>
        <p:nvPicPr>
          <p:cNvPr id="15" name="Picture 14">
            <a:extLst>
              <a:ext uri="{FF2B5EF4-FFF2-40B4-BE49-F238E27FC236}">
                <a16:creationId xmlns:a16="http://schemas.microsoft.com/office/drawing/2014/main" id="{72668A5A-36A0-4F28-ACC1-65F3B02F24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15893" y="2456408"/>
            <a:ext cx="3650296" cy="3871295"/>
          </a:xfrm>
          <a:prstGeom prst="rect">
            <a:avLst/>
          </a:prstGeom>
        </p:spPr>
      </p:pic>
      <p:pic>
        <p:nvPicPr>
          <p:cNvPr id="16" name="Picture 15">
            <a:extLst>
              <a:ext uri="{FF2B5EF4-FFF2-40B4-BE49-F238E27FC236}">
                <a16:creationId xmlns:a16="http://schemas.microsoft.com/office/drawing/2014/main" id="{62F891D7-1C9D-4280-846F-41E37A6886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04464" y="2979084"/>
            <a:ext cx="3619814" cy="3878916"/>
          </a:xfrm>
          <a:prstGeom prst="rect">
            <a:avLst/>
          </a:prstGeom>
        </p:spPr>
      </p:pic>
    </p:spTree>
    <p:extLst>
      <p:ext uri="{BB962C8B-B14F-4D97-AF65-F5344CB8AC3E}">
        <p14:creationId xmlns:p14="http://schemas.microsoft.com/office/powerpoint/2010/main" val="3149421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1930399"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Group &amp; Policies</a:t>
            </a:r>
          </a:p>
        </p:txBody>
      </p:sp>
      <p:pic>
        <p:nvPicPr>
          <p:cNvPr id="16" name="Picture 15">
            <a:extLst>
              <a:ext uri="{FF2B5EF4-FFF2-40B4-BE49-F238E27FC236}">
                <a16:creationId xmlns:a16="http://schemas.microsoft.com/office/drawing/2014/main" id="{C600530C-19C7-4C2E-8B12-132477805C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7816" y="1267730"/>
            <a:ext cx="5689601" cy="4322539"/>
          </a:xfrm>
          <a:prstGeom prst="rect">
            <a:avLst/>
          </a:prstGeom>
        </p:spPr>
      </p:pic>
      <p:pic>
        <p:nvPicPr>
          <p:cNvPr id="18" name="Picture 17">
            <a:extLst>
              <a:ext uri="{FF2B5EF4-FFF2-40B4-BE49-F238E27FC236}">
                <a16:creationId xmlns:a16="http://schemas.microsoft.com/office/drawing/2014/main" id="{696C973F-8D9E-4ED0-933B-3156EEF806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28904" y="3869572"/>
            <a:ext cx="4109332" cy="2915225"/>
          </a:xfrm>
          <a:prstGeom prst="rect">
            <a:avLst/>
          </a:prstGeom>
        </p:spPr>
      </p:pic>
      <p:pic>
        <p:nvPicPr>
          <p:cNvPr id="3" name="Picture 2">
            <a:extLst>
              <a:ext uri="{FF2B5EF4-FFF2-40B4-BE49-F238E27FC236}">
                <a16:creationId xmlns:a16="http://schemas.microsoft.com/office/drawing/2014/main" id="{582E5598-3C1C-428B-83D8-7DD7E1BC7156}"/>
              </a:ext>
            </a:extLst>
          </p:cNvPr>
          <p:cNvPicPr>
            <a:picLocks noChangeAspect="1"/>
          </p:cNvPicPr>
          <p:nvPr/>
        </p:nvPicPr>
        <p:blipFill rotWithShape="1">
          <a:blip r:embed="rId5">
            <a:extLst>
              <a:ext uri="{28A0092B-C50C-407E-A947-70E740481C1C}">
                <a14:useLocalDpi xmlns:a14="http://schemas.microsoft.com/office/drawing/2010/main" val="0"/>
              </a:ext>
            </a:extLst>
          </a:blip>
          <a:srcRect l="2597" t="3385" r="2040"/>
          <a:stretch/>
        </p:blipFill>
        <p:spPr>
          <a:xfrm>
            <a:off x="8931564" y="1436963"/>
            <a:ext cx="2660073" cy="2335382"/>
          </a:xfrm>
          <a:prstGeom prst="rect">
            <a:avLst/>
          </a:prstGeom>
        </p:spPr>
      </p:pic>
    </p:spTree>
    <p:extLst>
      <p:ext uri="{BB962C8B-B14F-4D97-AF65-F5344CB8AC3E}">
        <p14:creationId xmlns:p14="http://schemas.microsoft.com/office/powerpoint/2010/main" val="2823324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1930399"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Group &amp; Policies</a:t>
            </a:r>
          </a:p>
        </p:txBody>
      </p:sp>
      <p:pic>
        <p:nvPicPr>
          <p:cNvPr id="7" name="Picture 6">
            <a:extLst>
              <a:ext uri="{FF2B5EF4-FFF2-40B4-BE49-F238E27FC236}">
                <a16:creationId xmlns:a16="http://schemas.microsoft.com/office/drawing/2014/main" id="{C7D6956D-5E4C-4C48-843B-19BBEA4131E5}"/>
              </a:ext>
            </a:extLst>
          </p:cNvPr>
          <p:cNvPicPr>
            <a:picLocks noChangeAspect="1"/>
          </p:cNvPicPr>
          <p:nvPr/>
        </p:nvPicPr>
        <p:blipFill rotWithShape="1">
          <a:blip r:embed="rId3">
            <a:extLst>
              <a:ext uri="{28A0092B-C50C-407E-A947-70E740481C1C}">
                <a14:useLocalDpi xmlns:a14="http://schemas.microsoft.com/office/drawing/2010/main" val="0"/>
              </a:ext>
            </a:extLst>
          </a:blip>
          <a:srcRect b="4437"/>
          <a:stretch/>
        </p:blipFill>
        <p:spPr>
          <a:xfrm>
            <a:off x="1756420" y="2482272"/>
            <a:ext cx="8260796" cy="1893456"/>
          </a:xfrm>
          <a:prstGeom prst="rect">
            <a:avLst/>
          </a:prstGeom>
        </p:spPr>
      </p:pic>
    </p:spTree>
    <p:extLst>
      <p:ext uri="{BB962C8B-B14F-4D97-AF65-F5344CB8AC3E}">
        <p14:creationId xmlns:p14="http://schemas.microsoft.com/office/powerpoint/2010/main" val="2536348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1930399"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Group &amp; Policies</a:t>
            </a:r>
          </a:p>
        </p:txBody>
      </p:sp>
      <p:sp>
        <p:nvSpPr>
          <p:cNvPr id="5" name="TextBox 4">
            <a:extLst>
              <a:ext uri="{FF2B5EF4-FFF2-40B4-BE49-F238E27FC236}">
                <a16:creationId xmlns:a16="http://schemas.microsoft.com/office/drawing/2014/main" id="{18E3F346-5B42-479A-BD4B-F00BBF7F57BE}"/>
              </a:ext>
            </a:extLst>
          </p:cNvPr>
          <p:cNvSpPr txBox="1"/>
          <p:nvPr/>
        </p:nvSpPr>
        <p:spPr>
          <a:xfrm>
            <a:off x="2409248" y="1420098"/>
            <a:ext cx="301686" cy="369332"/>
          </a:xfrm>
          <a:prstGeom prst="rect">
            <a:avLst/>
          </a:prstGeom>
          <a:noFill/>
        </p:spPr>
        <p:txBody>
          <a:bodyPr wrap="none" rtlCol="0">
            <a:spAutoFit/>
          </a:bodyPr>
          <a:lstStyle/>
          <a:p>
            <a:r>
              <a:rPr lang="en-US" b="1" dirty="0">
                <a:solidFill>
                  <a:schemeClr val="tx2">
                    <a:lumMod val="75000"/>
                  </a:schemeClr>
                </a:solidFill>
              </a:rPr>
              <a:t>1</a:t>
            </a:r>
          </a:p>
        </p:txBody>
      </p:sp>
      <p:sp>
        <p:nvSpPr>
          <p:cNvPr id="12" name="TextBox 11">
            <a:extLst>
              <a:ext uri="{FF2B5EF4-FFF2-40B4-BE49-F238E27FC236}">
                <a16:creationId xmlns:a16="http://schemas.microsoft.com/office/drawing/2014/main" id="{94219092-1A73-474A-96A2-190665520C18}"/>
              </a:ext>
            </a:extLst>
          </p:cNvPr>
          <p:cNvSpPr txBox="1"/>
          <p:nvPr/>
        </p:nvSpPr>
        <p:spPr>
          <a:xfrm>
            <a:off x="6290198" y="2087076"/>
            <a:ext cx="301686" cy="369332"/>
          </a:xfrm>
          <a:prstGeom prst="rect">
            <a:avLst/>
          </a:prstGeom>
          <a:noFill/>
        </p:spPr>
        <p:txBody>
          <a:bodyPr wrap="none" rtlCol="0">
            <a:spAutoFit/>
          </a:bodyPr>
          <a:lstStyle/>
          <a:p>
            <a:r>
              <a:rPr lang="en-US" b="1" dirty="0">
                <a:solidFill>
                  <a:schemeClr val="tx2">
                    <a:lumMod val="75000"/>
                  </a:schemeClr>
                </a:solidFill>
              </a:rPr>
              <a:t>2</a:t>
            </a:r>
          </a:p>
        </p:txBody>
      </p:sp>
      <p:sp>
        <p:nvSpPr>
          <p:cNvPr id="13" name="TextBox 12">
            <a:extLst>
              <a:ext uri="{FF2B5EF4-FFF2-40B4-BE49-F238E27FC236}">
                <a16:creationId xmlns:a16="http://schemas.microsoft.com/office/drawing/2014/main" id="{5B6B445C-981B-461E-B6B1-33B4C389CFDC}"/>
              </a:ext>
            </a:extLst>
          </p:cNvPr>
          <p:cNvSpPr txBox="1"/>
          <p:nvPr/>
        </p:nvSpPr>
        <p:spPr>
          <a:xfrm>
            <a:off x="10098141" y="2886022"/>
            <a:ext cx="301686" cy="369332"/>
          </a:xfrm>
          <a:prstGeom prst="rect">
            <a:avLst/>
          </a:prstGeom>
          <a:noFill/>
        </p:spPr>
        <p:txBody>
          <a:bodyPr wrap="none" rtlCol="0">
            <a:spAutoFit/>
          </a:bodyPr>
          <a:lstStyle/>
          <a:p>
            <a:r>
              <a:rPr lang="en-US" b="1" dirty="0">
                <a:solidFill>
                  <a:schemeClr val="tx2">
                    <a:lumMod val="75000"/>
                  </a:schemeClr>
                </a:solidFill>
              </a:rPr>
              <a:t>3</a:t>
            </a:r>
          </a:p>
        </p:txBody>
      </p:sp>
      <p:pic>
        <p:nvPicPr>
          <p:cNvPr id="11" name="Picture 10">
            <a:extLst>
              <a:ext uri="{FF2B5EF4-FFF2-40B4-BE49-F238E27FC236}">
                <a16:creationId xmlns:a16="http://schemas.microsoft.com/office/drawing/2014/main" id="{528ABC84-330B-475E-8023-288B02B5B7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615" y="1765997"/>
            <a:ext cx="3596952" cy="3817951"/>
          </a:xfrm>
          <a:prstGeom prst="rect">
            <a:avLst/>
          </a:prstGeom>
        </p:spPr>
      </p:pic>
      <p:pic>
        <p:nvPicPr>
          <p:cNvPr id="17" name="Picture 16">
            <a:extLst>
              <a:ext uri="{FF2B5EF4-FFF2-40B4-BE49-F238E27FC236}">
                <a16:creationId xmlns:a16="http://schemas.microsoft.com/office/drawing/2014/main" id="{C3952391-1524-4334-88DC-E174213CDF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08272" y="2356143"/>
            <a:ext cx="3665538" cy="3863675"/>
          </a:xfrm>
          <a:prstGeom prst="rect">
            <a:avLst/>
          </a:prstGeom>
        </p:spPr>
      </p:pic>
      <p:pic>
        <p:nvPicPr>
          <p:cNvPr id="18" name="Picture 17">
            <a:extLst>
              <a:ext uri="{FF2B5EF4-FFF2-40B4-BE49-F238E27FC236}">
                <a16:creationId xmlns:a16="http://schemas.microsoft.com/office/drawing/2014/main" id="{33C68F19-43E6-45AF-A8BA-3383D05C35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23515" y="3158715"/>
            <a:ext cx="3450939" cy="3667524"/>
          </a:xfrm>
          <a:prstGeom prst="rect">
            <a:avLst/>
          </a:prstGeom>
        </p:spPr>
      </p:pic>
    </p:spTree>
    <p:extLst>
      <p:ext uri="{BB962C8B-B14F-4D97-AF65-F5344CB8AC3E}">
        <p14:creationId xmlns:p14="http://schemas.microsoft.com/office/powerpoint/2010/main" val="301229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1930399"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Group &amp; Policies</a:t>
            </a:r>
          </a:p>
        </p:txBody>
      </p:sp>
      <p:pic>
        <p:nvPicPr>
          <p:cNvPr id="12" name="Picture 11">
            <a:extLst>
              <a:ext uri="{FF2B5EF4-FFF2-40B4-BE49-F238E27FC236}">
                <a16:creationId xmlns:a16="http://schemas.microsoft.com/office/drawing/2014/main" id="{C30AF03B-A3F8-42D4-BD5B-B9B1B9B82C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8800" y="1920816"/>
            <a:ext cx="4173537" cy="4442517"/>
          </a:xfrm>
          <a:prstGeom prst="rect">
            <a:avLst/>
          </a:prstGeom>
        </p:spPr>
      </p:pic>
      <p:pic>
        <p:nvPicPr>
          <p:cNvPr id="14" name="Picture 13">
            <a:extLst>
              <a:ext uri="{FF2B5EF4-FFF2-40B4-BE49-F238E27FC236}">
                <a16:creationId xmlns:a16="http://schemas.microsoft.com/office/drawing/2014/main" id="{BF7E4CD7-90E9-4BB7-B325-3D1E64DD0F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42555" y="1967343"/>
            <a:ext cx="4089754" cy="4331800"/>
          </a:xfrm>
          <a:prstGeom prst="rect">
            <a:avLst/>
          </a:prstGeom>
        </p:spPr>
      </p:pic>
    </p:spTree>
    <p:extLst>
      <p:ext uri="{BB962C8B-B14F-4D97-AF65-F5344CB8AC3E}">
        <p14:creationId xmlns:p14="http://schemas.microsoft.com/office/powerpoint/2010/main" val="1009866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1182255"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IAM Role</a:t>
            </a:r>
          </a:p>
        </p:txBody>
      </p:sp>
      <p:pic>
        <p:nvPicPr>
          <p:cNvPr id="3" name="Picture 2">
            <a:extLst>
              <a:ext uri="{FF2B5EF4-FFF2-40B4-BE49-F238E27FC236}">
                <a16:creationId xmlns:a16="http://schemas.microsoft.com/office/drawing/2014/main" id="{BCE362D2-0845-48FB-BF9D-6511EC08FE4D}"/>
              </a:ext>
            </a:extLst>
          </p:cNvPr>
          <p:cNvPicPr>
            <a:picLocks noChangeAspect="1"/>
          </p:cNvPicPr>
          <p:nvPr/>
        </p:nvPicPr>
        <p:blipFill rotWithShape="1">
          <a:blip r:embed="rId3">
            <a:extLst>
              <a:ext uri="{28A0092B-C50C-407E-A947-70E740481C1C}">
                <a14:useLocalDpi xmlns:a14="http://schemas.microsoft.com/office/drawing/2010/main" val="0"/>
              </a:ext>
            </a:extLst>
          </a:blip>
          <a:srcRect l="-1" r="807"/>
          <a:stretch/>
        </p:blipFill>
        <p:spPr>
          <a:xfrm>
            <a:off x="923635" y="1304701"/>
            <a:ext cx="5800437" cy="4477263"/>
          </a:xfrm>
          <a:prstGeom prst="rect">
            <a:avLst/>
          </a:prstGeom>
        </p:spPr>
      </p:pic>
      <p:pic>
        <p:nvPicPr>
          <p:cNvPr id="5" name="Picture 4">
            <a:extLst>
              <a:ext uri="{FF2B5EF4-FFF2-40B4-BE49-F238E27FC236}">
                <a16:creationId xmlns:a16="http://schemas.microsoft.com/office/drawing/2014/main" id="{B21689D5-6DCC-445C-9EF9-DC60A9B7B049}"/>
              </a:ext>
            </a:extLst>
          </p:cNvPr>
          <p:cNvPicPr>
            <a:picLocks noChangeAspect="1"/>
          </p:cNvPicPr>
          <p:nvPr/>
        </p:nvPicPr>
        <p:blipFill rotWithShape="1">
          <a:blip r:embed="rId4">
            <a:extLst>
              <a:ext uri="{28A0092B-C50C-407E-A947-70E740481C1C}">
                <a14:useLocalDpi xmlns:a14="http://schemas.microsoft.com/office/drawing/2010/main" val="0"/>
              </a:ext>
            </a:extLst>
          </a:blip>
          <a:srcRect l="34192" r="45367" b="31701"/>
          <a:stretch/>
        </p:blipFill>
        <p:spPr>
          <a:xfrm>
            <a:off x="9000599" y="1648957"/>
            <a:ext cx="1754909" cy="2554960"/>
          </a:xfrm>
          <a:prstGeom prst="rect">
            <a:avLst/>
          </a:prstGeom>
        </p:spPr>
      </p:pic>
    </p:spTree>
    <p:extLst>
      <p:ext uri="{BB962C8B-B14F-4D97-AF65-F5344CB8AC3E}">
        <p14:creationId xmlns:p14="http://schemas.microsoft.com/office/powerpoint/2010/main" val="2833410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1182255"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IAM Role</a:t>
            </a:r>
          </a:p>
        </p:txBody>
      </p:sp>
      <p:pic>
        <p:nvPicPr>
          <p:cNvPr id="5" name="Picture 4">
            <a:extLst>
              <a:ext uri="{FF2B5EF4-FFF2-40B4-BE49-F238E27FC236}">
                <a16:creationId xmlns:a16="http://schemas.microsoft.com/office/drawing/2014/main" id="{B21689D5-6DCC-445C-9EF9-DC60A9B7B0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35977" y="3827132"/>
            <a:ext cx="6084749" cy="2651212"/>
          </a:xfrm>
          <a:prstGeom prst="rect">
            <a:avLst/>
          </a:prstGeom>
        </p:spPr>
      </p:pic>
      <p:sp>
        <p:nvSpPr>
          <p:cNvPr id="12" name="TextBox 11">
            <a:extLst>
              <a:ext uri="{FF2B5EF4-FFF2-40B4-BE49-F238E27FC236}">
                <a16:creationId xmlns:a16="http://schemas.microsoft.com/office/drawing/2014/main" id="{ABC142BE-E6DB-4081-A5C7-B487CB8EDA8C}"/>
              </a:ext>
            </a:extLst>
          </p:cNvPr>
          <p:cNvSpPr txBox="1"/>
          <p:nvPr/>
        </p:nvSpPr>
        <p:spPr>
          <a:xfrm>
            <a:off x="101457" y="1538744"/>
            <a:ext cx="11363172" cy="2031325"/>
          </a:xfrm>
          <a:prstGeom prst="rect">
            <a:avLst/>
          </a:prstGeom>
          <a:noFill/>
        </p:spPr>
        <p:txBody>
          <a:bodyPr wrap="square">
            <a:spAutoFit/>
          </a:bodyPr>
          <a:lstStyle/>
          <a:p>
            <a:pPr marL="285750" indent="-285750">
              <a:buClr>
                <a:srgbClr val="C00000"/>
              </a:buClr>
              <a:buFont typeface="Arial" panose="020B0604020202020204" pitchFamily="34" charset="0"/>
              <a:buChar char="•"/>
            </a:pPr>
            <a:r>
              <a:rPr lang="en-US" b="1" dirty="0">
                <a:solidFill>
                  <a:schemeClr val="accent1">
                    <a:lumMod val="50000"/>
                  </a:schemeClr>
                </a:solidFill>
              </a:rPr>
              <a:t>Trust policy </a:t>
            </a:r>
            <a:r>
              <a:rPr lang="en-US" dirty="0"/>
              <a:t>– This policy defines the entities that can assume a role. When you create a role by using the IAM console, the trust policy is created for you. You can customize the trust policy after it has been created. A role can have only one trust policy.</a:t>
            </a:r>
          </a:p>
          <a:p>
            <a:pPr>
              <a:buClr>
                <a:srgbClr val="C00000"/>
              </a:buClr>
            </a:pPr>
            <a:endParaRPr lang="en-US" dirty="0"/>
          </a:p>
          <a:p>
            <a:pPr marL="285750" indent="-285750">
              <a:buClr>
                <a:srgbClr val="C00000"/>
              </a:buClr>
              <a:buFont typeface="Arial" panose="020B0604020202020204" pitchFamily="34" charset="0"/>
              <a:buChar char="•"/>
            </a:pPr>
            <a:r>
              <a:rPr lang="en-US" b="1" dirty="0">
                <a:solidFill>
                  <a:schemeClr val="accent1">
                    <a:lumMod val="50000"/>
                  </a:schemeClr>
                </a:solidFill>
              </a:rPr>
              <a:t>Permissions policies </a:t>
            </a:r>
            <a:r>
              <a:rPr lang="en-US" dirty="0"/>
              <a:t>– These policies define which AWS resources a role can access and the actions it can perform on those resources. These policies can be AWS managed policies, customer managed policies, or inline policies attached directly to the role. You can attach multiple permissions policies to an IAM role.</a:t>
            </a:r>
          </a:p>
        </p:txBody>
      </p:sp>
    </p:spTree>
    <p:extLst>
      <p:ext uri="{BB962C8B-B14F-4D97-AF65-F5344CB8AC3E}">
        <p14:creationId xmlns:p14="http://schemas.microsoft.com/office/powerpoint/2010/main" val="2434388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1191491"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IAM Role</a:t>
            </a:r>
          </a:p>
        </p:txBody>
      </p:sp>
      <p:pic>
        <p:nvPicPr>
          <p:cNvPr id="3" name="Picture 2">
            <a:extLst>
              <a:ext uri="{FF2B5EF4-FFF2-40B4-BE49-F238E27FC236}">
                <a16:creationId xmlns:a16="http://schemas.microsoft.com/office/drawing/2014/main" id="{F61228E6-88DE-4FE1-8726-244487A705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0231" y="3564931"/>
            <a:ext cx="3023278" cy="3186359"/>
          </a:xfrm>
          <a:prstGeom prst="rect">
            <a:avLst/>
          </a:prstGeom>
        </p:spPr>
      </p:pic>
      <p:sp>
        <p:nvSpPr>
          <p:cNvPr id="11" name="TextBox 10">
            <a:extLst>
              <a:ext uri="{FF2B5EF4-FFF2-40B4-BE49-F238E27FC236}">
                <a16:creationId xmlns:a16="http://schemas.microsoft.com/office/drawing/2014/main" id="{55E4EA5A-2042-4DD9-B3CF-5475CDE9F632}"/>
              </a:ext>
            </a:extLst>
          </p:cNvPr>
          <p:cNvSpPr txBox="1"/>
          <p:nvPr/>
        </p:nvSpPr>
        <p:spPr>
          <a:xfrm>
            <a:off x="101457" y="1538744"/>
            <a:ext cx="11363172" cy="1754326"/>
          </a:xfrm>
          <a:prstGeom prst="rect">
            <a:avLst/>
          </a:prstGeom>
          <a:noFill/>
        </p:spPr>
        <p:txBody>
          <a:bodyPr wrap="square">
            <a:spAutoFit/>
          </a:bodyPr>
          <a:lstStyle/>
          <a:p>
            <a:pPr marL="285750" indent="-285750">
              <a:buClr>
                <a:srgbClr val="C00000"/>
              </a:buClr>
              <a:buFont typeface="Arial" panose="020B0604020202020204" pitchFamily="34" charset="0"/>
              <a:buChar char="•"/>
            </a:pPr>
            <a:r>
              <a:rPr lang="en-US" dirty="0"/>
              <a:t>let's say that there is software running on an easy to server and that software needs to access information that is in an S3 bucket.</a:t>
            </a:r>
          </a:p>
          <a:p>
            <a:pPr marL="285750" indent="-285750">
              <a:buClr>
                <a:srgbClr val="C00000"/>
              </a:buClr>
              <a:buFont typeface="Arial" panose="020B0604020202020204" pitchFamily="34" charset="0"/>
              <a:buChar char="•"/>
            </a:pPr>
            <a:endParaRPr lang="en-US" dirty="0"/>
          </a:p>
          <a:p>
            <a:pPr marL="285750" indent="-285750">
              <a:buClr>
                <a:srgbClr val="C00000"/>
              </a:buClr>
              <a:buFont typeface="Arial" panose="020B0604020202020204" pitchFamily="34" charset="0"/>
              <a:buChar char="•"/>
            </a:pPr>
            <a:r>
              <a:rPr lang="en-US" dirty="0"/>
              <a:t>One AWS service trying to communicate and talk with another AWS service.</a:t>
            </a:r>
          </a:p>
          <a:p>
            <a:pPr marL="285750" indent="-285750">
              <a:buClr>
                <a:srgbClr val="C00000"/>
              </a:buClr>
              <a:buFont typeface="Arial" panose="020B0604020202020204" pitchFamily="34" charset="0"/>
              <a:buChar char="•"/>
            </a:pPr>
            <a:endParaRPr lang="en-US" dirty="0"/>
          </a:p>
          <a:p>
            <a:pPr marL="285750" indent="-285750">
              <a:buClr>
                <a:srgbClr val="C00000"/>
              </a:buClr>
              <a:buFont typeface="Arial" panose="020B0604020202020204" pitchFamily="34" charset="0"/>
              <a:buChar char="•"/>
            </a:pPr>
            <a:r>
              <a:rPr lang="en-US" dirty="0"/>
              <a:t> But AWS services you can't directly assign policies to other AWS services.</a:t>
            </a:r>
          </a:p>
        </p:txBody>
      </p:sp>
      <p:pic>
        <p:nvPicPr>
          <p:cNvPr id="13" name="Picture 12">
            <a:extLst>
              <a:ext uri="{FF2B5EF4-FFF2-40B4-BE49-F238E27FC236}">
                <a16:creationId xmlns:a16="http://schemas.microsoft.com/office/drawing/2014/main" id="{9954CF56-7D85-4CB0-98C7-08B44D1EE0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74964" y="2714705"/>
            <a:ext cx="3806179" cy="4102038"/>
          </a:xfrm>
          <a:prstGeom prst="rect">
            <a:avLst/>
          </a:prstGeom>
        </p:spPr>
      </p:pic>
    </p:spTree>
    <p:extLst>
      <p:ext uri="{BB962C8B-B14F-4D97-AF65-F5344CB8AC3E}">
        <p14:creationId xmlns:p14="http://schemas.microsoft.com/office/powerpoint/2010/main" val="1976873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1191491"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IAM Role</a:t>
            </a:r>
          </a:p>
        </p:txBody>
      </p:sp>
      <p:sp>
        <p:nvSpPr>
          <p:cNvPr id="11" name="TextBox 10">
            <a:extLst>
              <a:ext uri="{FF2B5EF4-FFF2-40B4-BE49-F238E27FC236}">
                <a16:creationId xmlns:a16="http://schemas.microsoft.com/office/drawing/2014/main" id="{55E4EA5A-2042-4DD9-B3CF-5475CDE9F632}"/>
              </a:ext>
            </a:extLst>
          </p:cNvPr>
          <p:cNvSpPr txBox="1"/>
          <p:nvPr/>
        </p:nvSpPr>
        <p:spPr>
          <a:xfrm>
            <a:off x="101457" y="1538744"/>
            <a:ext cx="11363172" cy="2031325"/>
          </a:xfrm>
          <a:prstGeom prst="rect">
            <a:avLst/>
          </a:prstGeom>
          <a:noFill/>
        </p:spPr>
        <p:txBody>
          <a:bodyPr wrap="square">
            <a:spAutoFit/>
          </a:bodyPr>
          <a:lstStyle/>
          <a:p>
            <a:pPr marL="285750" indent="-285750">
              <a:buClr>
                <a:srgbClr val="C00000"/>
              </a:buClr>
              <a:buFont typeface="Arial" panose="020B0604020202020204" pitchFamily="34" charset="0"/>
              <a:buChar char="•"/>
            </a:pPr>
            <a:r>
              <a:rPr lang="en-US" dirty="0"/>
              <a:t>First you need to attach a role and then to the </a:t>
            </a:r>
            <a:r>
              <a:rPr lang="en-US" b="1" dirty="0">
                <a:solidFill>
                  <a:srgbClr val="C00000"/>
                </a:solidFill>
              </a:rPr>
              <a:t>role</a:t>
            </a:r>
            <a:r>
              <a:rPr lang="en-US" dirty="0"/>
              <a:t> you can attach policies.</a:t>
            </a:r>
          </a:p>
          <a:p>
            <a:pPr marL="285750" indent="-285750">
              <a:buClr>
                <a:srgbClr val="C00000"/>
              </a:buClr>
              <a:buFont typeface="Arial" panose="020B0604020202020204" pitchFamily="34" charset="0"/>
              <a:buChar char="•"/>
            </a:pPr>
            <a:endParaRPr lang="en-US" dirty="0"/>
          </a:p>
          <a:p>
            <a:pPr marL="285750" indent="-285750">
              <a:buClr>
                <a:srgbClr val="C00000"/>
              </a:buClr>
              <a:buFont typeface="Arial" panose="020B0604020202020204" pitchFamily="34" charset="0"/>
              <a:buChar char="•"/>
            </a:pPr>
            <a:r>
              <a:rPr lang="en-US" dirty="0"/>
              <a:t>What the role does in essence is give permissions to another AWS service to almost act as a user.</a:t>
            </a:r>
          </a:p>
          <a:p>
            <a:pPr marL="285750" indent="-285750">
              <a:buClr>
                <a:srgbClr val="C00000"/>
              </a:buClr>
              <a:buFont typeface="Arial" panose="020B0604020202020204" pitchFamily="34" charset="0"/>
              <a:buChar char="•"/>
            </a:pPr>
            <a:endParaRPr lang="en-US" dirty="0"/>
          </a:p>
          <a:p>
            <a:pPr marL="285750" indent="-285750">
              <a:buClr>
                <a:srgbClr val="C00000"/>
              </a:buClr>
              <a:buFont typeface="Arial" panose="020B0604020202020204" pitchFamily="34" charset="0"/>
              <a:buChar char="•"/>
            </a:pPr>
            <a:r>
              <a:rPr lang="en-US" dirty="0"/>
              <a:t>So we can assign a role to an </a:t>
            </a:r>
            <a:r>
              <a:rPr lang="en-US" b="1" dirty="0">
                <a:solidFill>
                  <a:schemeClr val="tx2">
                    <a:lumMod val="75000"/>
                  </a:schemeClr>
                </a:solidFill>
              </a:rPr>
              <a:t>EC2</a:t>
            </a:r>
            <a:r>
              <a:rPr lang="en-US" dirty="0"/>
              <a:t> instance that has the</a:t>
            </a:r>
            <a:r>
              <a:rPr lang="en-US" b="1" dirty="0">
                <a:solidFill>
                  <a:schemeClr val="tx2">
                    <a:lumMod val="75000"/>
                  </a:schemeClr>
                </a:solidFill>
              </a:rPr>
              <a:t> S-3 </a:t>
            </a:r>
            <a:r>
              <a:rPr lang="en-US" dirty="0"/>
              <a:t>full access policy attached to it.</a:t>
            </a:r>
          </a:p>
          <a:p>
            <a:pPr marL="285750" indent="-285750">
              <a:buClr>
                <a:srgbClr val="C00000"/>
              </a:buClr>
              <a:buFont typeface="Arial" panose="020B0604020202020204" pitchFamily="34" charset="0"/>
              <a:buChar char="•"/>
            </a:pPr>
            <a:endParaRPr lang="en-US" dirty="0"/>
          </a:p>
          <a:p>
            <a:pPr marL="285750" indent="-285750">
              <a:buClr>
                <a:srgbClr val="C00000"/>
              </a:buClr>
              <a:buFont typeface="Arial" panose="020B0604020202020204" pitchFamily="34" charset="0"/>
              <a:buChar char="•"/>
            </a:pPr>
            <a:r>
              <a:rPr lang="en-US" dirty="0"/>
              <a:t>Thus granting the </a:t>
            </a:r>
            <a:r>
              <a:rPr lang="en-US" b="1" dirty="0">
                <a:solidFill>
                  <a:srgbClr val="C00000"/>
                </a:solidFill>
              </a:rPr>
              <a:t>EC2</a:t>
            </a:r>
            <a:r>
              <a:rPr lang="en-US" dirty="0"/>
              <a:t> access to </a:t>
            </a:r>
            <a:r>
              <a:rPr lang="en-US" b="1" dirty="0">
                <a:solidFill>
                  <a:srgbClr val="C00000"/>
                </a:solidFill>
              </a:rPr>
              <a:t>S3</a:t>
            </a:r>
            <a:r>
              <a:rPr lang="en-US" dirty="0"/>
              <a:t>.</a:t>
            </a:r>
          </a:p>
        </p:txBody>
      </p:sp>
      <p:pic>
        <p:nvPicPr>
          <p:cNvPr id="12" name="Picture 11">
            <a:extLst>
              <a:ext uri="{FF2B5EF4-FFF2-40B4-BE49-F238E27FC236}">
                <a16:creationId xmlns:a16="http://schemas.microsoft.com/office/drawing/2014/main" id="{964B177E-4D60-4D41-BF71-849960BCA0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88182" y="2927927"/>
            <a:ext cx="4379743" cy="3930073"/>
          </a:xfrm>
          <a:prstGeom prst="rect">
            <a:avLst/>
          </a:prstGeom>
        </p:spPr>
      </p:pic>
    </p:spTree>
    <p:extLst>
      <p:ext uri="{BB962C8B-B14F-4D97-AF65-F5344CB8AC3E}">
        <p14:creationId xmlns:p14="http://schemas.microsoft.com/office/powerpoint/2010/main" val="4108126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pic>
        <p:nvPicPr>
          <p:cNvPr id="3" name="Picture 2">
            <a:extLst>
              <a:ext uri="{FF2B5EF4-FFF2-40B4-BE49-F238E27FC236}">
                <a16:creationId xmlns:a16="http://schemas.microsoft.com/office/drawing/2014/main" id="{B3B29B82-0177-4F7A-88A0-ED7B8ADB6A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6490" y="1570647"/>
            <a:ext cx="8669327" cy="4376566"/>
          </a:xfrm>
          <a:prstGeom prst="rect">
            <a:avLst/>
          </a:prstGeom>
        </p:spPr>
      </p:pic>
    </p:spTree>
    <p:extLst>
      <p:ext uri="{BB962C8B-B14F-4D97-AF65-F5344CB8AC3E}">
        <p14:creationId xmlns:p14="http://schemas.microsoft.com/office/powerpoint/2010/main" val="499719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1" y="750297"/>
            <a:ext cx="720436"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Quiz</a:t>
            </a:r>
          </a:p>
        </p:txBody>
      </p:sp>
      <p:pic>
        <p:nvPicPr>
          <p:cNvPr id="3" name="Picture 2">
            <a:extLst>
              <a:ext uri="{FF2B5EF4-FFF2-40B4-BE49-F238E27FC236}">
                <a16:creationId xmlns:a16="http://schemas.microsoft.com/office/drawing/2014/main" id="{12A7643C-9AD8-45A7-B889-874199E38E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599" y="1822643"/>
            <a:ext cx="10125427" cy="3047754"/>
          </a:xfrm>
          <a:prstGeom prst="rect">
            <a:avLst/>
          </a:prstGeom>
        </p:spPr>
      </p:pic>
    </p:spTree>
    <p:extLst>
      <p:ext uri="{BB962C8B-B14F-4D97-AF65-F5344CB8AC3E}">
        <p14:creationId xmlns:p14="http://schemas.microsoft.com/office/powerpoint/2010/main" val="2655009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683491"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Quiz</a:t>
            </a:r>
          </a:p>
        </p:txBody>
      </p:sp>
      <p:pic>
        <p:nvPicPr>
          <p:cNvPr id="4" name="Picture 3">
            <a:extLst>
              <a:ext uri="{FF2B5EF4-FFF2-40B4-BE49-F238E27FC236}">
                <a16:creationId xmlns:a16="http://schemas.microsoft.com/office/drawing/2014/main" id="{C7994345-16A9-4B57-9417-D3BE976632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4920" y="1730515"/>
            <a:ext cx="9007584" cy="4143119"/>
          </a:xfrm>
          <a:prstGeom prst="rect">
            <a:avLst/>
          </a:prstGeom>
        </p:spPr>
      </p:pic>
    </p:spTree>
    <p:extLst>
      <p:ext uri="{BB962C8B-B14F-4D97-AF65-F5344CB8AC3E}">
        <p14:creationId xmlns:p14="http://schemas.microsoft.com/office/powerpoint/2010/main" val="2475583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1" y="750297"/>
            <a:ext cx="665018"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Quiz</a:t>
            </a:r>
          </a:p>
        </p:txBody>
      </p:sp>
      <p:pic>
        <p:nvPicPr>
          <p:cNvPr id="3" name="Picture 2">
            <a:extLst>
              <a:ext uri="{FF2B5EF4-FFF2-40B4-BE49-F238E27FC236}">
                <a16:creationId xmlns:a16="http://schemas.microsoft.com/office/drawing/2014/main" id="{10A0A1AC-2ADB-4CC8-95EC-33387C4DE6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1865" y="5618998"/>
            <a:ext cx="8847720" cy="703375"/>
          </a:xfrm>
          <a:prstGeom prst="rect">
            <a:avLst/>
          </a:prstGeom>
        </p:spPr>
      </p:pic>
      <p:pic>
        <p:nvPicPr>
          <p:cNvPr id="11" name="Picture 10">
            <a:extLst>
              <a:ext uri="{FF2B5EF4-FFF2-40B4-BE49-F238E27FC236}">
                <a16:creationId xmlns:a16="http://schemas.microsoft.com/office/drawing/2014/main" id="{0D875251-3AC0-4DF6-903D-A74198E74A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51865" y="1239002"/>
            <a:ext cx="9007584" cy="4143119"/>
          </a:xfrm>
          <a:prstGeom prst="rect">
            <a:avLst/>
          </a:prstGeom>
        </p:spPr>
      </p:pic>
    </p:spTree>
    <p:extLst>
      <p:ext uri="{BB962C8B-B14F-4D97-AF65-F5344CB8AC3E}">
        <p14:creationId xmlns:p14="http://schemas.microsoft.com/office/powerpoint/2010/main" val="2709058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683491"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Quiz</a:t>
            </a:r>
          </a:p>
        </p:txBody>
      </p:sp>
      <p:pic>
        <p:nvPicPr>
          <p:cNvPr id="4" name="Picture 3">
            <a:extLst>
              <a:ext uri="{FF2B5EF4-FFF2-40B4-BE49-F238E27FC236}">
                <a16:creationId xmlns:a16="http://schemas.microsoft.com/office/drawing/2014/main" id="{30A16229-9B62-40D3-B6DC-C30584BD54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1491" y="1599584"/>
            <a:ext cx="8631631" cy="4173144"/>
          </a:xfrm>
          <a:prstGeom prst="rect">
            <a:avLst/>
          </a:prstGeom>
        </p:spPr>
      </p:pic>
    </p:spTree>
    <p:extLst>
      <p:ext uri="{BB962C8B-B14F-4D97-AF65-F5344CB8AC3E}">
        <p14:creationId xmlns:p14="http://schemas.microsoft.com/office/powerpoint/2010/main" val="2325339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683491"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Quiz</a:t>
            </a:r>
          </a:p>
        </p:txBody>
      </p:sp>
      <p:pic>
        <p:nvPicPr>
          <p:cNvPr id="3" name="Picture 2">
            <a:extLst>
              <a:ext uri="{FF2B5EF4-FFF2-40B4-BE49-F238E27FC236}">
                <a16:creationId xmlns:a16="http://schemas.microsoft.com/office/drawing/2014/main" id="{A06D39DF-B323-4C67-9012-438BBFB2D1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6457" y="1861910"/>
            <a:ext cx="10079086" cy="2721353"/>
          </a:xfrm>
          <a:prstGeom prst="rect">
            <a:avLst/>
          </a:prstGeom>
        </p:spPr>
      </p:pic>
    </p:spTree>
    <p:extLst>
      <p:ext uri="{BB962C8B-B14F-4D97-AF65-F5344CB8AC3E}">
        <p14:creationId xmlns:p14="http://schemas.microsoft.com/office/powerpoint/2010/main" val="1109832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729673"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Quiz</a:t>
            </a:r>
          </a:p>
        </p:txBody>
      </p:sp>
      <p:pic>
        <p:nvPicPr>
          <p:cNvPr id="4" name="Picture 3">
            <a:extLst>
              <a:ext uri="{FF2B5EF4-FFF2-40B4-BE49-F238E27FC236}">
                <a16:creationId xmlns:a16="http://schemas.microsoft.com/office/drawing/2014/main" id="{9C46A322-F9E2-49F7-A009-5EF8A81BC3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1491" y="1623604"/>
            <a:ext cx="8902749" cy="3992105"/>
          </a:xfrm>
          <a:prstGeom prst="rect">
            <a:avLst/>
          </a:prstGeom>
        </p:spPr>
      </p:pic>
    </p:spTree>
    <p:extLst>
      <p:ext uri="{BB962C8B-B14F-4D97-AF65-F5344CB8AC3E}">
        <p14:creationId xmlns:p14="http://schemas.microsoft.com/office/powerpoint/2010/main" val="2083017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729673"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Quiz</a:t>
            </a:r>
          </a:p>
        </p:txBody>
      </p:sp>
      <p:pic>
        <p:nvPicPr>
          <p:cNvPr id="3" name="Picture 2">
            <a:extLst>
              <a:ext uri="{FF2B5EF4-FFF2-40B4-BE49-F238E27FC236}">
                <a16:creationId xmlns:a16="http://schemas.microsoft.com/office/drawing/2014/main" id="{5CC931E3-3DE4-4FAE-B693-740BD378D4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9725" y="5593634"/>
            <a:ext cx="8478240" cy="669081"/>
          </a:xfrm>
          <a:prstGeom prst="rect">
            <a:avLst/>
          </a:prstGeom>
        </p:spPr>
      </p:pic>
      <p:pic>
        <p:nvPicPr>
          <p:cNvPr id="11" name="Picture 10">
            <a:extLst>
              <a:ext uri="{FF2B5EF4-FFF2-40B4-BE49-F238E27FC236}">
                <a16:creationId xmlns:a16="http://schemas.microsoft.com/office/drawing/2014/main" id="{2D064316-9DB9-432A-B819-BB7ACFF355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9673" y="1432947"/>
            <a:ext cx="8902749" cy="3992105"/>
          </a:xfrm>
          <a:prstGeom prst="rect">
            <a:avLst/>
          </a:prstGeom>
        </p:spPr>
      </p:pic>
    </p:spTree>
    <p:extLst>
      <p:ext uri="{BB962C8B-B14F-4D97-AF65-F5344CB8AC3E}">
        <p14:creationId xmlns:p14="http://schemas.microsoft.com/office/powerpoint/2010/main" val="958665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729673"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Quiz</a:t>
            </a:r>
          </a:p>
        </p:txBody>
      </p:sp>
      <p:pic>
        <p:nvPicPr>
          <p:cNvPr id="6" name="Picture 5">
            <a:extLst>
              <a:ext uri="{FF2B5EF4-FFF2-40B4-BE49-F238E27FC236}">
                <a16:creationId xmlns:a16="http://schemas.microsoft.com/office/drawing/2014/main" id="{2FF4AFFA-BCBA-433F-8C53-8FF26DF886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1273" y="1860732"/>
            <a:ext cx="7430144" cy="3764606"/>
          </a:xfrm>
          <a:prstGeom prst="rect">
            <a:avLst/>
          </a:prstGeom>
        </p:spPr>
      </p:pic>
      <p:sp>
        <p:nvSpPr>
          <p:cNvPr id="7" name="TextBox 6">
            <a:extLst>
              <a:ext uri="{FF2B5EF4-FFF2-40B4-BE49-F238E27FC236}">
                <a16:creationId xmlns:a16="http://schemas.microsoft.com/office/drawing/2014/main" id="{F6F04DCA-C3B4-4D5B-AD71-5B7A22F30BF3}"/>
              </a:ext>
            </a:extLst>
          </p:cNvPr>
          <p:cNvSpPr txBox="1"/>
          <p:nvPr/>
        </p:nvSpPr>
        <p:spPr>
          <a:xfrm>
            <a:off x="729673" y="1460592"/>
            <a:ext cx="1029064" cy="307777"/>
          </a:xfrm>
          <a:prstGeom prst="rect">
            <a:avLst/>
          </a:prstGeom>
          <a:noFill/>
        </p:spPr>
        <p:txBody>
          <a:bodyPr wrap="none" rtlCol="0">
            <a:spAutoFit/>
          </a:bodyPr>
          <a:lstStyle/>
          <a:p>
            <a:r>
              <a:rPr lang="en-US" sz="1400" dirty="0">
                <a:latin typeface="+mj-lt"/>
              </a:rPr>
              <a:t>Question 6:</a:t>
            </a:r>
          </a:p>
        </p:txBody>
      </p:sp>
    </p:spTree>
    <p:extLst>
      <p:ext uri="{BB962C8B-B14F-4D97-AF65-F5344CB8AC3E}">
        <p14:creationId xmlns:p14="http://schemas.microsoft.com/office/powerpoint/2010/main" val="1704068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729673"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Quiz</a:t>
            </a:r>
          </a:p>
        </p:txBody>
      </p:sp>
      <p:sp>
        <p:nvSpPr>
          <p:cNvPr id="7" name="TextBox 6">
            <a:extLst>
              <a:ext uri="{FF2B5EF4-FFF2-40B4-BE49-F238E27FC236}">
                <a16:creationId xmlns:a16="http://schemas.microsoft.com/office/drawing/2014/main" id="{F6F04DCA-C3B4-4D5B-AD71-5B7A22F30BF3}"/>
              </a:ext>
            </a:extLst>
          </p:cNvPr>
          <p:cNvSpPr txBox="1"/>
          <p:nvPr/>
        </p:nvSpPr>
        <p:spPr>
          <a:xfrm>
            <a:off x="729673" y="1460592"/>
            <a:ext cx="1016047" cy="307777"/>
          </a:xfrm>
          <a:prstGeom prst="rect">
            <a:avLst/>
          </a:prstGeom>
          <a:noFill/>
        </p:spPr>
        <p:txBody>
          <a:bodyPr wrap="none" rtlCol="0">
            <a:spAutoFit/>
          </a:bodyPr>
          <a:lstStyle/>
          <a:p>
            <a:r>
              <a:rPr lang="en-US" sz="1400" dirty="0">
                <a:latin typeface="+mj-lt"/>
              </a:rPr>
              <a:t>Question 7:</a:t>
            </a:r>
          </a:p>
        </p:txBody>
      </p:sp>
      <p:pic>
        <p:nvPicPr>
          <p:cNvPr id="3" name="Picture 2">
            <a:extLst>
              <a:ext uri="{FF2B5EF4-FFF2-40B4-BE49-F238E27FC236}">
                <a16:creationId xmlns:a16="http://schemas.microsoft.com/office/drawing/2014/main" id="{7B1695A0-2974-4386-8080-F2545DEEF2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673" y="1768369"/>
            <a:ext cx="11106689" cy="2586645"/>
          </a:xfrm>
          <a:prstGeom prst="rect">
            <a:avLst/>
          </a:prstGeom>
        </p:spPr>
      </p:pic>
    </p:spTree>
    <p:extLst>
      <p:ext uri="{BB962C8B-B14F-4D97-AF65-F5344CB8AC3E}">
        <p14:creationId xmlns:p14="http://schemas.microsoft.com/office/powerpoint/2010/main" val="1883138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729673"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Quiz</a:t>
            </a:r>
          </a:p>
        </p:txBody>
      </p:sp>
      <p:sp>
        <p:nvSpPr>
          <p:cNvPr id="7" name="TextBox 6">
            <a:extLst>
              <a:ext uri="{FF2B5EF4-FFF2-40B4-BE49-F238E27FC236}">
                <a16:creationId xmlns:a16="http://schemas.microsoft.com/office/drawing/2014/main" id="{F6F04DCA-C3B4-4D5B-AD71-5B7A22F30BF3}"/>
              </a:ext>
            </a:extLst>
          </p:cNvPr>
          <p:cNvSpPr txBox="1"/>
          <p:nvPr/>
        </p:nvSpPr>
        <p:spPr>
          <a:xfrm>
            <a:off x="729673" y="1460592"/>
            <a:ext cx="1016047" cy="307777"/>
          </a:xfrm>
          <a:prstGeom prst="rect">
            <a:avLst/>
          </a:prstGeom>
          <a:noFill/>
        </p:spPr>
        <p:txBody>
          <a:bodyPr wrap="none" rtlCol="0">
            <a:spAutoFit/>
          </a:bodyPr>
          <a:lstStyle/>
          <a:p>
            <a:r>
              <a:rPr lang="en-US" sz="1400" dirty="0">
                <a:latin typeface="+mj-lt"/>
              </a:rPr>
              <a:t>Question 8:</a:t>
            </a:r>
          </a:p>
        </p:txBody>
      </p:sp>
      <p:pic>
        <p:nvPicPr>
          <p:cNvPr id="4" name="Picture 3">
            <a:extLst>
              <a:ext uri="{FF2B5EF4-FFF2-40B4-BE49-F238E27FC236}">
                <a16:creationId xmlns:a16="http://schemas.microsoft.com/office/drawing/2014/main" id="{B5DAB1B0-2E4E-4BAB-95C2-132A9501D2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673" y="1864219"/>
            <a:ext cx="9097592" cy="2128252"/>
          </a:xfrm>
          <a:prstGeom prst="rect">
            <a:avLst/>
          </a:prstGeom>
        </p:spPr>
      </p:pic>
    </p:spTree>
    <p:extLst>
      <p:ext uri="{BB962C8B-B14F-4D97-AF65-F5344CB8AC3E}">
        <p14:creationId xmlns:p14="http://schemas.microsoft.com/office/powerpoint/2010/main" val="2128127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729673"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Quiz</a:t>
            </a:r>
          </a:p>
        </p:txBody>
      </p:sp>
      <p:sp>
        <p:nvSpPr>
          <p:cNvPr id="7" name="TextBox 6">
            <a:extLst>
              <a:ext uri="{FF2B5EF4-FFF2-40B4-BE49-F238E27FC236}">
                <a16:creationId xmlns:a16="http://schemas.microsoft.com/office/drawing/2014/main" id="{F6F04DCA-C3B4-4D5B-AD71-5B7A22F30BF3}"/>
              </a:ext>
            </a:extLst>
          </p:cNvPr>
          <p:cNvSpPr txBox="1"/>
          <p:nvPr/>
        </p:nvSpPr>
        <p:spPr>
          <a:xfrm>
            <a:off x="729673" y="1460592"/>
            <a:ext cx="1107419" cy="307777"/>
          </a:xfrm>
          <a:prstGeom prst="rect">
            <a:avLst/>
          </a:prstGeom>
          <a:noFill/>
        </p:spPr>
        <p:txBody>
          <a:bodyPr wrap="none" rtlCol="0">
            <a:spAutoFit/>
          </a:bodyPr>
          <a:lstStyle/>
          <a:p>
            <a:r>
              <a:rPr lang="en-US" sz="1400" dirty="0">
                <a:latin typeface="+mj-lt"/>
              </a:rPr>
              <a:t>Question 10:</a:t>
            </a:r>
          </a:p>
        </p:txBody>
      </p:sp>
      <p:pic>
        <p:nvPicPr>
          <p:cNvPr id="3" name="Picture 2">
            <a:extLst>
              <a:ext uri="{FF2B5EF4-FFF2-40B4-BE49-F238E27FC236}">
                <a16:creationId xmlns:a16="http://schemas.microsoft.com/office/drawing/2014/main" id="{19692B57-1AFA-4138-8400-27148758DF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392" y="2071629"/>
            <a:ext cx="10264288" cy="3747280"/>
          </a:xfrm>
          <a:prstGeom prst="rect">
            <a:avLst/>
          </a:prstGeom>
        </p:spPr>
      </p:pic>
    </p:spTree>
    <p:extLst>
      <p:ext uri="{BB962C8B-B14F-4D97-AF65-F5344CB8AC3E}">
        <p14:creationId xmlns:p14="http://schemas.microsoft.com/office/powerpoint/2010/main" val="833192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729673"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Quiz</a:t>
            </a:r>
          </a:p>
        </p:txBody>
      </p:sp>
      <p:sp>
        <p:nvSpPr>
          <p:cNvPr id="7" name="TextBox 6">
            <a:extLst>
              <a:ext uri="{FF2B5EF4-FFF2-40B4-BE49-F238E27FC236}">
                <a16:creationId xmlns:a16="http://schemas.microsoft.com/office/drawing/2014/main" id="{F6F04DCA-C3B4-4D5B-AD71-5B7A22F30BF3}"/>
              </a:ext>
            </a:extLst>
          </p:cNvPr>
          <p:cNvSpPr txBox="1"/>
          <p:nvPr/>
        </p:nvSpPr>
        <p:spPr>
          <a:xfrm>
            <a:off x="729673" y="1460592"/>
            <a:ext cx="1107419" cy="307777"/>
          </a:xfrm>
          <a:prstGeom prst="rect">
            <a:avLst/>
          </a:prstGeom>
          <a:noFill/>
        </p:spPr>
        <p:txBody>
          <a:bodyPr wrap="none" rtlCol="0">
            <a:spAutoFit/>
          </a:bodyPr>
          <a:lstStyle/>
          <a:p>
            <a:r>
              <a:rPr lang="en-US" sz="1400" dirty="0">
                <a:latin typeface="+mj-lt"/>
              </a:rPr>
              <a:t>Question 11:</a:t>
            </a:r>
          </a:p>
        </p:txBody>
      </p:sp>
      <p:pic>
        <p:nvPicPr>
          <p:cNvPr id="4" name="Picture 3">
            <a:extLst>
              <a:ext uri="{FF2B5EF4-FFF2-40B4-BE49-F238E27FC236}">
                <a16:creationId xmlns:a16="http://schemas.microsoft.com/office/drawing/2014/main" id="{DE264E84-C555-4406-8437-9CE60743CF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673" y="2050247"/>
            <a:ext cx="9674032" cy="2265990"/>
          </a:xfrm>
          <a:prstGeom prst="rect">
            <a:avLst/>
          </a:prstGeom>
        </p:spPr>
      </p:pic>
    </p:spTree>
    <p:extLst>
      <p:ext uri="{BB962C8B-B14F-4D97-AF65-F5344CB8AC3E}">
        <p14:creationId xmlns:p14="http://schemas.microsoft.com/office/powerpoint/2010/main" val="3738435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729673"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Quiz</a:t>
            </a:r>
          </a:p>
        </p:txBody>
      </p:sp>
      <p:sp>
        <p:nvSpPr>
          <p:cNvPr id="7" name="TextBox 6">
            <a:extLst>
              <a:ext uri="{FF2B5EF4-FFF2-40B4-BE49-F238E27FC236}">
                <a16:creationId xmlns:a16="http://schemas.microsoft.com/office/drawing/2014/main" id="{F6F04DCA-C3B4-4D5B-AD71-5B7A22F30BF3}"/>
              </a:ext>
            </a:extLst>
          </p:cNvPr>
          <p:cNvSpPr txBox="1"/>
          <p:nvPr/>
        </p:nvSpPr>
        <p:spPr>
          <a:xfrm>
            <a:off x="729673" y="1460592"/>
            <a:ext cx="1107419" cy="307777"/>
          </a:xfrm>
          <a:prstGeom prst="rect">
            <a:avLst/>
          </a:prstGeom>
          <a:noFill/>
        </p:spPr>
        <p:txBody>
          <a:bodyPr wrap="none" rtlCol="0">
            <a:spAutoFit/>
          </a:bodyPr>
          <a:lstStyle/>
          <a:p>
            <a:r>
              <a:rPr lang="en-US" sz="1400" dirty="0">
                <a:latin typeface="+mj-lt"/>
              </a:rPr>
              <a:t>Question 12:</a:t>
            </a:r>
          </a:p>
        </p:txBody>
      </p:sp>
      <p:pic>
        <p:nvPicPr>
          <p:cNvPr id="3" name="Picture 2">
            <a:extLst>
              <a:ext uri="{FF2B5EF4-FFF2-40B4-BE49-F238E27FC236}">
                <a16:creationId xmlns:a16="http://schemas.microsoft.com/office/drawing/2014/main" id="{B89F91AF-F019-45E0-A3C3-9B1BA287A7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6579" y="1937397"/>
            <a:ext cx="8397968" cy="3703641"/>
          </a:xfrm>
          <a:prstGeom prst="rect">
            <a:avLst/>
          </a:prstGeom>
        </p:spPr>
      </p:pic>
    </p:spTree>
    <p:extLst>
      <p:ext uri="{BB962C8B-B14F-4D97-AF65-F5344CB8AC3E}">
        <p14:creationId xmlns:p14="http://schemas.microsoft.com/office/powerpoint/2010/main" val="3054642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729673"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Quiz</a:t>
            </a:r>
          </a:p>
        </p:txBody>
      </p:sp>
      <p:sp>
        <p:nvSpPr>
          <p:cNvPr id="7" name="TextBox 6">
            <a:extLst>
              <a:ext uri="{FF2B5EF4-FFF2-40B4-BE49-F238E27FC236}">
                <a16:creationId xmlns:a16="http://schemas.microsoft.com/office/drawing/2014/main" id="{F6F04DCA-C3B4-4D5B-AD71-5B7A22F30BF3}"/>
              </a:ext>
            </a:extLst>
          </p:cNvPr>
          <p:cNvSpPr txBox="1"/>
          <p:nvPr/>
        </p:nvSpPr>
        <p:spPr>
          <a:xfrm>
            <a:off x="729673" y="1460592"/>
            <a:ext cx="1107419" cy="307777"/>
          </a:xfrm>
          <a:prstGeom prst="rect">
            <a:avLst/>
          </a:prstGeom>
          <a:noFill/>
        </p:spPr>
        <p:txBody>
          <a:bodyPr wrap="none" rtlCol="0">
            <a:spAutoFit/>
          </a:bodyPr>
          <a:lstStyle/>
          <a:p>
            <a:r>
              <a:rPr lang="en-US" sz="1400" dirty="0">
                <a:latin typeface="+mj-lt"/>
              </a:rPr>
              <a:t>Question 13:</a:t>
            </a:r>
          </a:p>
        </p:txBody>
      </p:sp>
      <p:pic>
        <p:nvPicPr>
          <p:cNvPr id="4" name="Picture 3">
            <a:extLst>
              <a:ext uri="{FF2B5EF4-FFF2-40B4-BE49-F238E27FC236}">
                <a16:creationId xmlns:a16="http://schemas.microsoft.com/office/drawing/2014/main" id="{C37E8743-2C46-4A67-BAA6-8751C57200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3213" y="2071629"/>
            <a:ext cx="8306520" cy="3444538"/>
          </a:xfrm>
          <a:prstGeom prst="rect">
            <a:avLst/>
          </a:prstGeom>
        </p:spPr>
      </p:pic>
    </p:spTree>
    <p:extLst>
      <p:ext uri="{BB962C8B-B14F-4D97-AF65-F5344CB8AC3E}">
        <p14:creationId xmlns:p14="http://schemas.microsoft.com/office/powerpoint/2010/main" val="3353643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729673"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Quiz</a:t>
            </a:r>
          </a:p>
        </p:txBody>
      </p:sp>
      <p:sp>
        <p:nvSpPr>
          <p:cNvPr id="7" name="TextBox 6">
            <a:extLst>
              <a:ext uri="{FF2B5EF4-FFF2-40B4-BE49-F238E27FC236}">
                <a16:creationId xmlns:a16="http://schemas.microsoft.com/office/drawing/2014/main" id="{F6F04DCA-C3B4-4D5B-AD71-5B7A22F30BF3}"/>
              </a:ext>
            </a:extLst>
          </p:cNvPr>
          <p:cNvSpPr txBox="1"/>
          <p:nvPr/>
        </p:nvSpPr>
        <p:spPr>
          <a:xfrm>
            <a:off x="729673" y="1460592"/>
            <a:ext cx="1107419" cy="307777"/>
          </a:xfrm>
          <a:prstGeom prst="rect">
            <a:avLst/>
          </a:prstGeom>
          <a:noFill/>
        </p:spPr>
        <p:txBody>
          <a:bodyPr wrap="none" rtlCol="0">
            <a:spAutoFit/>
          </a:bodyPr>
          <a:lstStyle/>
          <a:p>
            <a:r>
              <a:rPr lang="en-US" sz="1400" dirty="0">
                <a:latin typeface="+mj-lt"/>
              </a:rPr>
              <a:t>Question 14:</a:t>
            </a:r>
          </a:p>
        </p:txBody>
      </p:sp>
      <p:pic>
        <p:nvPicPr>
          <p:cNvPr id="3" name="Picture 2">
            <a:extLst>
              <a:ext uri="{FF2B5EF4-FFF2-40B4-BE49-F238E27FC236}">
                <a16:creationId xmlns:a16="http://schemas.microsoft.com/office/drawing/2014/main" id="{80388375-3D2E-4CAA-94CC-0974326210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6975" y="1930008"/>
            <a:ext cx="8253175" cy="3467400"/>
          </a:xfrm>
          <a:prstGeom prst="rect">
            <a:avLst/>
          </a:prstGeom>
        </p:spPr>
      </p:pic>
    </p:spTree>
    <p:extLst>
      <p:ext uri="{BB962C8B-B14F-4D97-AF65-F5344CB8AC3E}">
        <p14:creationId xmlns:p14="http://schemas.microsoft.com/office/powerpoint/2010/main" val="1191210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729673"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Quiz</a:t>
            </a:r>
          </a:p>
        </p:txBody>
      </p:sp>
      <p:sp>
        <p:nvSpPr>
          <p:cNvPr id="7" name="TextBox 6">
            <a:extLst>
              <a:ext uri="{FF2B5EF4-FFF2-40B4-BE49-F238E27FC236}">
                <a16:creationId xmlns:a16="http://schemas.microsoft.com/office/drawing/2014/main" id="{F6F04DCA-C3B4-4D5B-AD71-5B7A22F30BF3}"/>
              </a:ext>
            </a:extLst>
          </p:cNvPr>
          <p:cNvSpPr txBox="1"/>
          <p:nvPr/>
        </p:nvSpPr>
        <p:spPr>
          <a:xfrm>
            <a:off x="729673" y="1460592"/>
            <a:ext cx="1107419" cy="307777"/>
          </a:xfrm>
          <a:prstGeom prst="rect">
            <a:avLst/>
          </a:prstGeom>
          <a:noFill/>
        </p:spPr>
        <p:txBody>
          <a:bodyPr wrap="none" rtlCol="0">
            <a:spAutoFit/>
          </a:bodyPr>
          <a:lstStyle/>
          <a:p>
            <a:r>
              <a:rPr lang="en-US" sz="1400" dirty="0">
                <a:latin typeface="+mj-lt"/>
              </a:rPr>
              <a:t>Question 15:</a:t>
            </a:r>
          </a:p>
        </p:txBody>
      </p:sp>
      <p:pic>
        <p:nvPicPr>
          <p:cNvPr id="4" name="Picture 3">
            <a:extLst>
              <a:ext uri="{FF2B5EF4-FFF2-40B4-BE49-F238E27FC236}">
                <a16:creationId xmlns:a16="http://schemas.microsoft.com/office/drawing/2014/main" id="{3C2BE682-A1B2-4B17-A41E-2FF591B0FA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8695" y="2071629"/>
            <a:ext cx="8298899" cy="2758679"/>
          </a:xfrm>
          <a:prstGeom prst="rect">
            <a:avLst/>
          </a:prstGeom>
        </p:spPr>
      </p:pic>
    </p:spTree>
    <p:extLst>
      <p:ext uri="{BB962C8B-B14F-4D97-AF65-F5344CB8AC3E}">
        <p14:creationId xmlns:p14="http://schemas.microsoft.com/office/powerpoint/2010/main" val="340978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729673"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Quiz</a:t>
            </a:r>
          </a:p>
        </p:txBody>
      </p:sp>
      <p:sp>
        <p:nvSpPr>
          <p:cNvPr id="7" name="TextBox 6">
            <a:extLst>
              <a:ext uri="{FF2B5EF4-FFF2-40B4-BE49-F238E27FC236}">
                <a16:creationId xmlns:a16="http://schemas.microsoft.com/office/drawing/2014/main" id="{F6F04DCA-C3B4-4D5B-AD71-5B7A22F30BF3}"/>
              </a:ext>
            </a:extLst>
          </p:cNvPr>
          <p:cNvSpPr txBox="1"/>
          <p:nvPr/>
        </p:nvSpPr>
        <p:spPr>
          <a:xfrm>
            <a:off x="729673" y="1460592"/>
            <a:ext cx="1107419" cy="307777"/>
          </a:xfrm>
          <a:prstGeom prst="rect">
            <a:avLst/>
          </a:prstGeom>
          <a:noFill/>
        </p:spPr>
        <p:txBody>
          <a:bodyPr wrap="none" rtlCol="0">
            <a:spAutoFit/>
          </a:bodyPr>
          <a:lstStyle/>
          <a:p>
            <a:r>
              <a:rPr lang="en-US" sz="1400" dirty="0">
                <a:latin typeface="+mj-lt"/>
              </a:rPr>
              <a:t>Question 16:</a:t>
            </a:r>
          </a:p>
        </p:txBody>
      </p:sp>
      <p:pic>
        <p:nvPicPr>
          <p:cNvPr id="3" name="Picture 2">
            <a:extLst>
              <a:ext uri="{FF2B5EF4-FFF2-40B4-BE49-F238E27FC236}">
                <a16:creationId xmlns:a16="http://schemas.microsoft.com/office/drawing/2014/main" id="{B0C38769-AE73-46D7-8DBB-503FF256A5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8390" y="1909809"/>
            <a:ext cx="8390347" cy="3574090"/>
          </a:xfrm>
          <a:prstGeom prst="rect">
            <a:avLst/>
          </a:prstGeom>
        </p:spPr>
      </p:pic>
    </p:spTree>
    <p:extLst>
      <p:ext uri="{BB962C8B-B14F-4D97-AF65-F5344CB8AC3E}">
        <p14:creationId xmlns:p14="http://schemas.microsoft.com/office/powerpoint/2010/main" val="101116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729673"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Quiz</a:t>
            </a:r>
          </a:p>
        </p:txBody>
      </p:sp>
      <p:sp>
        <p:nvSpPr>
          <p:cNvPr id="7" name="TextBox 6">
            <a:extLst>
              <a:ext uri="{FF2B5EF4-FFF2-40B4-BE49-F238E27FC236}">
                <a16:creationId xmlns:a16="http://schemas.microsoft.com/office/drawing/2014/main" id="{F6F04DCA-C3B4-4D5B-AD71-5B7A22F30BF3}"/>
              </a:ext>
            </a:extLst>
          </p:cNvPr>
          <p:cNvSpPr txBox="1"/>
          <p:nvPr/>
        </p:nvSpPr>
        <p:spPr>
          <a:xfrm>
            <a:off x="729673" y="1460592"/>
            <a:ext cx="1107419" cy="307777"/>
          </a:xfrm>
          <a:prstGeom prst="rect">
            <a:avLst/>
          </a:prstGeom>
          <a:noFill/>
        </p:spPr>
        <p:txBody>
          <a:bodyPr wrap="none" rtlCol="0">
            <a:spAutoFit/>
          </a:bodyPr>
          <a:lstStyle/>
          <a:p>
            <a:r>
              <a:rPr lang="en-US" sz="1400" dirty="0">
                <a:latin typeface="+mj-lt"/>
              </a:rPr>
              <a:t>Question 17:</a:t>
            </a:r>
          </a:p>
        </p:txBody>
      </p:sp>
      <p:pic>
        <p:nvPicPr>
          <p:cNvPr id="4" name="Picture 3">
            <a:extLst>
              <a:ext uri="{FF2B5EF4-FFF2-40B4-BE49-F238E27FC236}">
                <a16:creationId xmlns:a16="http://schemas.microsoft.com/office/drawing/2014/main" id="{A1904FD9-F098-483D-9F22-EA93FC9EE9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7092" y="2071629"/>
            <a:ext cx="8329382" cy="2850127"/>
          </a:xfrm>
          <a:prstGeom prst="rect">
            <a:avLst/>
          </a:prstGeom>
        </p:spPr>
      </p:pic>
    </p:spTree>
    <p:extLst>
      <p:ext uri="{BB962C8B-B14F-4D97-AF65-F5344CB8AC3E}">
        <p14:creationId xmlns:p14="http://schemas.microsoft.com/office/powerpoint/2010/main" val="1159748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BF9AD67-E017-4C8F-AF9D-7608CA215AA8}"/>
              </a:ext>
            </a:extLst>
          </p:cNvPr>
          <p:cNvSpPr/>
          <p:nvPr/>
        </p:nvSpPr>
        <p:spPr>
          <a:xfrm>
            <a:off x="0" y="0"/>
            <a:ext cx="12192000" cy="4571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3BDED67-2898-4EA4-8A6E-8C230E9C9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054" y="147093"/>
            <a:ext cx="2203253" cy="970972"/>
          </a:xfrm>
          <a:prstGeom prst="rect">
            <a:avLst/>
          </a:prstGeom>
        </p:spPr>
      </p:pic>
      <p:sp>
        <p:nvSpPr>
          <p:cNvPr id="8" name="TextBox 7">
            <a:extLst>
              <a:ext uri="{FF2B5EF4-FFF2-40B4-BE49-F238E27FC236}">
                <a16:creationId xmlns:a16="http://schemas.microsoft.com/office/drawing/2014/main" id="{85F7034B-3F80-4747-B055-54B0246AFF19}"/>
              </a:ext>
            </a:extLst>
          </p:cNvPr>
          <p:cNvSpPr txBox="1"/>
          <p:nvPr/>
        </p:nvSpPr>
        <p:spPr>
          <a:xfrm>
            <a:off x="0" y="750297"/>
            <a:ext cx="729673" cy="407035"/>
          </a:xfrm>
          <a:prstGeom prst="rect">
            <a:avLst/>
          </a:prstGeom>
          <a:solidFill>
            <a:srgbClr val="C00000"/>
          </a:solidFill>
        </p:spPr>
        <p:txBody>
          <a:bodyPr wrap="square" rtlCol="0">
            <a:spAutoFit/>
          </a:bodyPr>
          <a:lstStyle>
            <a:defPPr>
              <a:defRPr lang="en-US"/>
            </a:defPPr>
            <a:lvl1pPr>
              <a:lnSpc>
                <a:spcPct val="107000"/>
              </a:lnSpc>
              <a:spcAft>
                <a:spcPts val="2250"/>
              </a:spcAft>
              <a:defRPr sz="3200" b="1">
                <a:solidFill>
                  <a:srgbClr val="002060"/>
                </a:solidFill>
              </a:defRPr>
            </a:lvl1pPr>
          </a:lstStyle>
          <a:p>
            <a:r>
              <a:rPr lang="en-US" sz="2000" dirty="0">
                <a:solidFill>
                  <a:schemeClr val="bg1"/>
                </a:solidFill>
              </a:rPr>
              <a:t>Task</a:t>
            </a:r>
          </a:p>
        </p:txBody>
      </p:sp>
      <p:sp>
        <p:nvSpPr>
          <p:cNvPr id="7" name="TextBox 6">
            <a:extLst>
              <a:ext uri="{FF2B5EF4-FFF2-40B4-BE49-F238E27FC236}">
                <a16:creationId xmlns:a16="http://schemas.microsoft.com/office/drawing/2014/main" id="{F6F04DCA-C3B4-4D5B-AD71-5B7A22F30BF3}"/>
              </a:ext>
            </a:extLst>
          </p:cNvPr>
          <p:cNvSpPr txBox="1"/>
          <p:nvPr/>
        </p:nvSpPr>
        <p:spPr>
          <a:xfrm>
            <a:off x="729673" y="1861910"/>
            <a:ext cx="6881092" cy="4401205"/>
          </a:xfrm>
          <a:prstGeom prst="rect">
            <a:avLst/>
          </a:prstGeom>
          <a:noFill/>
        </p:spPr>
        <p:txBody>
          <a:bodyPr wrap="square" rtlCol="0">
            <a:spAutoFit/>
          </a:bodyPr>
          <a:lstStyle/>
          <a:p>
            <a:pPr marL="285750" indent="-285750">
              <a:buFont typeface="Arial" panose="020B0604020202020204" pitchFamily="34" charset="0"/>
              <a:buChar char="•"/>
            </a:pPr>
            <a:r>
              <a:rPr lang="en-US" sz="2800" b="1" dirty="0"/>
              <a:t>Create an IAM user and add him in a group &amp; set Admin Access</a:t>
            </a:r>
          </a:p>
          <a:p>
            <a:pPr marL="285750" indent="-285750">
              <a:buFont typeface="Arial" panose="020B0604020202020204" pitchFamily="34" charset="0"/>
              <a:buChar char="•"/>
            </a:pPr>
            <a:r>
              <a:rPr lang="en-US" sz="2800" b="1" dirty="0"/>
              <a:t>Change alias</a:t>
            </a:r>
          </a:p>
          <a:p>
            <a:pPr marL="285750" indent="-285750">
              <a:buFont typeface="Arial" panose="020B0604020202020204" pitchFamily="34" charset="0"/>
              <a:buChar char="•"/>
            </a:pPr>
            <a:r>
              <a:rPr lang="en-US" sz="2800" b="1" dirty="0"/>
              <a:t>Log in through another browser</a:t>
            </a:r>
          </a:p>
          <a:p>
            <a:pPr marL="285750" indent="-285750">
              <a:buFont typeface="Arial" panose="020B0604020202020204" pitchFamily="34" charset="0"/>
              <a:buChar char="•"/>
            </a:pPr>
            <a:r>
              <a:rPr lang="en-US" sz="2800" b="1" dirty="0"/>
              <a:t>Remove the user from group and see the impact</a:t>
            </a:r>
          </a:p>
          <a:p>
            <a:pPr marL="285750" indent="-285750">
              <a:buFont typeface="Arial" panose="020B0604020202020204" pitchFamily="34" charset="0"/>
              <a:buChar char="•"/>
            </a:pPr>
            <a:r>
              <a:rPr lang="en-US" sz="2800" b="1" dirty="0"/>
              <a:t>Change the IAM policy to read only</a:t>
            </a:r>
          </a:p>
          <a:p>
            <a:pPr marL="285750" indent="-285750">
              <a:buFont typeface="Arial" panose="020B0604020202020204" pitchFamily="34" charset="0"/>
              <a:buChar char="•"/>
            </a:pPr>
            <a:r>
              <a:rPr lang="en-US" sz="2800" b="1" dirty="0"/>
              <a:t>Create an custom IAM policy and attach it to IAM user and see the impact</a:t>
            </a:r>
          </a:p>
          <a:p>
            <a:endParaRPr lang="en-US" sz="2800" dirty="0">
              <a:latin typeface="+mj-lt"/>
            </a:endParaRPr>
          </a:p>
        </p:txBody>
      </p:sp>
    </p:spTree>
    <p:extLst>
      <p:ext uri="{BB962C8B-B14F-4D97-AF65-F5344CB8AC3E}">
        <p14:creationId xmlns:p14="http://schemas.microsoft.com/office/powerpoint/2010/main" val="795047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7730</TotalTime>
  <Words>385</Words>
  <Application>Microsoft Office PowerPoint</Application>
  <PresentationFormat>Widescreen</PresentationFormat>
  <Paragraphs>76</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Hamad ameer</dc:creator>
  <cp:lastModifiedBy>Hamad</cp:lastModifiedBy>
  <cp:revision>254</cp:revision>
  <dcterms:created xsi:type="dcterms:W3CDTF">2020-06-04T07:46:55Z</dcterms:created>
  <dcterms:modified xsi:type="dcterms:W3CDTF">2021-05-02T10:30:07Z</dcterms:modified>
</cp:coreProperties>
</file>