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DE7A79-8DD4-4D8E-B04C-03A61ECD87D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79C2ADA-C267-4AF2-90B8-BE21680ED43D}">
      <dgm:prSet/>
      <dgm:spPr/>
      <dgm:t>
        <a:bodyPr/>
        <a:lstStyle/>
        <a:p>
          <a:r>
            <a:rPr lang="en-US"/>
            <a:t>Amazon S3 </a:t>
          </a:r>
          <a:r>
            <a:rPr lang="en-US" b="1"/>
            <a:t>Versioning</a:t>
          </a:r>
          <a:r>
            <a:rPr lang="en-US"/>
            <a:t> is a feature that allows you to keep </a:t>
          </a:r>
          <a:r>
            <a:rPr lang="en-US" b="1"/>
            <a:t>multiple versions</a:t>
          </a:r>
          <a:r>
            <a:rPr lang="en-US"/>
            <a:t> of an object (file) in the same bucket.</a:t>
          </a:r>
          <a:br>
            <a:rPr lang="en-US"/>
          </a:br>
          <a:r>
            <a:rPr lang="en-US"/>
            <a:t>Whenever a file with the same key (name) is uploaded again, S3 </a:t>
          </a:r>
          <a:r>
            <a:rPr lang="en-US" b="1"/>
            <a:t>creates a new version</a:t>
          </a:r>
          <a:r>
            <a:rPr lang="en-US"/>
            <a:t> instead of overwriting the old one.</a:t>
          </a:r>
        </a:p>
      </dgm:t>
    </dgm:pt>
    <dgm:pt modelId="{6D9C7A75-8F16-4234-B462-32F7AD622FB1}" type="parTrans" cxnId="{ED4FF1E7-24DC-4E10-BA0A-C4AA5ABF6F45}">
      <dgm:prSet/>
      <dgm:spPr/>
      <dgm:t>
        <a:bodyPr/>
        <a:lstStyle/>
        <a:p>
          <a:endParaRPr lang="en-US"/>
        </a:p>
      </dgm:t>
    </dgm:pt>
    <dgm:pt modelId="{A6450B17-3D99-4ED0-AFE7-80FADBA7617A}" type="sibTrans" cxnId="{ED4FF1E7-24DC-4E10-BA0A-C4AA5ABF6F45}">
      <dgm:prSet/>
      <dgm:spPr/>
      <dgm:t>
        <a:bodyPr/>
        <a:lstStyle/>
        <a:p>
          <a:endParaRPr lang="en-US"/>
        </a:p>
      </dgm:t>
    </dgm:pt>
    <dgm:pt modelId="{79716ED2-F5C7-420B-B6FD-9D65410EEF66}">
      <dgm:prSet/>
      <dgm:spPr/>
      <dgm:t>
        <a:bodyPr/>
        <a:lstStyle/>
        <a:p>
          <a:r>
            <a:rPr lang="en-US"/>
            <a:t>This feature helps you </a:t>
          </a:r>
          <a:r>
            <a:rPr lang="en-US" b="1"/>
            <a:t>protect data</a:t>
          </a:r>
          <a:r>
            <a:rPr lang="en-US"/>
            <a:t> from accidental overwrites or deletions.</a:t>
          </a:r>
        </a:p>
      </dgm:t>
    </dgm:pt>
    <dgm:pt modelId="{C4B2AA1F-6E5C-47B5-8777-A3700FD4E4C3}" type="parTrans" cxnId="{F0D77F7D-DEF4-45D9-8B43-DF79F0754AB7}">
      <dgm:prSet/>
      <dgm:spPr/>
      <dgm:t>
        <a:bodyPr/>
        <a:lstStyle/>
        <a:p>
          <a:endParaRPr lang="en-US"/>
        </a:p>
      </dgm:t>
    </dgm:pt>
    <dgm:pt modelId="{B0391934-08E2-4F39-B7C0-F11902938650}" type="sibTrans" cxnId="{F0D77F7D-DEF4-45D9-8B43-DF79F0754AB7}">
      <dgm:prSet/>
      <dgm:spPr/>
      <dgm:t>
        <a:bodyPr/>
        <a:lstStyle/>
        <a:p>
          <a:endParaRPr lang="en-US"/>
        </a:p>
      </dgm:t>
    </dgm:pt>
    <dgm:pt modelId="{018BE402-1282-402A-84F1-A9254BDDC147}" type="pres">
      <dgm:prSet presAssocID="{F8DE7A79-8DD4-4D8E-B04C-03A61ECD87D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0E1009-ED9F-4FC0-BE3A-C2ED9B454570}" type="pres">
      <dgm:prSet presAssocID="{D79C2ADA-C267-4AF2-90B8-BE21680ED43D}" presName="hierRoot1" presStyleCnt="0"/>
      <dgm:spPr/>
    </dgm:pt>
    <dgm:pt modelId="{ADA94605-1A6A-4B76-8C75-AD2DF8AF9B9D}" type="pres">
      <dgm:prSet presAssocID="{D79C2ADA-C267-4AF2-90B8-BE21680ED43D}" presName="composite" presStyleCnt="0"/>
      <dgm:spPr/>
    </dgm:pt>
    <dgm:pt modelId="{147ED897-9E1A-4418-B9B0-D091FBE1E02C}" type="pres">
      <dgm:prSet presAssocID="{D79C2ADA-C267-4AF2-90B8-BE21680ED43D}" presName="background" presStyleLbl="node0" presStyleIdx="0" presStyleCnt="2"/>
      <dgm:spPr/>
    </dgm:pt>
    <dgm:pt modelId="{DE1E8B85-1F96-4DDE-AE65-7B2513513A5A}" type="pres">
      <dgm:prSet presAssocID="{D79C2ADA-C267-4AF2-90B8-BE21680ED43D}" presName="text" presStyleLbl="fgAcc0" presStyleIdx="0" presStyleCnt="2">
        <dgm:presLayoutVars>
          <dgm:chPref val="3"/>
        </dgm:presLayoutVars>
      </dgm:prSet>
      <dgm:spPr/>
    </dgm:pt>
    <dgm:pt modelId="{1F49167C-DF50-4A90-A881-B182504DE5DF}" type="pres">
      <dgm:prSet presAssocID="{D79C2ADA-C267-4AF2-90B8-BE21680ED43D}" presName="hierChild2" presStyleCnt="0"/>
      <dgm:spPr/>
    </dgm:pt>
    <dgm:pt modelId="{6141EB65-4F91-49C8-BBA4-64B70B20B77D}" type="pres">
      <dgm:prSet presAssocID="{79716ED2-F5C7-420B-B6FD-9D65410EEF66}" presName="hierRoot1" presStyleCnt="0"/>
      <dgm:spPr/>
    </dgm:pt>
    <dgm:pt modelId="{E7000347-8E43-47BA-85CD-19D30550C0EF}" type="pres">
      <dgm:prSet presAssocID="{79716ED2-F5C7-420B-B6FD-9D65410EEF66}" presName="composite" presStyleCnt="0"/>
      <dgm:spPr/>
    </dgm:pt>
    <dgm:pt modelId="{39DE4EA0-E28D-43BD-B9BB-2B34DF0740C3}" type="pres">
      <dgm:prSet presAssocID="{79716ED2-F5C7-420B-B6FD-9D65410EEF66}" presName="background" presStyleLbl="node0" presStyleIdx="1" presStyleCnt="2"/>
      <dgm:spPr/>
    </dgm:pt>
    <dgm:pt modelId="{BF4303B2-632B-4419-AB77-CF83FAAD7143}" type="pres">
      <dgm:prSet presAssocID="{79716ED2-F5C7-420B-B6FD-9D65410EEF66}" presName="text" presStyleLbl="fgAcc0" presStyleIdx="1" presStyleCnt="2">
        <dgm:presLayoutVars>
          <dgm:chPref val="3"/>
        </dgm:presLayoutVars>
      </dgm:prSet>
      <dgm:spPr/>
    </dgm:pt>
    <dgm:pt modelId="{7D27BB1F-C250-4FFF-A28D-4899A2DD2659}" type="pres">
      <dgm:prSet presAssocID="{79716ED2-F5C7-420B-B6FD-9D65410EEF66}" presName="hierChild2" presStyleCnt="0"/>
      <dgm:spPr/>
    </dgm:pt>
  </dgm:ptLst>
  <dgm:cxnLst>
    <dgm:cxn modelId="{29BDBC1B-1F43-4DBF-924B-9420D6EBCEB6}" type="presOf" srcId="{F8DE7A79-8DD4-4D8E-B04C-03A61ECD87DB}" destId="{018BE402-1282-402A-84F1-A9254BDDC147}" srcOrd="0" destOrd="0" presId="urn:microsoft.com/office/officeart/2005/8/layout/hierarchy1"/>
    <dgm:cxn modelId="{2CA1BD72-EB9C-400A-A434-2989F94F172B}" type="presOf" srcId="{D79C2ADA-C267-4AF2-90B8-BE21680ED43D}" destId="{DE1E8B85-1F96-4DDE-AE65-7B2513513A5A}" srcOrd="0" destOrd="0" presId="urn:microsoft.com/office/officeart/2005/8/layout/hierarchy1"/>
    <dgm:cxn modelId="{F0D77F7D-DEF4-45D9-8B43-DF79F0754AB7}" srcId="{F8DE7A79-8DD4-4D8E-B04C-03A61ECD87DB}" destId="{79716ED2-F5C7-420B-B6FD-9D65410EEF66}" srcOrd="1" destOrd="0" parTransId="{C4B2AA1F-6E5C-47B5-8777-A3700FD4E4C3}" sibTransId="{B0391934-08E2-4F39-B7C0-F11902938650}"/>
    <dgm:cxn modelId="{0FEF9D7E-2FCB-4F97-A47F-7292397AF74C}" type="presOf" srcId="{79716ED2-F5C7-420B-B6FD-9D65410EEF66}" destId="{BF4303B2-632B-4419-AB77-CF83FAAD7143}" srcOrd="0" destOrd="0" presId="urn:microsoft.com/office/officeart/2005/8/layout/hierarchy1"/>
    <dgm:cxn modelId="{ED4FF1E7-24DC-4E10-BA0A-C4AA5ABF6F45}" srcId="{F8DE7A79-8DD4-4D8E-B04C-03A61ECD87DB}" destId="{D79C2ADA-C267-4AF2-90B8-BE21680ED43D}" srcOrd="0" destOrd="0" parTransId="{6D9C7A75-8F16-4234-B462-32F7AD622FB1}" sibTransId="{A6450B17-3D99-4ED0-AFE7-80FADBA7617A}"/>
    <dgm:cxn modelId="{EFE1771C-1D58-4113-9A61-733369CD1E35}" type="presParOf" srcId="{018BE402-1282-402A-84F1-A9254BDDC147}" destId="{630E1009-ED9F-4FC0-BE3A-C2ED9B454570}" srcOrd="0" destOrd="0" presId="urn:microsoft.com/office/officeart/2005/8/layout/hierarchy1"/>
    <dgm:cxn modelId="{74A91903-2B58-40B9-8FB0-3846E82EEEAF}" type="presParOf" srcId="{630E1009-ED9F-4FC0-BE3A-C2ED9B454570}" destId="{ADA94605-1A6A-4B76-8C75-AD2DF8AF9B9D}" srcOrd="0" destOrd="0" presId="urn:microsoft.com/office/officeart/2005/8/layout/hierarchy1"/>
    <dgm:cxn modelId="{32E661A8-F12B-4EC8-BCE0-80F409BEAD6F}" type="presParOf" srcId="{ADA94605-1A6A-4B76-8C75-AD2DF8AF9B9D}" destId="{147ED897-9E1A-4418-B9B0-D091FBE1E02C}" srcOrd="0" destOrd="0" presId="urn:microsoft.com/office/officeart/2005/8/layout/hierarchy1"/>
    <dgm:cxn modelId="{8BF1749A-C1C8-427C-8E25-F5BE7AD604A1}" type="presParOf" srcId="{ADA94605-1A6A-4B76-8C75-AD2DF8AF9B9D}" destId="{DE1E8B85-1F96-4DDE-AE65-7B2513513A5A}" srcOrd="1" destOrd="0" presId="urn:microsoft.com/office/officeart/2005/8/layout/hierarchy1"/>
    <dgm:cxn modelId="{E6AA34A4-F98A-4C7F-80C3-A8D31A66C9D0}" type="presParOf" srcId="{630E1009-ED9F-4FC0-BE3A-C2ED9B454570}" destId="{1F49167C-DF50-4A90-A881-B182504DE5DF}" srcOrd="1" destOrd="0" presId="urn:microsoft.com/office/officeart/2005/8/layout/hierarchy1"/>
    <dgm:cxn modelId="{862176F7-6CA3-46F5-9EF8-D39986B4A7F2}" type="presParOf" srcId="{018BE402-1282-402A-84F1-A9254BDDC147}" destId="{6141EB65-4F91-49C8-BBA4-64B70B20B77D}" srcOrd="1" destOrd="0" presId="urn:microsoft.com/office/officeart/2005/8/layout/hierarchy1"/>
    <dgm:cxn modelId="{A4650BF3-2527-4008-B93C-0F98FF1E1A8D}" type="presParOf" srcId="{6141EB65-4F91-49C8-BBA4-64B70B20B77D}" destId="{E7000347-8E43-47BA-85CD-19D30550C0EF}" srcOrd="0" destOrd="0" presId="urn:microsoft.com/office/officeart/2005/8/layout/hierarchy1"/>
    <dgm:cxn modelId="{21682C40-3255-40EA-9702-6EADFD9D5CA8}" type="presParOf" srcId="{E7000347-8E43-47BA-85CD-19D30550C0EF}" destId="{39DE4EA0-E28D-43BD-B9BB-2B34DF0740C3}" srcOrd="0" destOrd="0" presId="urn:microsoft.com/office/officeart/2005/8/layout/hierarchy1"/>
    <dgm:cxn modelId="{77EB66AA-DCA7-40B8-A6A8-B266BE573B00}" type="presParOf" srcId="{E7000347-8E43-47BA-85CD-19D30550C0EF}" destId="{BF4303B2-632B-4419-AB77-CF83FAAD7143}" srcOrd="1" destOrd="0" presId="urn:microsoft.com/office/officeart/2005/8/layout/hierarchy1"/>
    <dgm:cxn modelId="{BE561414-919C-4AA8-BD1B-46149371695D}" type="presParOf" srcId="{6141EB65-4F91-49C8-BBA4-64B70B20B77D}" destId="{7D27BB1F-C250-4FFF-A28D-4899A2DD265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47069D-976A-4C21-977E-9C9E19B0A49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E468E0-5E71-4809-8F3E-5B8BEB6BCB55}">
      <dgm:prSet/>
      <dgm:spPr/>
      <dgm:t>
        <a:bodyPr/>
        <a:lstStyle/>
        <a:p>
          <a:r>
            <a:rPr lang="en-US" b="1"/>
            <a:t>Enabled at the bucket level</a:t>
          </a:r>
          <a:r>
            <a:rPr lang="en-US"/>
            <a:t> — you turn it ON or OFF for the entire bucket, not per object.</a:t>
          </a:r>
        </a:p>
      </dgm:t>
    </dgm:pt>
    <dgm:pt modelId="{5074FDBD-FCDF-4768-8C89-537F8C82EC07}" type="parTrans" cxnId="{5B64EA18-E922-4702-90A5-8FEBDC8577AC}">
      <dgm:prSet/>
      <dgm:spPr/>
      <dgm:t>
        <a:bodyPr/>
        <a:lstStyle/>
        <a:p>
          <a:endParaRPr lang="en-US"/>
        </a:p>
      </dgm:t>
    </dgm:pt>
    <dgm:pt modelId="{407F9A20-9E38-4F5A-9DF9-F39ECF8EFDDB}" type="sibTrans" cxnId="{5B64EA18-E922-4702-90A5-8FEBDC8577AC}">
      <dgm:prSet/>
      <dgm:spPr/>
      <dgm:t>
        <a:bodyPr/>
        <a:lstStyle/>
        <a:p>
          <a:endParaRPr lang="en-US"/>
        </a:p>
      </dgm:t>
    </dgm:pt>
    <dgm:pt modelId="{109DD2EC-F39D-4A13-BD0E-5EBA404494D6}">
      <dgm:prSet/>
      <dgm:spPr/>
      <dgm:t>
        <a:bodyPr/>
        <a:lstStyle/>
        <a:p>
          <a:r>
            <a:rPr lang="en-US"/>
            <a:t>Each time you upload a file with the same name, S3 assigns it a </a:t>
          </a:r>
          <a:r>
            <a:rPr lang="en-US" b="1"/>
            <a:t>new version ID</a:t>
          </a:r>
          <a:r>
            <a:rPr lang="en-US"/>
            <a:t> (like v1, v2, v3…).</a:t>
          </a:r>
        </a:p>
      </dgm:t>
    </dgm:pt>
    <dgm:pt modelId="{C9E9DF57-4021-4226-BE83-BC10F70C2B1D}" type="parTrans" cxnId="{AFA39E42-EA9B-49B5-BE56-0ABF8D1EF0B9}">
      <dgm:prSet/>
      <dgm:spPr/>
      <dgm:t>
        <a:bodyPr/>
        <a:lstStyle/>
        <a:p>
          <a:endParaRPr lang="en-US"/>
        </a:p>
      </dgm:t>
    </dgm:pt>
    <dgm:pt modelId="{C2E86F1E-523B-49B8-AF9A-6BCA1B7E9605}" type="sibTrans" cxnId="{AFA39E42-EA9B-49B5-BE56-0ABF8D1EF0B9}">
      <dgm:prSet/>
      <dgm:spPr/>
      <dgm:t>
        <a:bodyPr/>
        <a:lstStyle/>
        <a:p>
          <a:endParaRPr lang="en-US"/>
        </a:p>
      </dgm:t>
    </dgm:pt>
    <dgm:pt modelId="{B45CAA32-7E89-4054-ADA5-9B29FD889850}">
      <dgm:prSet/>
      <dgm:spPr/>
      <dgm:t>
        <a:bodyPr/>
        <a:lstStyle/>
        <a:p>
          <a:r>
            <a:rPr lang="en-US"/>
            <a:t>Older versions remain stored in the bucket — you can restore them at any time.</a:t>
          </a:r>
        </a:p>
      </dgm:t>
    </dgm:pt>
    <dgm:pt modelId="{8823EFED-4B2F-4ABF-BA4F-01E14F695774}" type="parTrans" cxnId="{6394E66E-A598-42F6-8E01-16EFD9EB99D6}">
      <dgm:prSet/>
      <dgm:spPr/>
      <dgm:t>
        <a:bodyPr/>
        <a:lstStyle/>
        <a:p>
          <a:endParaRPr lang="en-US"/>
        </a:p>
      </dgm:t>
    </dgm:pt>
    <dgm:pt modelId="{6DCAA055-DD36-43C3-A759-3BD96F2D4B6B}" type="sibTrans" cxnId="{6394E66E-A598-42F6-8E01-16EFD9EB99D6}">
      <dgm:prSet/>
      <dgm:spPr/>
      <dgm:t>
        <a:bodyPr/>
        <a:lstStyle/>
        <a:p>
          <a:endParaRPr lang="en-US"/>
        </a:p>
      </dgm:t>
    </dgm:pt>
    <dgm:pt modelId="{A259FD91-5741-4B75-88B4-C704790BD836}" type="pres">
      <dgm:prSet presAssocID="{AE47069D-976A-4C21-977E-9C9E19B0A4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10B4BA-200E-4836-89FE-39916D686E41}" type="pres">
      <dgm:prSet presAssocID="{32E468E0-5E71-4809-8F3E-5B8BEB6BCB55}" presName="hierRoot1" presStyleCnt="0"/>
      <dgm:spPr/>
    </dgm:pt>
    <dgm:pt modelId="{3D323B5B-CAB8-4585-A12A-74F973DE1633}" type="pres">
      <dgm:prSet presAssocID="{32E468E0-5E71-4809-8F3E-5B8BEB6BCB55}" presName="composite" presStyleCnt="0"/>
      <dgm:spPr/>
    </dgm:pt>
    <dgm:pt modelId="{60EA5F06-9701-43C0-B1B6-9E24414B48C8}" type="pres">
      <dgm:prSet presAssocID="{32E468E0-5E71-4809-8F3E-5B8BEB6BCB55}" presName="background" presStyleLbl="node0" presStyleIdx="0" presStyleCnt="3"/>
      <dgm:spPr/>
    </dgm:pt>
    <dgm:pt modelId="{C7B5B95A-160A-448F-89C1-675836258E1E}" type="pres">
      <dgm:prSet presAssocID="{32E468E0-5E71-4809-8F3E-5B8BEB6BCB55}" presName="text" presStyleLbl="fgAcc0" presStyleIdx="0" presStyleCnt="3">
        <dgm:presLayoutVars>
          <dgm:chPref val="3"/>
        </dgm:presLayoutVars>
      </dgm:prSet>
      <dgm:spPr/>
    </dgm:pt>
    <dgm:pt modelId="{2D1521D1-0F5D-4B30-9E94-89E56E6EC45C}" type="pres">
      <dgm:prSet presAssocID="{32E468E0-5E71-4809-8F3E-5B8BEB6BCB55}" presName="hierChild2" presStyleCnt="0"/>
      <dgm:spPr/>
    </dgm:pt>
    <dgm:pt modelId="{B6FC4937-55B7-43A4-9E3C-D136D8933035}" type="pres">
      <dgm:prSet presAssocID="{109DD2EC-F39D-4A13-BD0E-5EBA404494D6}" presName="hierRoot1" presStyleCnt="0"/>
      <dgm:spPr/>
    </dgm:pt>
    <dgm:pt modelId="{3BC25891-ACF9-4272-8210-80863FC5575D}" type="pres">
      <dgm:prSet presAssocID="{109DD2EC-F39D-4A13-BD0E-5EBA404494D6}" presName="composite" presStyleCnt="0"/>
      <dgm:spPr/>
    </dgm:pt>
    <dgm:pt modelId="{0633501D-2C4A-499C-A36B-17F5BBB7D0BA}" type="pres">
      <dgm:prSet presAssocID="{109DD2EC-F39D-4A13-BD0E-5EBA404494D6}" presName="background" presStyleLbl="node0" presStyleIdx="1" presStyleCnt="3"/>
      <dgm:spPr/>
    </dgm:pt>
    <dgm:pt modelId="{0C7C2B91-9B30-4C0D-8940-F68DF347255C}" type="pres">
      <dgm:prSet presAssocID="{109DD2EC-F39D-4A13-BD0E-5EBA404494D6}" presName="text" presStyleLbl="fgAcc0" presStyleIdx="1" presStyleCnt="3">
        <dgm:presLayoutVars>
          <dgm:chPref val="3"/>
        </dgm:presLayoutVars>
      </dgm:prSet>
      <dgm:spPr/>
    </dgm:pt>
    <dgm:pt modelId="{EDF2A17D-2029-4F0D-9CA8-F5DFFE2DC44E}" type="pres">
      <dgm:prSet presAssocID="{109DD2EC-F39D-4A13-BD0E-5EBA404494D6}" presName="hierChild2" presStyleCnt="0"/>
      <dgm:spPr/>
    </dgm:pt>
    <dgm:pt modelId="{ABB363BD-76A4-413A-8600-04783C4E8ADD}" type="pres">
      <dgm:prSet presAssocID="{B45CAA32-7E89-4054-ADA5-9B29FD889850}" presName="hierRoot1" presStyleCnt="0"/>
      <dgm:spPr/>
    </dgm:pt>
    <dgm:pt modelId="{A8DEB324-968C-4587-97AF-D6EB9E766A6B}" type="pres">
      <dgm:prSet presAssocID="{B45CAA32-7E89-4054-ADA5-9B29FD889850}" presName="composite" presStyleCnt="0"/>
      <dgm:spPr/>
    </dgm:pt>
    <dgm:pt modelId="{00EE9474-77B8-42AF-995F-120C0666ACC5}" type="pres">
      <dgm:prSet presAssocID="{B45CAA32-7E89-4054-ADA5-9B29FD889850}" presName="background" presStyleLbl="node0" presStyleIdx="2" presStyleCnt="3"/>
      <dgm:spPr/>
    </dgm:pt>
    <dgm:pt modelId="{55A3BF4A-968F-46D4-951E-1F6CCE4EA08B}" type="pres">
      <dgm:prSet presAssocID="{B45CAA32-7E89-4054-ADA5-9B29FD889850}" presName="text" presStyleLbl="fgAcc0" presStyleIdx="2" presStyleCnt="3">
        <dgm:presLayoutVars>
          <dgm:chPref val="3"/>
        </dgm:presLayoutVars>
      </dgm:prSet>
      <dgm:spPr/>
    </dgm:pt>
    <dgm:pt modelId="{B3E6F87B-F1F4-4D78-B277-F0A086C21096}" type="pres">
      <dgm:prSet presAssocID="{B45CAA32-7E89-4054-ADA5-9B29FD889850}" presName="hierChild2" presStyleCnt="0"/>
      <dgm:spPr/>
    </dgm:pt>
  </dgm:ptLst>
  <dgm:cxnLst>
    <dgm:cxn modelId="{5B64EA18-E922-4702-90A5-8FEBDC8577AC}" srcId="{AE47069D-976A-4C21-977E-9C9E19B0A497}" destId="{32E468E0-5E71-4809-8F3E-5B8BEB6BCB55}" srcOrd="0" destOrd="0" parTransId="{5074FDBD-FCDF-4768-8C89-537F8C82EC07}" sibTransId="{407F9A20-9E38-4F5A-9DF9-F39ECF8EFDDB}"/>
    <dgm:cxn modelId="{AFA39E42-EA9B-49B5-BE56-0ABF8D1EF0B9}" srcId="{AE47069D-976A-4C21-977E-9C9E19B0A497}" destId="{109DD2EC-F39D-4A13-BD0E-5EBA404494D6}" srcOrd="1" destOrd="0" parTransId="{C9E9DF57-4021-4226-BE83-BC10F70C2B1D}" sibTransId="{C2E86F1E-523B-49B8-AF9A-6BCA1B7E9605}"/>
    <dgm:cxn modelId="{6394E66E-A598-42F6-8E01-16EFD9EB99D6}" srcId="{AE47069D-976A-4C21-977E-9C9E19B0A497}" destId="{B45CAA32-7E89-4054-ADA5-9B29FD889850}" srcOrd="2" destOrd="0" parTransId="{8823EFED-4B2F-4ABF-BA4F-01E14F695774}" sibTransId="{6DCAA055-DD36-43C3-A759-3BD96F2D4B6B}"/>
    <dgm:cxn modelId="{B7A50954-A34E-4723-81BD-7A6446D1B54E}" type="presOf" srcId="{109DD2EC-F39D-4A13-BD0E-5EBA404494D6}" destId="{0C7C2B91-9B30-4C0D-8940-F68DF347255C}" srcOrd="0" destOrd="0" presId="urn:microsoft.com/office/officeart/2005/8/layout/hierarchy1"/>
    <dgm:cxn modelId="{B607F89D-077B-4A2C-881C-42D93F54112A}" type="presOf" srcId="{32E468E0-5E71-4809-8F3E-5B8BEB6BCB55}" destId="{C7B5B95A-160A-448F-89C1-675836258E1E}" srcOrd="0" destOrd="0" presId="urn:microsoft.com/office/officeart/2005/8/layout/hierarchy1"/>
    <dgm:cxn modelId="{6E384DAF-C191-4809-AD57-C9BDEAECF9EA}" type="presOf" srcId="{B45CAA32-7E89-4054-ADA5-9B29FD889850}" destId="{55A3BF4A-968F-46D4-951E-1F6CCE4EA08B}" srcOrd="0" destOrd="0" presId="urn:microsoft.com/office/officeart/2005/8/layout/hierarchy1"/>
    <dgm:cxn modelId="{6015D4C9-4D8C-4B48-824A-974445D61568}" type="presOf" srcId="{AE47069D-976A-4C21-977E-9C9E19B0A497}" destId="{A259FD91-5741-4B75-88B4-C704790BD836}" srcOrd="0" destOrd="0" presId="urn:microsoft.com/office/officeart/2005/8/layout/hierarchy1"/>
    <dgm:cxn modelId="{7C4D7416-44E4-4205-9544-6B74E3741868}" type="presParOf" srcId="{A259FD91-5741-4B75-88B4-C704790BD836}" destId="{6E10B4BA-200E-4836-89FE-39916D686E41}" srcOrd="0" destOrd="0" presId="urn:microsoft.com/office/officeart/2005/8/layout/hierarchy1"/>
    <dgm:cxn modelId="{36A0D946-003D-46A0-9FB7-30D00E187782}" type="presParOf" srcId="{6E10B4BA-200E-4836-89FE-39916D686E41}" destId="{3D323B5B-CAB8-4585-A12A-74F973DE1633}" srcOrd="0" destOrd="0" presId="urn:microsoft.com/office/officeart/2005/8/layout/hierarchy1"/>
    <dgm:cxn modelId="{2B905BED-0B1D-4C74-AA48-9B594FD13662}" type="presParOf" srcId="{3D323B5B-CAB8-4585-A12A-74F973DE1633}" destId="{60EA5F06-9701-43C0-B1B6-9E24414B48C8}" srcOrd="0" destOrd="0" presId="urn:microsoft.com/office/officeart/2005/8/layout/hierarchy1"/>
    <dgm:cxn modelId="{9D30057A-424C-4E05-B370-0160F82CAA25}" type="presParOf" srcId="{3D323B5B-CAB8-4585-A12A-74F973DE1633}" destId="{C7B5B95A-160A-448F-89C1-675836258E1E}" srcOrd="1" destOrd="0" presId="urn:microsoft.com/office/officeart/2005/8/layout/hierarchy1"/>
    <dgm:cxn modelId="{92EA4097-5C01-4706-B547-00FE046ECE96}" type="presParOf" srcId="{6E10B4BA-200E-4836-89FE-39916D686E41}" destId="{2D1521D1-0F5D-4B30-9E94-89E56E6EC45C}" srcOrd="1" destOrd="0" presId="urn:microsoft.com/office/officeart/2005/8/layout/hierarchy1"/>
    <dgm:cxn modelId="{E1470AB7-BFB3-4AB6-AE92-D0F1008824FD}" type="presParOf" srcId="{A259FD91-5741-4B75-88B4-C704790BD836}" destId="{B6FC4937-55B7-43A4-9E3C-D136D8933035}" srcOrd="1" destOrd="0" presId="urn:microsoft.com/office/officeart/2005/8/layout/hierarchy1"/>
    <dgm:cxn modelId="{78C3290D-8992-47C3-BC5A-FC681E2B808E}" type="presParOf" srcId="{B6FC4937-55B7-43A4-9E3C-D136D8933035}" destId="{3BC25891-ACF9-4272-8210-80863FC5575D}" srcOrd="0" destOrd="0" presId="urn:microsoft.com/office/officeart/2005/8/layout/hierarchy1"/>
    <dgm:cxn modelId="{A4B1BDA5-6DAF-42D9-94AC-EC3676A07A1F}" type="presParOf" srcId="{3BC25891-ACF9-4272-8210-80863FC5575D}" destId="{0633501D-2C4A-499C-A36B-17F5BBB7D0BA}" srcOrd="0" destOrd="0" presId="urn:microsoft.com/office/officeart/2005/8/layout/hierarchy1"/>
    <dgm:cxn modelId="{08A03948-F2FF-4C7A-B402-F092C6BEE3B7}" type="presParOf" srcId="{3BC25891-ACF9-4272-8210-80863FC5575D}" destId="{0C7C2B91-9B30-4C0D-8940-F68DF347255C}" srcOrd="1" destOrd="0" presId="urn:microsoft.com/office/officeart/2005/8/layout/hierarchy1"/>
    <dgm:cxn modelId="{A0EC6964-0539-45F7-85E6-653A6232A9CF}" type="presParOf" srcId="{B6FC4937-55B7-43A4-9E3C-D136D8933035}" destId="{EDF2A17D-2029-4F0D-9CA8-F5DFFE2DC44E}" srcOrd="1" destOrd="0" presId="urn:microsoft.com/office/officeart/2005/8/layout/hierarchy1"/>
    <dgm:cxn modelId="{C1E6F769-A6CC-4749-BD84-486CCF14BFE1}" type="presParOf" srcId="{A259FD91-5741-4B75-88B4-C704790BD836}" destId="{ABB363BD-76A4-413A-8600-04783C4E8ADD}" srcOrd="2" destOrd="0" presId="urn:microsoft.com/office/officeart/2005/8/layout/hierarchy1"/>
    <dgm:cxn modelId="{068BE9D9-630C-4D96-BC7C-55D6C3494502}" type="presParOf" srcId="{ABB363BD-76A4-413A-8600-04783C4E8ADD}" destId="{A8DEB324-968C-4587-97AF-D6EB9E766A6B}" srcOrd="0" destOrd="0" presId="urn:microsoft.com/office/officeart/2005/8/layout/hierarchy1"/>
    <dgm:cxn modelId="{B9ACFE50-6975-4FA9-A414-F7FC867858EF}" type="presParOf" srcId="{A8DEB324-968C-4587-97AF-D6EB9E766A6B}" destId="{00EE9474-77B8-42AF-995F-120C0666ACC5}" srcOrd="0" destOrd="0" presId="urn:microsoft.com/office/officeart/2005/8/layout/hierarchy1"/>
    <dgm:cxn modelId="{860CED41-2F90-426A-A51C-20023A69676B}" type="presParOf" srcId="{A8DEB324-968C-4587-97AF-D6EB9E766A6B}" destId="{55A3BF4A-968F-46D4-951E-1F6CCE4EA08B}" srcOrd="1" destOrd="0" presId="urn:microsoft.com/office/officeart/2005/8/layout/hierarchy1"/>
    <dgm:cxn modelId="{46E20A57-6D7F-4EBE-98F5-6F022EEE21D2}" type="presParOf" srcId="{ABB363BD-76A4-413A-8600-04783C4E8ADD}" destId="{B3E6F87B-F1F4-4D78-B277-F0A086C2109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4432DF-1476-4A94-8041-568A23CFADD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1B0B96-A199-485B-9AF6-073EE361F705}">
      <dgm:prSet/>
      <dgm:spPr/>
      <dgm:t>
        <a:bodyPr/>
        <a:lstStyle/>
        <a:p>
          <a:r>
            <a:rPr lang="en-US" b="1"/>
            <a:t>Protection Against Accidental Deletes</a:t>
          </a:r>
          <a:br>
            <a:rPr lang="en-US"/>
          </a:br>
          <a:r>
            <a:rPr lang="en-US"/>
            <a:t>If someone deletes an object, S3 only adds a </a:t>
          </a:r>
          <a:r>
            <a:rPr lang="en-US" i="1"/>
            <a:t>delete marker</a:t>
          </a:r>
          <a:r>
            <a:rPr lang="en-US"/>
            <a:t> instead of permanently removing data. You can restore the previous version easily.</a:t>
          </a:r>
        </a:p>
      </dgm:t>
    </dgm:pt>
    <dgm:pt modelId="{2F0D2A8D-A055-40BE-B211-DEE33C28C115}" type="parTrans" cxnId="{BC680F48-0625-439A-8F64-C412194AD4CF}">
      <dgm:prSet/>
      <dgm:spPr/>
      <dgm:t>
        <a:bodyPr/>
        <a:lstStyle/>
        <a:p>
          <a:endParaRPr lang="en-US"/>
        </a:p>
      </dgm:t>
    </dgm:pt>
    <dgm:pt modelId="{E2EDE3AE-F04F-418A-A793-08837AAAFE14}" type="sibTrans" cxnId="{BC680F48-0625-439A-8F64-C412194AD4CF}">
      <dgm:prSet/>
      <dgm:spPr/>
      <dgm:t>
        <a:bodyPr/>
        <a:lstStyle/>
        <a:p>
          <a:endParaRPr lang="en-US"/>
        </a:p>
      </dgm:t>
    </dgm:pt>
    <dgm:pt modelId="{90373959-69DF-4DB1-9D71-D5C6AF035313}">
      <dgm:prSet/>
      <dgm:spPr/>
      <dgm:t>
        <a:bodyPr/>
        <a:lstStyle/>
        <a:p>
          <a:r>
            <a:rPr lang="en-US" b="1"/>
            <a:t>Rollback Capability</a:t>
          </a:r>
          <a:br>
            <a:rPr lang="en-US"/>
          </a:br>
          <a:r>
            <a:rPr lang="en-US"/>
            <a:t>You can revert to a previous version of a file if an incorrect or corrupted version is uploaded.</a:t>
          </a:r>
        </a:p>
      </dgm:t>
    </dgm:pt>
    <dgm:pt modelId="{0AA5810D-DA98-4996-BFB8-8CF9755806E7}" type="parTrans" cxnId="{7A52E0C5-E752-4D7A-B8CF-27F3F2586942}">
      <dgm:prSet/>
      <dgm:spPr/>
      <dgm:t>
        <a:bodyPr/>
        <a:lstStyle/>
        <a:p>
          <a:endParaRPr lang="en-US"/>
        </a:p>
      </dgm:t>
    </dgm:pt>
    <dgm:pt modelId="{BD30F204-3B8A-4929-972E-F9D100BCC91E}" type="sibTrans" cxnId="{7A52E0C5-E752-4D7A-B8CF-27F3F2586942}">
      <dgm:prSet/>
      <dgm:spPr/>
      <dgm:t>
        <a:bodyPr/>
        <a:lstStyle/>
        <a:p>
          <a:endParaRPr lang="en-US"/>
        </a:p>
      </dgm:t>
    </dgm:pt>
    <dgm:pt modelId="{FF732B84-7489-48B3-9547-57E4BB70525E}">
      <dgm:prSet/>
      <dgm:spPr/>
      <dgm:t>
        <a:bodyPr/>
        <a:lstStyle/>
        <a:p>
          <a:r>
            <a:rPr lang="en-US" b="1"/>
            <a:t>Audit and Recovery</a:t>
          </a:r>
          <a:br>
            <a:rPr lang="en-US"/>
          </a:br>
          <a:r>
            <a:rPr lang="en-US"/>
            <a:t>Useful for maintaining a history of changes for compliance or auditing purposes.</a:t>
          </a:r>
        </a:p>
      </dgm:t>
    </dgm:pt>
    <dgm:pt modelId="{CE6207C9-5ECC-4912-8DA8-ADA2E0F638F0}" type="parTrans" cxnId="{0561CDFF-3C0F-4546-B0EE-E9972E3FD0C8}">
      <dgm:prSet/>
      <dgm:spPr/>
      <dgm:t>
        <a:bodyPr/>
        <a:lstStyle/>
        <a:p>
          <a:endParaRPr lang="en-US"/>
        </a:p>
      </dgm:t>
    </dgm:pt>
    <dgm:pt modelId="{6711BC8C-B354-4D47-8E88-445474197D96}" type="sibTrans" cxnId="{0561CDFF-3C0F-4546-B0EE-E9972E3FD0C8}">
      <dgm:prSet/>
      <dgm:spPr/>
      <dgm:t>
        <a:bodyPr/>
        <a:lstStyle/>
        <a:p>
          <a:endParaRPr lang="en-US"/>
        </a:p>
      </dgm:t>
    </dgm:pt>
    <dgm:pt modelId="{A5D7FF52-4A92-4DBF-8D8A-C448D761EC21}" type="pres">
      <dgm:prSet presAssocID="{3A4432DF-1476-4A94-8041-568A23CFADD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47F170-5E4F-4DF4-8FA8-10F30440A376}" type="pres">
      <dgm:prSet presAssocID="{151B0B96-A199-485B-9AF6-073EE361F705}" presName="hierRoot1" presStyleCnt="0"/>
      <dgm:spPr/>
    </dgm:pt>
    <dgm:pt modelId="{1B2E4906-28A7-4DB3-BF9C-E6D33B5D172A}" type="pres">
      <dgm:prSet presAssocID="{151B0B96-A199-485B-9AF6-073EE361F705}" presName="composite" presStyleCnt="0"/>
      <dgm:spPr/>
    </dgm:pt>
    <dgm:pt modelId="{F0CFC81C-727F-4BAB-9081-DA3B5E96DE12}" type="pres">
      <dgm:prSet presAssocID="{151B0B96-A199-485B-9AF6-073EE361F705}" presName="background" presStyleLbl="node0" presStyleIdx="0" presStyleCnt="3"/>
      <dgm:spPr/>
    </dgm:pt>
    <dgm:pt modelId="{7B81F209-419C-47FF-805A-500338243356}" type="pres">
      <dgm:prSet presAssocID="{151B0B96-A199-485B-9AF6-073EE361F705}" presName="text" presStyleLbl="fgAcc0" presStyleIdx="0" presStyleCnt="3">
        <dgm:presLayoutVars>
          <dgm:chPref val="3"/>
        </dgm:presLayoutVars>
      </dgm:prSet>
      <dgm:spPr/>
    </dgm:pt>
    <dgm:pt modelId="{772243FC-1DA4-469F-AF7F-91962C791235}" type="pres">
      <dgm:prSet presAssocID="{151B0B96-A199-485B-9AF6-073EE361F705}" presName="hierChild2" presStyleCnt="0"/>
      <dgm:spPr/>
    </dgm:pt>
    <dgm:pt modelId="{4D699D4B-038C-4A1F-A0D6-C263E1564FE7}" type="pres">
      <dgm:prSet presAssocID="{90373959-69DF-4DB1-9D71-D5C6AF035313}" presName="hierRoot1" presStyleCnt="0"/>
      <dgm:spPr/>
    </dgm:pt>
    <dgm:pt modelId="{412A80DC-D816-4820-B164-52FB0F2F9986}" type="pres">
      <dgm:prSet presAssocID="{90373959-69DF-4DB1-9D71-D5C6AF035313}" presName="composite" presStyleCnt="0"/>
      <dgm:spPr/>
    </dgm:pt>
    <dgm:pt modelId="{77729905-A745-4EB4-A138-4262AF898311}" type="pres">
      <dgm:prSet presAssocID="{90373959-69DF-4DB1-9D71-D5C6AF035313}" presName="background" presStyleLbl="node0" presStyleIdx="1" presStyleCnt="3"/>
      <dgm:spPr/>
    </dgm:pt>
    <dgm:pt modelId="{6EDBFBD1-01AE-4491-A024-3E4ECADDE125}" type="pres">
      <dgm:prSet presAssocID="{90373959-69DF-4DB1-9D71-D5C6AF035313}" presName="text" presStyleLbl="fgAcc0" presStyleIdx="1" presStyleCnt="3">
        <dgm:presLayoutVars>
          <dgm:chPref val="3"/>
        </dgm:presLayoutVars>
      </dgm:prSet>
      <dgm:spPr/>
    </dgm:pt>
    <dgm:pt modelId="{200AB392-C375-4654-A5F0-F1785AE01A00}" type="pres">
      <dgm:prSet presAssocID="{90373959-69DF-4DB1-9D71-D5C6AF035313}" presName="hierChild2" presStyleCnt="0"/>
      <dgm:spPr/>
    </dgm:pt>
    <dgm:pt modelId="{B176D49A-EE5D-49A2-98AA-28860ACCCAE7}" type="pres">
      <dgm:prSet presAssocID="{FF732B84-7489-48B3-9547-57E4BB70525E}" presName="hierRoot1" presStyleCnt="0"/>
      <dgm:spPr/>
    </dgm:pt>
    <dgm:pt modelId="{73002622-87B6-4661-831A-A356F457D68A}" type="pres">
      <dgm:prSet presAssocID="{FF732B84-7489-48B3-9547-57E4BB70525E}" presName="composite" presStyleCnt="0"/>
      <dgm:spPr/>
    </dgm:pt>
    <dgm:pt modelId="{8D1B5E3C-0B75-4CE4-BD00-40C287C4C2B8}" type="pres">
      <dgm:prSet presAssocID="{FF732B84-7489-48B3-9547-57E4BB70525E}" presName="background" presStyleLbl="node0" presStyleIdx="2" presStyleCnt="3"/>
      <dgm:spPr/>
    </dgm:pt>
    <dgm:pt modelId="{F5BAFBD4-B592-4B28-BF7B-8F3CEE86DAC5}" type="pres">
      <dgm:prSet presAssocID="{FF732B84-7489-48B3-9547-57E4BB70525E}" presName="text" presStyleLbl="fgAcc0" presStyleIdx="2" presStyleCnt="3">
        <dgm:presLayoutVars>
          <dgm:chPref val="3"/>
        </dgm:presLayoutVars>
      </dgm:prSet>
      <dgm:spPr/>
    </dgm:pt>
    <dgm:pt modelId="{A6F09E5A-B337-4240-8943-E9B2D1B9C61C}" type="pres">
      <dgm:prSet presAssocID="{FF732B84-7489-48B3-9547-57E4BB70525E}" presName="hierChild2" presStyleCnt="0"/>
      <dgm:spPr/>
    </dgm:pt>
  </dgm:ptLst>
  <dgm:cxnLst>
    <dgm:cxn modelId="{23D3B962-656F-4221-86C2-798DAFBDD32E}" type="presOf" srcId="{90373959-69DF-4DB1-9D71-D5C6AF035313}" destId="{6EDBFBD1-01AE-4491-A024-3E4ECADDE125}" srcOrd="0" destOrd="0" presId="urn:microsoft.com/office/officeart/2005/8/layout/hierarchy1"/>
    <dgm:cxn modelId="{2E576746-B71D-4F2D-92F9-07E15F5B4604}" type="presOf" srcId="{151B0B96-A199-485B-9AF6-073EE361F705}" destId="{7B81F209-419C-47FF-805A-500338243356}" srcOrd="0" destOrd="0" presId="urn:microsoft.com/office/officeart/2005/8/layout/hierarchy1"/>
    <dgm:cxn modelId="{BC680F48-0625-439A-8F64-C412194AD4CF}" srcId="{3A4432DF-1476-4A94-8041-568A23CFADDC}" destId="{151B0B96-A199-485B-9AF6-073EE361F705}" srcOrd="0" destOrd="0" parTransId="{2F0D2A8D-A055-40BE-B211-DEE33C28C115}" sibTransId="{E2EDE3AE-F04F-418A-A793-08837AAAFE14}"/>
    <dgm:cxn modelId="{7A52E0C5-E752-4D7A-B8CF-27F3F2586942}" srcId="{3A4432DF-1476-4A94-8041-568A23CFADDC}" destId="{90373959-69DF-4DB1-9D71-D5C6AF035313}" srcOrd="1" destOrd="0" parTransId="{0AA5810D-DA98-4996-BFB8-8CF9755806E7}" sibTransId="{BD30F204-3B8A-4929-972E-F9D100BCC91E}"/>
    <dgm:cxn modelId="{BF7990C7-46CA-466F-8F48-1F83065F4D7B}" type="presOf" srcId="{FF732B84-7489-48B3-9547-57E4BB70525E}" destId="{F5BAFBD4-B592-4B28-BF7B-8F3CEE86DAC5}" srcOrd="0" destOrd="0" presId="urn:microsoft.com/office/officeart/2005/8/layout/hierarchy1"/>
    <dgm:cxn modelId="{435B5BFA-5670-4F78-A934-83352DBD44F3}" type="presOf" srcId="{3A4432DF-1476-4A94-8041-568A23CFADDC}" destId="{A5D7FF52-4A92-4DBF-8D8A-C448D761EC21}" srcOrd="0" destOrd="0" presId="urn:microsoft.com/office/officeart/2005/8/layout/hierarchy1"/>
    <dgm:cxn modelId="{0561CDFF-3C0F-4546-B0EE-E9972E3FD0C8}" srcId="{3A4432DF-1476-4A94-8041-568A23CFADDC}" destId="{FF732B84-7489-48B3-9547-57E4BB70525E}" srcOrd="2" destOrd="0" parTransId="{CE6207C9-5ECC-4912-8DA8-ADA2E0F638F0}" sibTransId="{6711BC8C-B354-4D47-8E88-445474197D96}"/>
    <dgm:cxn modelId="{2805FD91-89DD-4FC7-9625-A04184E99BE3}" type="presParOf" srcId="{A5D7FF52-4A92-4DBF-8D8A-C448D761EC21}" destId="{3647F170-5E4F-4DF4-8FA8-10F30440A376}" srcOrd="0" destOrd="0" presId="urn:microsoft.com/office/officeart/2005/8/layout/hierarchy1"/>
    <dgm:cxn modelId="{F039A0CC-60A9-4F67-A1D4-38CBA8ABBF23}" type="presParOf" srcId="{3647F170-5E4F-4DF4-8FA8-10F30440A376}" destId="{1B2E4906-28A7-4DB3-BF9C-E6D33B5D172A}" srcOrd="0" destOrd="0" presId="urn:microsoft.com/office/officeart/2005/8/layout/hierarchy1"/>
    <dgm:cxn modelId="{46FBFC27-C104-4996-8312-BF5136C07CA9}" type="presParOf" srcId="{1B2E4906-28A7-4DB3-BF9C-E6D33B5D172A}" destId="{F0CFC81C-727F-4BAB-9081-DA3B5E96DE12}" srcOrd="0" destOrd="0" presId="urn:microsoft.com/office/officeart/2005/8/layout/hierarchy1"/>
    <dgm:cxn modelId="{E76959F3-2096-4708-9D68-BF96C4422F13}" type="presParOf" srcId="{1B2E4906-28A7-4DB3-BF9C-E6D33B5D172A}" destId="{7B81F209-419C-47FF-805A-500338243356}" srcOrd="1" destOrd="0" presId="urn:microsoft.com/office/officeart/2005/8/layout/hierarchy1"/>
    <dgm:cxn modelId="{513AFAEA-AE9C-400F-96DA-129CCBCC77CB}" type="presParOf" srcId="{3647F170-5E4F-4DF4-8FA8-10F30440A376}" destId="{772243FC-1DA4-469F-AF7F-91962C791235}" srcOrd="1" destOrd="0" presId="urn:microsoft.com/office/officeart/2005/8/layout/hierarchy1"/>
    <dgm:cxn modelId="{514D8B78-C0C5-47F8-92E8-6741A0D8C2BA}" type="presParOf" srcId="{A5D7FF52-4A92-4DBF-8D8A-C448D761EC21}" destId="{4D699D4B-038C-4A1F-A0D6-C263E1564FE7}" srcOrd="1" destOrd="0" presId="urn:microsoft.com/office/officeart/2005/8/layout/hierarchy1"/>
    <dgm:cxn modelId="{2B61A1EA-D653-4520-890A-FB7CB92B8283}" type="presParOf" srcId="{4D699D4B-038C-4A1F-A0D6-C263E1564FE7}" destId="{412A80DC-D816-4820-B164-52FB0F2F9986}" srcOrd="0" destOrd="0" presId="urn:microsoft.com/office/officeart/2005/8/layout/hierarchy1"/>
    <dgm:cxn modelId="{16C2D246-9A08-489F-9390-4C644BD9D193}" type="presParOf" srcId="{412A80DC-D816-4820-B164-52FB0F2F9986}" destId="{77729905-A745-4EB4-A138-4262AF898311}" srcOrd="0" destOrd="0" presId="urn:microsoft.com/office/officeart/2005/8/layout/hierarchy1"/>
    <dgm:cxn modelId="{C377925E-8B18-49E5-A0FE-4432600D26CA}" type="presParOf" srcId="{412A80DC-D816-4820-B164-52FB0F2F9986}" destId="{6EDBFBD1-01AE-4491-A024-3E4ECADDE125}" srcOrd="1" destOrd="0" presId="urn:microsoft.com/office/officeart/2005/8/layout/hierarchy1"/>
    <dgm:cxn modelId="{E579437F-04F9-4B5A-914A-2AC26E509616}" type="presParOf" srcId="{4D699D4B-038C-4A1F-A0D6-C263E1564FE7}" destId="{200AB392-C375-4654-A5F0-F1785AE01A00}" srcOrd="1" destOrd="0" presId="urn:microsoft.com/office/officeart/2005/8/layout/hierarchy1"/>
    <dgm:cxn modelId="{65FDB998-F403-4916-A28A-9B482F3F9BFF}" type="presParOf" srcId="{A5D7FF52-4A92-4DBF-8D8A-C448D761EC21}" destId="{B176D49A-EE5D-49A2-98AA-28860ACCCAE7}" srcOrd="2" destOrd="0" presId="urn:microsoft.com/office/officeart/2005/8/layout/hierarchy1"/>
    <dgm:cxn modelId="{69FA3FD8-86B4-4FA4-8087-F5D00E8F87F4}" type="presParOf" srcId="{B176D49A-EE5D-49A2-98AA-28860ACCCAE7}" destId="{73002622-87B6-4661-831A-A356F457D68A}" srcOrd="0" destOrd="0" presId="urn:microsoft.com/office/officeart/2005/8/layout/hierarchy1"/>
    <dgm:cxn modelId="{8F8545C4-FB75-4A92-8068-3380D8DCFEF9}" type="presParOf" srcId="{73002622-87B6-4661-831A-A356F457D68A}" destId="{8D1B5E3C-0B75-4CE4-BD00-40C287C4C2B8}" srcOrd="0" destOrd="0" presId="urn:microsoft.com/office/officeart/2005/8/layout/hierarchy1"/>
    <dgm:cxn modelId="{DDC8EAD7-4932-452D-AFF0-FB2667A1CE11}" type="presParOf" srcId="{73002622-87B6-4661-831A-A356F457D68A}" destId="{F5BAFBD4-B592-4B28-BF7B-8F3CEE86DAC5}" srcOrd="1" destOrd="0" presId="urn:microsoft.com/office/officeart/2005/8/layout/hierarchy1"/>
    <dgm:cxn modelId="{2C9E4331-10AC-49F9-9BC8-C1E28406FDAD}" type="presParOf" srcId="{B176D49A-EE5D-49A2-98AA-28860ACCCAE7}" destId="{A6F09E5A-B337-4240-8943-E9B2D1B9C61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ED897-9E1A-4418-B9B0-D091FBE1E02C}">
      <dsp:nvSpPr>
        <dsp:cNvPr id="0" name=""/>
        <dsp:cNvSpPr/>
      </dsp:nvSpPr>
      <dsp:spPr>
        <a:xfrm>
          <a:off x="136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E8B85-1F96-4DDE-AE65-7B2513513A5A}">
      <dsp:nvSpPr>
        <dsp:cNvPr id="0" name=""/>
        <dsp:cNvSpPr/>
      </dsp:nvSpPr>
      <dsp:spPr>
        <a:xfrm>
          <a:off x="53251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Amazon S3 </a:t>
          </a:r>
          <a:r>
            <a:rPr lang="en-US" sz="2400" b="1" kern="1200"/>
            <a:t>Versioning</a:t>
          </a:r>
          <a:r>
            <a:rPr lang="en-US" sz="2400" kern="1200"/>
            <a:t> is a feature that allows you to keep </a:t>
          </a:r>
          <a:r>
            <a:rPr lang="en-US" sz="2400" b="1" kern="1200"/>
            <a:t>multiple versions</a:t>
          </a:r>
          <a:r>
            <a:rPr lang="en-US" sz="2400" kern="1200"/>
            <a:t> of an object (file) in the same bucket.</a:t>
          </a:r>
          <a:br>
            <a:rPr lang="en-US" sz="2400" kern="1200"/>
          </a:br>
          <a:r>
            <a:rPr lang="en-US" sz="2400" kern="1200"/>
            <a:t>Whenever a file with the same key (name) is uploaded again, S3 </a:t>
          </a:r>
          <a:r>
            <a:rPr lang="en-US" sz="2400" b="1" kern="1200"/>
            <a:t>creates a new version</a:t>
          </a:r>
          <a:r>
            <a:rPr lang="en-US" sz="2400" kern="1200"/>
            <a:t> instead of overwriting the old one.</a:t>
          </a:r>
        </a:p>
      </dsp:txBody>
      <dsp:txXfrm>
        <a:off x="621423" y="707003"/>
        <a:ext cx="4602566" cy="2857726"/>
      </dsp:txXfrm>
    </dsp:sp>
    <dsp:sp modelId="{39DE4EA0-E28D-43BD-B9BB-2B34DF0740C3}">
      <dsp:nvSpPr>
        <dsp:cNvPr id="0" name=""/>
        <dsp:cNvSpPr/>
      </dsp:nvSpPr>
      <dsp:spPr>
        <a:xfrm>
          <a:off x="584405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303B2-632B-4419-AB77-CF83FAAD7143}">
      <dsp:nvSpPr>
        <dsp:cNvPr id="0" name=""/>
        <dsp:cNvSpPr/>
      </dsp:nvSpPr>
      <dsp:spPr>
        <a:xfrm>
          <a:off x="637520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This feature helps you </a:t>
          </a:r>
          <a:r>
            <a:rPr lang="en-US" sz="2400" b="1" kern="1200"/>
            <a:t>protect data</a:t>
          </a:r>
          <a:r>
            <a:rPr lang="en-US" sz="2400" kern="1200"/>
            <a:t> from accidental overwrites or deletions.</a:t>
          </a:r>
        </a:p>
      </dsp:txBody>
      <dsp:txXfrm>
        <a:off x="6464113" y="707003"/>
        <a:ext cx="4602566" cy="2857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A5F06-9701-43C0-B1B6-9E24414B48C8}">
      <dsp:nvSpPr>
        <dsp:cNvPr id="0" name=""/>
        <dsp:cNvSpPr/>
      </dsp:nvSpPr>
      <dsp:spPr>
        <a:xfrm>
          <a:off x="0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5B95A-160A-448F-89C1-675836258E1E}">
      <dsp:nvSpPr>
        <dsp:cNvPr id="0" name=""/>
        <dsp:cNvSpPr/>
      </dsp:nvSpPr>
      <dsp:spPr>
        <a:xfrm>
          <a:off x="348654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Enabled at the bucket level</a:t>
          </a:r>
          <a:r>
            <a:rPr lang="en-US" sz="2300" kern="1200"/>
            <a:t> — you turn it ON or OFF for the entire bucket, not per object.</a:t>
          </a:r>
        </a:p>
      </dsp:txBody>
      <dsp:txXfrm>
        <a:off x="407014" y="1111259"/>
        <a:ext cx="3021172" cy="1875841"/>
      </dsp:txXfrm>
    </dsp:sp>
    <dsp:sp modelId="{0633501D-2C4A-499C-A36B-17F5BBB7D0BA}">
      <dsp:nvSpPr>
        <dsp:cNvPr id="0" name=""/>
        <dsp:cNvSpPr/>
      </dsp:nvSpPr>
      <dsp:spPr>
        <a:xfrm>
          <a:off x="3835201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7C2B91-9B30-4C0D-8940-F68DF347255C}">
      <dsp:nvSpPr>
        <dsp:cNvPr id="0" name=""/>
        <dsp:cNvSpPr/>
      </dsp:nvSpPr>
      <dsp:spPr>
        <a:xfrm>
          <a:off x="4183856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Each time you upload a file with the same name, S3 assigns it a </a:t>
          </a:r>
          <a:r>
            <a:rPr lang="en-US" sz="2300" b="1" kern="1200"/>
            <a:t>new version ID</a:t>
          </a:r>
          <a:r>
            <a:rPr lang="en-US" sz="2300" kern="1200"/>
            <a:t> (like v1, v2, v3…).</a:t>
          </a:r>
        </a:p>
      </dsp:txBody>
      <dsp:txXfrm>
        <a:off x="4242216" y="1111259"/>
        <a:ext cx="3021172" cy="1875841"/>
      </dsp:txXfrm>
    </dsp:sp>
    <dsp:sp modelId="{00EE9474-77B8-42AF-995F-120C0666ACC5}">
      <dsp:nvSpPr>
        <dsp:cNvPr id="0" name=""/>
        <dsp:cNvSpPr/>
      </dsp:nvSpPr>
      <dsp:spPr>
        <a:xfrm>
          <a:off x="7670403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3BF4A-968F-46D4-951E-1F6CCE4EA08B}">
      <dsp:nvSpPr>
        <dsp:cNvPr id="0" name=""/>
        <dsp:cNvSpPr/>
      </dsp:nvSpPr>
      <dsp:spPr>
        <a:xfrm>
          <a:off x="8019057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Older versions remain stored in the bucket — you can restore them at any time.</a:t>
          </a:r>
        </a:p>
      </dsp:txBody>
      <dsp:txXfrm>
        <a:off x="8077417" y="1111259"/>
        <a:ext cx="3021172" cy="1875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FC81C-727F-4BAB-9081-DA3B5E96DE12}">
      <dsp:nvSpPr>
        <dsp:cNvPr id="0" name=""/>
        <dsp:cNvSpPr/>
      </dsp:nvSpPr>
      <dsp:spPr>
        <a:xfrm>
          <a:off x="0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1F209-419C-47FF-805A-500338243356}">
      <dsp:nvSpPr>
        <dsp:cNvPr id="0" name=""/>
        <dsp:cNvSpPr/>
      </dsp:nvSpPr>
      <dsp:spPr>
        <a:xfrm>
          <a:off x="348654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Protection Against Accidental Deletes</a:t>
          </a:r>
          <a:br>
            <a:rPr lang="en-US" sz="1700" kern="1200"/>
          </a:br>
          <a:r>
            <a:rPr lang="en-US" sz="1700" kern="1200"/>
            <a:t>If someone deletes an object, S3 only adds a </a:t>
          </a:r>
          <a:r>
            <a:rPr lang="en-US" sz="1700" i="1" kern="1200"/>
            <a:t>delete marker</a:t>
          </a:r>
          <a:r>
            <a:rPr lang="en-US" sz="1700" kern="1200"/>
            <a:t> instead of permanently removing data. You can restore the previous version easily.</a:t>
          </a:r>
        </a:p>
      </dsp:txBody>
      <dsp:txXfrm>
        <a:off x="407014" y="1111259"/>
        <a:ext cx="3021172" cy="1875841"/>
      </dsp:txXfrm>
    </dsp:sp>
    <dsp:sp modelId="{77729905-A745-4EB4-A138-4262AF898311}">
      <dsp:nvSpPr>
        <dsp:cNvPr id="0" name=""/>
        <dsp:cNvSpPr/>
      </dsp:nvSpPr>
      <dsp:spPr>
        <a:xfrm>
          <a:off x="3835201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BFBD1-01AE-4491-A024-3E4ECADDE125}">
      <dsp:nvSpPr>
        <dsp:cNvPr id="0" name=""/>
        <dsp:cNvSpPr/>
      </dsp:nvSpPr>
      <dsp:spPr>
        <a:xfrm>
          <a:off x="4183856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Rollback Capability</a:t>
          </a:r>
          <a:br>
            <a:rPr lang="en-US" sz="1700" kern="1200"/>
          </a:br>
          <a:r>
            <a:rPr lang="en-US" sz="1700" kern="1200"/>
            <a:t>You can revert to a previous version of a file if an incorrect or corrupted version is uploaded.</a:t>
          </a:r>
        </a:p>
      </dsp:txBody>
      <dsp:txXfrm>
        <a:off x="4242216" y="1111259"/>
        <a:ext cx="3021172" cy="1875841"/>
      </dsp:txXfrm>
    </dsp:sp>
    <dsp:sp modelId="{8D1B5E3C-0B75-4CE4-BD00-40C287C4C2B8}">
      <dsp:nvSpPr>
        <dsp:cNvPr id="0" name=""/>
        <dsp:cNvSpPr/>
      </dsp:nvSpPr>
      <dsp:spPr>
        <a:xfrm>
          <a:off x="7670403" y="721677"/>
          <a:ext cx="3137892" cy="1992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AFBD4-B592-4B28-BF7B-8F3CEE86DAC5}">
      <dsp:nvSpPr>
        <dsp:cNvPr id="0" name=""/>
        <dsp:cNvSpPr/>
      </dsp:nvSpPr>
      <dsp:spPr>
        <a:xfrm>
          <a:off x="8019057" y="1052899"/>
          <a:ext cx="3137892" cy="19925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Audit and Recovery</a:t>
          </a:r>
          <a:br>
            <a:rPr lang="en-US" sz="1700" kern="1200"/>
          </a:br>
          <a:r>
            <a:rPr lang="en-US" sz="1700" kern="1200"/>
            <a:t>Useful for maintaining a history of changes for compliance or auditing purposes.</a:t>
          </a:r>
        </a:p>
      </dsp:txBody>
      <dsp:txXfrm>
        <a:off x="8077417" y="1111259"/>
        <a:ext cx="3021172" cy="18758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6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8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2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9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7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0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2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04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0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9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9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8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054B06-59AF-87A5-E321-92CAA29BE3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1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AA520-09FB-6328-470F-613ED3B3C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/>
              <a:t>Amazon S3 – Versioning</a:t>
            </a:r>
          </a:p>
        </p:txBody>
      </p:sp>
    </p:spTree>
    <p:extLst>
      <p:ext uri="{BB962C8B-B14F-4D97-AF65-F5344CB8AC3E}">
        <p14:creationId xmlns:p14="http://schemas.microsoft.com/office/powerpoint/2010/main" val="284758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B999A-5C26-C20F-F3BD-DABF90E8D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What is Versioning?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F041C5-FF3E-8D8B-F0D4-F1E442CC1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296432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5749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CE010-4BD6-B685-7D5B-885CE7004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Key Points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354C7B-CB39-236D-1D43-E6043BB785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3796813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747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830A4-02C5-FA5E-6B79-E55FD02A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Why Use Versioning?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099A84-2EC8-565D-17DA-9782D33A3D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8521541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951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FC7D-910E-EE5A-AD22-91686B934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Important Notes</a:t>
            </a:r>
            <a:br>
              <a:rPr lang="en-US"/>
            </a:b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Employee Badge">
            <a:extLst>
              <a:ext uri="{FF2B5EF4-FFF2-40B4-BE49-F238E27FC236}">
                <a16:creationId xmlns:a16="http://schemas.microsoft.com/office/drawing/2014/main" id="{E3187D41-6AF5-E749-6F17-3626CA025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B8E4EEB9-F10A-F7F7-565E-19A069C8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/>
              <a:t>Objects uploaded </a:t>
            </a:r>
            <a:r>
              <a:rPr lang="en-US" b="1"/>
              <a:t>before versioning was enabled</a:t>
            </a:r>
            <a:r>
              <a:rPr lang="en-US"/>
              <a:t> get a </a:t>
            </a:r>
            <a:r>
              <a:rPr lang="en-US" b="1"/>
              <a:t>version ID of "null"</a:t>
            </a:r>
            <a:r>
              <a:rPr lang="en-US"/>
              <a:t>.</a:t>
            </a:r>
            <a:br>
              <a:rPr lang="en-US"/>
            </a:br>
            <a:r>
              <a:rPr lang="en-US"/>
              <a:t>(These are considered </a:t>
            </a:r>
            <a:r>
              <a:rPr lang="en-US" i="1" err="1"/>
              <a:t>unversioned</a:t>
            </a:r>
            <a:r>
              <a:rPr lang="en-US" i="1"/>
              <a:t> objects</a:t>
            </a:r>
            <a:r>
              <a:rPr lang="en-US"/>
              <a:t>.)</a:t>
            </a:r>
          </a:p>
          <a:p>
            <a:r>
              <a:rPr lang="en-US" b="1"/>
              <a:t>Suspending versioning</a:t>
            </a:r>
            <a:r>
              <a:rPr lang="en-US"/>
              <a:t> does </a:t>
            </a:r>
            <a:r>
              <a:rPr lang="en-US" i="1"/>
              <a:t>not</a:t>
            </a:r>
            <a:r>
              <a:rPr lang="en-US"/>
              <a:t> delete existing versions — it just stops creating new versions until you enable it again.</a:t>
            </a:r>
          </a:p>
          <a:p>
            <a:r>
              <a:rPr lang="en-US"/>
              <a:t>When you </a:t>
            </a:r>
            <a:r>
              <a:rPr lang="en-US" b="1"/>
              <a:t>delete an object</a:t>
            </a:r>
            <a:r>
              <a:rPr lang="en-US"/>
              <a:t> in a versioned bucket:</a:t>
            </a:r>
          </a:p>
          <a:p>
            <a:pPr lvl="1"/>
            <a:r>
              <a:rPr lang="en-US"/>
              <a:t>S3 places a </a:t>
            </a:r>
            <a:r>
              <a:rPr lang="en-US" i="1"/>
              <a:t>delete marker</a:t>
            </a:r>
            <a:r>
              <a:rPr lang="en-US"/>
              <a:t> on it (so it appears deleted),</a:t>
            </a:r>
          </a:p>
          <a:p>
            <a:pPr lvl="1"/>
            <a:r>
              <a:rPr lang="en-US"/>
              <a:t>But all previous versions are still available and can be restored.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3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8644E-4117-89B1-F040-5660666F7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Best Practices</a:t>
            </a:r>
            <a:br>
              <a:rPr lang="en-US" dirty="0"/>
            </a:b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3" name="Graphic 12" descr="Laptop Secure">
            <a:extLst>
              <a:ext uri="{FF2B5EF4-FFF2-40B4-BE49-F238E27FC236}">
                <a16:creationId xmlns:a16="http://schemas.microsoft.com/office/drawing/2014/main" id="{47EC7006-00BF-B64F-47B1-77A5D2600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F24C1E0-75BA-CE2A-8498-3E69F5E52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/>
              <a:t>Always enable versioning for </a:t>
            </a:r>
            <a:r>
              <a:rPr lang="en-US" b="1"/>
              <a:t>critical data</a:t>
            </a:r>
            <a:r>
              <a:rPr lang="en-US"/>
              <a:t> buckets.</a:t>
            </a:r>
          </a:p>
          <a:p>
            <a:r>
              <a:rPr lang="en-US"/>
              <a:t>Combine with </a:t>
            </a:r>
            <a:r>
              <a:rPr lang="en-US" b="1"/>
              <a:t>S3 Lifecycle Policies</a:t>
            </a:r>
            <a:r>
              <a:rPr lang="en-US"/>
              <a:t> to automatically delete old versions and save costs.</a:t>
            </a:r>
          </a:p>
          <a:p>
            <a:r>
              <a:rPr lang="en-US"/>
              <a:t>Use versioning with </a:t>
            </a:r>
            <a:r>
              <a:rPr lang="en-US" b="1"/>
              <a:t>Cross-Region Replication (CRR)</a:t>
            </a:r>
            <a:r>
              <a:rPr lang="en-US"/>
              <a:t> for backup and disaster recovery.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0669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332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Bierstadt</vt:lpstr>
      <vt:lpstr>GestaltVTI</vt:lpstr>
      <vt:lpstr>Amazon S3 – Versioning</vt:lpstr>
      <vt:lpstr>What is Versioning? </vt:lpstr>
      <vt:lpstr>Key Points </vt:lpstr>
      <vt:lpstr>Why Use Versioning? </vt:lpstr>
      <vt:lpstr>Important Notes </vt:lpstr>
      <vt:lpstr>Best Practices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2025-10-21T11:28:01Z</dcterms:created>
  <dcterms:modified xsi:type="dcterms:W3CDTF">2025-10-21T11:33:15Z</dcterms:modified>
</cp:coreProperties>
</file>